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82" r:id="rId3"/>
    <p:sldId id="366" r:id="rId4"/>
    <p:sldId id="368" r:id="rId5"/>
    <p:sldId id="367" r:id="rId6"/>
    <p:sldId id="279" r:id="rId7"/>
    <p:sldId id="369" r:id="rId8"/>
    <p:sldId id="334" r:id="rId9"/>
    <p:sldId id="370" r:id="rId10"/>
    <p:sldId id="33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202E6B-3C7E-3268-10A6-359B82E53773}" name="Aritra Ghosh" initials="AG" userId="S::aritraghosh@microsoft.com::dce1d2a3-e29a-4161-a043-6e04439884c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CDD246-981A-4F17-923F-0E3ECDAEDCE2}" v="2" dt="2026-02-23T19:01:00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455" autoAdjust="0"/>
  </p:normalViewPr>
  <p:slideViewPr>
    <p:cSldViewPr snapToGrid="0">
      <p:cViewPr varScale="1">
        <p:scale>
          <a:sx n="94" d="100"/>
          <a:sy n="94" d="100"/>
        </p:scale>
        <p:origin x="12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k bilgen" userId="9fcb1696e65a161f" providerId="LiveId" clId="{0C3A4C9E-717D-4ADE-97E0-B0AD580B3355}"/>
    <pc:docChg chg="undo custSel addSld delSld modSld sldOrd delMainMaster">
      <pc:chgData name="faik bilgen" userId="9fcb1696e65a161f" providerId="LiveId" clId="{0C3A4C9E-717D-4ADE-97E0-B0AD580B3355}" dt="2026-02-25T14:04:07.475" v="5811" actId="47"/>
      <pc:docMkLst>
        <pc:docMk/>
      </pc:docMkLst>
      <pc:sldChg chg="add del">
        <pc:chgData name="faik bilgen" userId="9fcb1696e65a161f" providerId="LiveId" clId="{0C3A4C9E-717D-4ADE-97E0-B0AD580B3355}" dt="2026-02-25T14:04:07.475" v="5811" actId="47"/>
        <pc:sldMkLst>
          <pc:docMk/>
          <pc:sldMk cId="1209355792" sldId="266"/>
        </pc:sldMkLst>
      </pc:sldChg>
      <pc:sldChg chg="add del">
        <pc:chgData name="faik bilgen" userId="9fcb1696e65a161f" providerId="LiveId" clId="{0C3A4C9E-717D-4ADE-97E0-B0AD580B3355}" dt="2026-02-25T14:04:06.474" v="5810" actId="47"/>
        <pc:sldMkLst>
          <pc:docMk/>
          <pc:sldMk cId="676354330" sldId="267"/>
        </pc:sldMkLst>
      </pc:sldChg>
      <pc:sldChg chg="add del">
        <pc:chgData name="faik bilgen" userId="9fcb1696e65a161f" providerId="LiveId" clId="{0C3A4C9E-717D-4ADE-97E0-B0AD580B3355}" dt="2026-02-25T14:04:05.630" v="5809" actId="47"/>
        <pc:sldMkLst>
          <pc:docMk/>
          <pc:sldMk cId="4028145312" sldId="268"/>
        </pc:sldMkLst>
      </pc:sldChg>
      <pc:sldChg chg="modSp add mod ord modNotesTx">
        <pc:chgData name="faik bilgen" userId="9fcb1696e65a161f" providerId="LiveId" clId="{0C3A4C9E-717D-4ADE-97E0-B0AD580B3355}" dt="2026-02-01T11:40:50.413" v="5790"/>
        <pc:sldMkLst>
          <pc:docMk/>
          <pc:sldMk cId="2540744057" sldId="279"/>
        </pc:sldMkLst>
      </pc:sldChg>
      <pc:sldChg chg="modSp add mod ord modNotesTx">
        <pc:chgData name="faik bilgen" userId="9fcb1696e65a161f" providerId="LiveId" clId="{0C3A4C9E-717D-4ADE-97E0-B0AD580B3355}" dt="2026-02-04T21:12:25.177" v="5800" actId="20577"/>
        <pc:sldMkLst>
          <pc:docMk/>
          <pc:sldMk cId="2161495391" sldId="369"/>
        </pc:sldMkLst>
        <pc:spChg chg="mod">
          <ac:chgData name="faik bilgen" userId="9fcb1696e65a161f" providerId="LiveId" clId="{0C3A4C9E-717D-4ADE-97E0-B0AD580B3355}" dt="2026-02-04T21:12:25.177" v="5800" actId="20577"/>
          <ac:spMkLst>
            <pc:docMk/>
            <pc:sldMk cId="2161495391" sldId="369"/>
            <ac:spMk id="2" creationId="{C4F8C709-3725-11A0-88BA-6CB40825C598}"/>
          </ac:spMkLst>
        </pc:spChg>
      </pc:sldChg>
      <pc:sldChg chg="addSp delSp modSp new mod">
        <pc:chgData name="faik bilgen" userId="9fcb1696e65a161f" providerId="LiveId" clId="{0C3A4C9E-717D-4ADE-97E0-B0AD580B3355}" dt="2026-02-25T09:10:00.341" v="5808" actId="1076"/>
        <pc:sldMkLst>
          <pc:docMk/>
          <pc:sldMk cId="1002164974" sldId="370"/>
        </pc:sldMkLst>
        <pc:spChg chg="del">
          <ac:chgData name="faik bilgen" userId="9fcb1696e65a161f" providerId="LiveId" clId="{0C3A4C9E-717D-4ADE-97E0-B0AD580B3355}" dt="2026-02-25T09:09:48.261" v="5805" actId="478"/>
          <ac:spMkLst>
            <pc:docMk/>
            <pc:sldMk cId="1002164974" sldId="370"/>
            <ac:spMk id="2" creationId="{B0467B65-D183-93F5-FF6A-B5BA52B59B88}"/>
          </ac:spMkLst>
        </pc:spChg>
        <pc:spChg chg="del">
          <ac:chgData name="faik bilgen" userId="9fcb1696e65a161f" providerId="LiveId" clId="{0C3A4C9E-717D-4ADE-97E0-B0AD580B3355}" dt="2026-02-25T09:09:53.069" v="5806" actId="478"/>
          <ac:spMkLst>
            <pc:docMk/>
            <pc:sldMk cId="1002164974" sldId="370"/>
            <ac:spMk id="3" creationId="{4BFD2359-67C3-117C-E8FB-E2165EB23B7A}"/>
          </ac:spMkLst>
        </pc:spChg>
        <pc:spChg chg="add mod">
          <ac:chgData name="faik bilgen" userId="9fcb1696e65a161f" providerId="LiveId" clId="{0C3A4C9E-717D-4ADE-97E0-B0AD580B3355}" dt="2026-02-25T09:10:00.341" v="5808" actId="1076"/>
          <ac:spMkLst>
            <pc:docMk/>
            <pc:sldMk cId="1002164974" sldId="370"/>
            <ac:spMk id="5" creationId="{C7CC2621-CD84-C051-182F-C0B593923FCE}"/>
          </ac:spMkLst>
        </pc:spChg>
      </pc:sldChg>
      <pc:sldChg chg="new del">
        <pc:chgData name="faik bilgen" userId="9fcb1696e65a161f" providerId="LiveId" clId="{0C3A4C9E-717D-4ADE-97E0-B0AD580B3355}" dt="2026-02-25T09:09:41.338" v="5803" actId="47"/>
        <pc:sldMkLst>
          <pc:docMk/>
          <pc:sldMk cId="3746520061" sldId="370"/>
        </pc:sldMkLst>
      </pc:sldChg>
      <pc:sldMasterChg chg="del delSldLayout">
        <pc:chgData name="faik bilgen" userId="9fcb1696e65a161f" providerId="LiveId" clId="{0C3A4C9E-717D-4ADE-97E0-B0AD580B3355}" dt="2026-02-25T14:04:07.475" v="5811" actId="47"/>
        <pc:sldMasterMkLst>
          <pc:docMk/>
          <pc:sldMasterMk cId="383322428" sldId="2147483672"/>
        </pc:sldMasterMkLst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754427399" sldId="2147483673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246322079" sldId="2147483674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65842836" sldId="2147483675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20474910" sldId="2147483676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119388763" sldId="2147483677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258328004" sldId="2147483678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435838346" sldId="2147483679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638759515" sldId="2147483680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324943517" sldId="2147483681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416883766" sldId="2147483682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229714183" sldId="2147483683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997332745" sldId="2147483684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590210439" sldId="2147483685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248685454" sldId="2147483686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687918517" sldId="2147483687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499866034" sldId="2147483688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804353234" sldId="2147483689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620712624" sldId="2147483690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155557277" sldId="2147483691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103994584" sldId="2147483692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65747274" sldId="2147483693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873886475" sldId="2147483694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298423961" sldId="2147483695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562531699" sldId="2147483696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080463896" sldId="2147483697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568535119" sldId="2147483698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973927861" sldId="2147483699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807089031" sldId="2147483700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489016089" sldId="2147483701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980214454" sldId="2147483702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109117017" sldId="2147483703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482621324" sldId="2147483704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58191698" sldId="2147483705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601638639" sldId="2147483706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990809985" sldId="2147483707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47353233" sldId="2147483708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673178539" sldId="2147483709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50083621" sldId="2147483710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950927764" sldId="2147483711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148504244" sldId="2147483712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979200747" sldId="2147483713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451150161" sldId="2147483714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934958498" sldId="2147483715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598070437" sldId="2147483716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720895401" sldId="2147483717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094069624" sldId="2147483718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816113842" sldId="2147483719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81304415" sldId="2147483720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978399900" sldId="2147483721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218991397" sldId="2147483722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933359065" sldId="2147483723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577606658" sldId="2147483724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639699848" sldId="2147483725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985154233" sldId="2147483726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164940663" sldId="2147483727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915503568" sldId="2147483728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9491502" sldId="2147483729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990594326" sldId="2147483730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955620807" sldId="2147483731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980067283" sldId="2147483732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979078848" sldId="2147483733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747904086" sldId="2147483734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82905779" sldId="2147483735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477708863" sldId="2147483736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602381604" sldId="2147483737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689350475" sldId="2147483738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87003613" sldId="2147483739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046232314" sldId="2147483740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995880023" sldId="2147483741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636176860" sldId="2147483742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20049415" sldId="2147483743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749222678" sldId="2147483744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949250296" sldId="2147483745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340082694" sldId="2147483746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40339034" sldId="2147483747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65386768" sldId="2147483748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308657726" sldId="2147483749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228840293" sldId="2147483750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027556814" sldId="2147483751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78024358" sldId="2147483752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666527244" sldId="2147483753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393835523" sldId="2147483754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2959103667" sldId="2147483755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4117229313" sldId="2147483756"/>
          </pc:sldLayoutMkLst>
        </pc:sldLayoutChg>
        <pc:sldLayoutChg chg="del">
          <pc:chgData name="faik bilgen" userId="9fcb1696e65a161f" providerId="LiveId" clId="{0C3A4C9E-717D-4ADE-97E0-B0AD580B3355}" dt="2026-02-25T14:04:07.475" v="5811" actId="47"/>
          <pc:sldLayoutMkLst>
            <pc:docMk/>
            <pc:sldMasterMk cId="383322428" sldId="2147483672"/>
            <pc:sldLayoutMk cId="1740212437" sldId="214748375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5D07E-B132-4C8F-A144-2D501431D79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7B8A6-DC2C-4E66-899B-3FF6576B9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0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https://azure-samples.github.io/aks-labs/docs/operations/observability-and-monitoring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7B8A6-DC2C-4E66-899B-3FF6576B90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48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https://blog.aks.azure.com/2025/08/15/cli-agent-for-aks</a:t>
            </a:r>
          </a:p>
          <a:p>
            <a:r>
              <a:rPr lang="en-US" dirty="0"/>
              <a:t>https://github.com/Azure/agentic-cli-for-aks</a:t>
            </a:r>
          </a:p>
          <a:p>
            <a:r>
              <a:rPr lang="en-US" dirty="0"/>
              <a:t>https://learn.microsoft.com/en-us/azure/aks/cli-agent-for-aks-overview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7B8A6-DC2C-4E66-899B-3FF6576B90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8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7A376-8521-6577-2D07-990054A88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1D1AD-C5AE-D5D5-8AEB-3CF00915D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218E4-0D79-BDF6-8381-F4230E4C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1445C-3C43-0979-3BC3-3C50A376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8579E-F99E-72F7-92FC-E65D1F06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42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3A46-966F-0889-0D6C-46EF223F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90CF1-7AE8-CB01-72A6-3E5EC146C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82178-CB10-3C0D-9F26-FF03AA7D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6E56D-AAF0-53B1-2EB3-2B05DB7BE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8C5A6-8A41-BFE5-5181-AD86B015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1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4A1F-F392-185D-224B-A830DD235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378F9-DE95-A055-2AC6-E7157142E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63784-AC7B-9035-BD5F-CA457D8D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98C38-8659-E5D3-AA01-9DBE632E3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600AF-5C3D-1998-F8D6-2A1AD019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92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FF7E-5293-08F1-D9A1-3A1680CE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F6F1-FDCC-6B3B-E060-DBA64E0B8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95A3E-2804-E8CE-36A7-16F0D67A0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2C1A7-880C-CD35-6519-B44C1C001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7389A-7BA7-00F2-9F0C-3FF625C3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9FFEB-E07F-475A-DC43-D784B049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0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5AF15-66DF-0200-BF84-20E7FCAE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C9DF7-FFE2-ACA5-598F-2E8D05F02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1AC6B-6EB4-8880-6CF2-B757060F0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57C6A-70C4-5D49-7AA6-616292306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BEDBF-9DCC-3C70-9011-CC3E8927C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DCA26-C658-60E2-1424-45272CA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D7996-8661-7137-DBB1-48A6E8A7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27E70-8897-E13C-10F1-24FFB6B1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1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71C0-5D8F-1D28-606D-4024F95F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50D43-A793-90E4-6A35-09A203BF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43902-4D2D-7893-9F50-76AD3302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BBF6F-A580-C66C-7FD8-0CD65757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9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A4C65-793A-0452-3B22-EF9BAA6A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1979F-ACA8-3AB5-9C5B-FFA463C1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4F9D8-209E-4082-0939-7461D157A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44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0A0C-21B5-5B1E-1A71-72C64E1C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10992-4A91-CA9A-6790-69C97B74C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8F628-8009-4622-AD04-87974ADF9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9F7B8-21E1-FDBD-DF34-35B77CC9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FEC55-0B6B-4ADF-137A-EDE9BBC3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17AA9-A09D-95A1-845A-00284158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30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A1C2-1457-BA97-E02B-7478A5F7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5BB29C-956B-CB9A-82C7-D1A75368E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E78F4-29DC-15C6-EB91-0CB176A9F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62D2E-911E-E254-4D20-F879D010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72F32-771C-2443-DCDF-49353E28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AD2F7-6465-65FF-9CBC-7F6BF4705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9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3E70-A6AC-9EA6-A861-3E9FAA9E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1546D-E49F-3CBD-23CB-6B06B2C4F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91AD8-77DA-E023-CE62-8DB5F66E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C62C2-A50D-B686-F94E-63E71CD7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FBBC1-AC3E-2F70-80F3-F31F052F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8C326-4850-1342-F77B-8A9CFA2B5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7BE1D-65FF-135C-6662-09A7BCF03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94B37-9ED6-9087-1C2A-E654A453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920E9-EEE5-167B-DD70-3972F6A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42915-24C5-13A7-5B23-4A192DA2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10354D-51EE-E6D6-CC86-FEEF104B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25FF8-2273-6FDB-FD37-C132E518F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069AE-095C-7EFB-19E6-EB28335555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68321-C9E7-441E-8ECB-F5B48CA38B3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3A893-A31D-AEFC-084A-9F7122082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53884-7504-3E14-2818-7885D953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7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92AE-673E-92C5-303F-25E8450BD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AKS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EBB44-02B4-0E0C-DADA-EC740183DF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Faik Hakan Bilgen, </a:t>
            </a:r>
          </a:p>
          <a:p>
            <a:r>
              <a:rPr lang="en-US" dirty="0"/>
              <a:t>Sr. CSA, Microsoft</a:t>
            </a:r>
          </a:p>
        </p:txBody>
      </p:sp>
    </p:spTree>
    <p:extLst>
      <p:ext uri="{BB962C8B-B14F-4D97-AF65-F5344CB8AC3E}">
        <p14:creationId xmlns:p14="http://schemas.microsoft.com/office/powerpoint/2010/main" val="178528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C7DB3-6261-13BA-CFB6-51B82A8A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EA9B969-ADD1-69B6-086B-02182DCFD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40BBD310-98A1-006F-FA3E-62BF86561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9D7232A9-8766-5242-39EC-AD57E25F1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CCF-AE7A-25E7-BFFF-0DA25929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Observability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43F645-2985-4A7F-5C56-219710EC8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313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A3B6DF-B8D5-762F-5501-C7BA79361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AKS Monitoring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A1FECF-1482-2930-B9D1-1A2D93C0F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58" y="1971526"/>
            <a:ext cx="9309016" cy="463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325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F75A-9FC6-F9BE-E4C7-9BD10577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54F24-926C-5FC1-CB8F-7C4218C1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AKS Layers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iagram of layers of Kubernetes environment with related administrative roles.">
            <a:extLst>
              <a:ext uri="{FF2B5EF4-FFF2-40B4-BE49-F238E27FC236}">
                <a16:creationId xmlns:a16="http://schemas.microsoft.com/office/drawing/2014/main" id="{E31D764E-E440-96DC-BA93-CAC22A0DB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168" y="2232043"/>
            <a:ext cx="9251663" cy="411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49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5CE92-A6BE-581A-C8A4-0A78D896C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2F0C08-2DC4-B486-C525-6E8C1E9D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AKS Monitoring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D8474-27A4-43FC-F3A4-D690C64CED01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Monitor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Resource Visualizer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Monitoring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Insights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Alerts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Metrics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Advisor Recommendations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Logs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6" name="Picture 5" descr="Digital financial graph">
            <a:extLst>
              <a:ext uri="{FF2B5EF4-FFF2-40B4-BE49-F238E27FC236}">
                <a16:creationId xmlns:a16="http://schemas.microsoft.com/office/drawing/2014/main" id="{9E941563-7411-F599-8F03-11ABE86B4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15" r="1732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29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108BA-CE66-2908-88CD-284D3F554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0EBD9-543C-DF01-01FB-128713202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Advanced Observability Concepts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744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0AB5C-78F9-CDB6-4815-1A243471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AD2EB86-7C49-6D4C-90F0-D5D00EFCD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FAEA101B-BFAE-2142-8A86-AC9B36AE2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7D264182-143F-6A43-D7A4-7D754F1EC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F8C709-3725-11A0-88BA-6CB40825C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/>
              <a:t>The </a:t>
            </a:r>
            <a:r>
              <a:rPr lang="en-US" b="1" dirty="0"/>
              <a:t>agentic CLI for AKS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FA64FB-6FFB-1AB8-20D3-FC232CDD8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495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F4E26-D1F3-EC07-4782-463CFD06F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936368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CC2621-CD84-C051-182F-C0B593923FCE}"/>
              </a:ext>
            </a:extLst>
          </p:cNvPr>
          <p:cNvSpPr txBox="1"/>
          <p:nvPr/>
        </p:nvSpPr>
        <p:spPr>
          <a:xfrm>
            <a:off x="1270000" y="778084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📊 Checking AKS agent status...</a:t>
            </a:r>
          </a:p>
          <a:p>
            <a:endParaRPr lang="en-US" dirty="0"/>
          </a:p>
          <a:p>
            <a:r>
              <a:rPr lang="en-US" dirty="0"/>
              <a:t>✅ Helm Release: deployed</a:t>
            </a:r>
          </a:p>
          <a:p>
            <a:endParaRPr lang="en-US" dirty="0"/>
          </a:p>
          <a:p>
            <a:r>
              <a:rPr lang="en-US" dirty="0"/>
              <a:t>📦 Deployments:</a:t>
            </a:r>
          </a:p>
          <a:p>
            <a:r>
              <a:rPr lang="en-US" dirty="0"/>
              <a:t>  • </a:t>
            </a:r>
            <a:r>
              <a:rPr lang="en-US" dirty="0" err="1"/>
              <a:t>aks</a:t>
            </a:r>
            <a:r>
              <a:rPr lang="en-US" dirty="0"/>
              <a:t>-agent: 1/1 ready</a:t>
            </a:r>
          </a:p>
          <a:p>
            <a:r>
              <a:rPr lang="en-US" dirty="0"/>
              <a:t>  • </a:t>
            </a:r>
            <a:r>
              <a:rPr lang="en-US" dirty="0" err="1"/>
              <a:t>aks-mcp</a:t>
            </a:r>
            <a:r>
              <a:rPr lang="en-US" dirty="0"/>
              <a:t>: 1/1 ready</a:t>
            </a:r>
          </a:p>
          <a:p>
            <a:endParaRPr lang="en-US" dirty="0"/>
          </a:p>
          <a:p>
            <a:r>
              <a:rPr lang="en-US" dirty="0"/>
              <a:t>🐳 Pods:</a:t>
            </a:r>
          </a:p>
          <a:p>
            <a:r>
              <a:rPr lang="en-US" dirty="0"/>
              <a:t>  • aks-agent-74f6ccff98-4qc9h: Running ✓</a:t>
            </a:r>
          </a:p>
          <a:p>
            <a:r>
              <a:rPr lang="en-US" dirty="0"/>
              <a:t>  • aks-mcp-58d89c588c-smf6x: Running ✓</a:t>
            </a:r>
          </a:p>
          <a:p>
            <a:endParaRPr lang="en-US" dirty="0"/>
          </a:p>
          <a:p>
            <a:r>
              <a:rPr lang="en-US" dirty="0"/>
              <a:t>📋 LLM Configurations:</a:t>
            </a:r>
          </a:p>
          <a:p>
            <a:r>
              <a:rPr lang="en-US" dirty="0"/>
              <a:t>  • azure/gpt-5.2-chat</a:t>
            </a:r>
          </a:p>
          <a:p>
            <a:r>
              <a:rPr lang="en-US" dirty="0"/>
              <a:t>    API Base: https://coe-appinv-resource.openai.azure.com/</a:t>
            </a:r>
          </a:p>
          <a:p>
            <a:r>
              <a:rPr lang="en-US" dirty="0"/>
              <a:t>    API Version: 2024-12-01-preview</a:t>
            </a:r>
          </a:p>
          <a:p>
            <a:endParaRPr lang="en-US" dirty="0"/>
          </a:p>
          <a:p>
            <a:r>
              <a:rPr lang="en-US" dirty="0"/>
              <a:t>✅ AKS agent is ready and running!</a:t>
            </a:r>
          </a:p>
        </p:txBody>
      </p:sp>
    </p:spTree>
    <p:extLst>
      <p:ext uri="{BB962C8B-B14F-4D97-AF65-F5344CB8AC3E}">
        <p14:creationId xmlns:p14="http://schemas.microsoft.com/office/powerpoint/2010/main" val="1002164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299C4-A57F-F76F-A252-0BDFCC66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79EAD09-A52B-3F40-20A0-992FD5B02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C6766D-7230-6D6A-2178-AFEA6D3E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7098CF42-3639-BD0B-AB92-5E94C9F7F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E6953-44A8-E351-F8C5-9B2D6522B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091843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4218</TotalTime>
  <Words>172</Words>
  <Application>Microsoft Office PowerPoint</Application>
  <PresentationFormat>Widescreen</PresentationFormat>
  <Paragraphs>44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1_Office Theme</vt:lpstr>
      <vt:lpstr>AKS Workshop</vt:lpstr>
      <vt:lpstr>Observability</vt:lpstr>
      <vt:lpstr>AKS Monitoring</vt:lpstr>
      <vt:lpstr>AKS Layers</vt:lpstr>
      <vt:lpstr>AKS Monitoring</vt:lpstr>
      <vt:lpstr>DEMO</vt:lpstr>
      <vt:lpstr>The agentic CLI for AKS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Faik Hakan Bilgen</dc:creator>
  <cp:lastModifiedBy>Faik Hakan Bilgen</cp:lastModifiedBy>
  <cp:revision>1</cp:revision>
  <dcterms:created xsi:type="dcterms:W3CDTF">2026-01-16T08:37:14Z</dcterms:created>
  <dcterms:modified xsi:type="dcterms:W3CDTF">2026-02-25T14:04:08Z</dcterms:modified>
</cp:coreProperties>
</file>