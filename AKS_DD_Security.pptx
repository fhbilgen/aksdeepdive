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1"/>
  </p:notesMasterIdLst>
  <p:sldIdLst>
    <p:sldId id="256" r:id="rId2"/>
    <p:sldId id="282" r:id="rId3"/>
    <p:sldId id="372" r:id="rId4"/>
    <p:sldId id="373" r:id="rId5"/>
    <p:sldId id="522" r:id="rId6"/>
    <p:sldId id="523" r:id="rId7"/>
    <p:sldId id="524" r:id="rId8"/>
    <p:sldId id="525" r:id="rId9"/>
    <p:sldId id="374" r:id="rId10"/>
    <p:sldId id="375" r:id="rId11"/>
    <p:sldId id="526" r:id="rId12"/>
    <p:sldId id="528" r:id="rId13"/>
    <p:sldId id="527" r:id="rId14"/>
    <p:sldId id="376" r:id="rId15"/>
    <p:sldId id="366" r:id="rId16"/>
    <p:sldId id="377" r:id="rId17"/>
    <p:sldId id="529" r:id="rId18"/>
    <p:sldId id="378" r:id="rId19"/>
    <p:sldId id="379" r:id="rId20"/>
    <p:sldId id="381" r:id="rId21"/>
    <p:sldId id="382" r:id="rId22"/>
    <p:sldId id="367" r:id="rId23"/>
    <p:sldId id="383" r:id="rId24"/>
    <p:sldId id="385" r:id="rId25"/>
    <p:sldId id="384" r:id="rId26"/>
    <p:sldId id="386" r:id="rId27"/>
    <p:sldId id="387" r:id="rId28"/>
    <p:sldId id="388" r:id="rId29"/>
    <p:sldId id="389" r:id="rId30"/>
    <p:sldId id="368" r:id="rId31"/>
    <p:sldId id="390" r:id="rId32"/>
    <p:sldId id="391" r:id="rId33"/>
    <p:sldId id="392" r:id="rId34"/>
    <p:sldId id="393" r:id="rId35"/>
    <p:sldId id="395" r:id="rId36"/>
    <p:sldId id="394" r:id="rId37"/>
    <p:sldId id="396" r:id="rId38"/>
    <p:sldId id="397" r:id="rId39"/>
    <p:sldId id="398" r:id="rId40"/>
    <p:sldId id="399" r:id="rId41"/>
    <p:sldId id="400" r:id="rId42"/>
    <p:sldId id="401" r:id="rId43"/>
    <p:sldId id="402" r:id="rId44"/>
    <p:sldId id="403" r:id="rId45"/>
    <p:sldId id="404" r:id="rId46"/>
    <p:sldId id="405" r:id="rId47"/>
    <p:sldId id="406" r:id="rId48"/>
    <p:sldId id="407" r:id="rId49"/>
    <p:sldId id="408" r:id="rId50"/>
    <p:sldId id="409" r:id="rId51"/>
    <p:sldId id="410" r:id="rId52"/>
    <p:sldId id="411" r:id="rId53"/>
    <p:sldId id="412" r:id="rId54"/>
    <p:sldId id="413" r:id="rId55"/>
    <p:sldId id="414" r:id="rId56"/>
    <p:sldId id="415" r:id="rId57"/>
    <p:sldId id="416" r:id="rId58"/>
    <p:sldId id="417" r:id="rId59"/>
    <p:sldId id="418" r:id="rId60"/>
    <p:sldId id="419" r:id="rId61"/>
    <p:sldId id="420" r:id="rId62"/>
    <p:sldId id="421" r:id="rId63"/>
    <p:sldId id="422" r:id="rId64"/>
    <p:sldId id="423" r:id="rId65"/>
    <p:sldId id="424" r:id="rId66"/>
    <p:sldId id="425" r:id="rId67"/>
    <p:sldId id="426" r:id="rId68"/>
    <p:sldId id="427" r:id="rId69"/>
    <p:sldId id="428" r:id="rId70"/>
    <p:sldId id="429" r:id="rId71"/>
    <p:sldId id="430" r:id="rId72"/>
    <p:sldId id="431" r:id="rId73"/>
    <p:sldId id="432" r:id="rId74"/>
    <p:sldId id="433" r:id="rId75"/>
    <p:sldId id="369" r:id="rId76"/>
    <p:sldId id="434" r:id="rId77"/>
    <p:sldId id="435" r:id="rId78"/>
    <p:sldId id="436" r:id="rId79"/>
    <p:sldId id="437" r:id="rId80"/>
    <p:sldId id="438" r:id="rId81"/>
    <p:sldId id="439" r:id="rId82"/>
    <p:sldId id="440" r:id="rId83"/>
    <p:sldId id="441" r:id="rId84"/>
    <p:sldId id="442" r:id="rId85"/>
    <p:sldId id="443" r:id="rId86"/>
    <p:sldId id="444" r:id="rId87"/>
    <p:sldId id="445" r:id="rId88"/>
    <p:sldId id="370" r:id="rId89"/>
    <p:sldId id="446" r:id="rId90"/>
    <p:sldId id="448" r:id="rId91"/>
    <p:sldId id="450" r:id="rId92"/>
    <p:sldId id="449" r:id="rId93"/>
    <p:sldId id="451" r:id="rId94"/>
    <p:sldId id="452" r:id="rId95"/>
    <p:sldId id="453" r:id="rId96"/>
    <p:sldId id="454" r:id="rId97"/>
    <p:sldId id="455" r:id="rId98"/>
    <p:sldId id="456" r:id="rId99"/>
    <p:sldId id="457" r:id="rId100"/>
    <p:sldId id="458" r:id="rId101"/>
    <p:sldId id="459" r:id="rId102"/>
    <p:sldId id="460" r:id="rId103"/>
    <p:sldId id="461" r:id="rId104"/>
    <p:sldId id="462" r:id="rId105"/>
    <p:sldId id="463" r:id="rId106"/>
    <p:sldId id="464" r:id="rId107"/>
    <p:sldId id="465" r:id="rId108"/>
    <p:sldId id="466" r:id="rId109"/>
    <p:sldId id="467" r:id="rId110"/>
    <p:sldId id="468" r:id="rId111"/>
    <p:sldId id="469" r:id="rId112"/>
    <p:sldId id="470" r:id="rId113"/>
    <p:sldId id="471" r:id="rId114"/>
    <p:sldId id="472" r:id="rId115"/>
    <p:sldId id="473" r:id="rId116"/>
    <p:sldId id="474" r:id="rId117"/>
    <p:sldId id="475" r:id="rId118"/>
    <p:sldId id="476" r:id="rId119"/>
    <p:sldId id="477" r:id="rId120"/>
    <p:sldId id="478" r:id="rId121"/>
    <p:sldId id="479" r:id="rId122"/>
    <p:sldId id="480" r:id="rId123"/>
    <p:sldId id="371" r:id="rId124"/>
    <p:sldId id="481" r:id="rId125"/>
    <p:sldId id="482" r:id="rId126"/>
    <p:sldId id="483" r:id="rId127"/>
    <p:sldId id="484" r:id="rId128"/>
    <p:sldId id="485" r:id="rId129"/>
    <p:sldId id="486" r:id="rId130"/>
    <p:sldId id="487" r:id="rId131"/>
    <p:sldId id="488" r:id="rId132"/>
    <p:sldId id="489" r:id="rId133"/>
    <p:sldId id="490" r:id="rId134"/>
    <p:sldId id="491" r:id="rId135"/>
    <p:sldId id="493" r:id="rId136"/>
    <p:sldId id="494" r:id="rId137"/>
    <p:sldId id="495" r:id="rId138"/>
    <p:sldId id="496" r:id="rId139"/>
    <p:sldId id="497" r:id="rId140"/>
    <p:sldId id="499" r:id="rId141"/>
    <p:sldId id="501" r:id="rId142"/>
    <p:sldId id="502" r:id="rId143"/>
    <p:sldId id="503" r:id="rId144"/>
    <p:sldId id="504" r:id="rId145"/>
    <p:sldId id="505" r:id="rId146"/>
    <p:sldId id="506" r:id="rId147"/>
    <p:sldId id="508" r:id="rId148"/>
    <p:sldId id="509" r:id="rId149"/>
    <p:sldId id="510" r:id="rId150"/>
    <p:sldId id="511" r:id="rId151"/>
    <p:sldId id="512" r:id="rId152"/>
    <p:sldId id="514" r:id="rId153"/>
    <p:sldId id="515" r:id="rId154"/>
    <p:sldId id="516" r:id="rId155"/>
    <p:sldId id="517" r:id="rId156"/>
    <p:sldId id="518" r:id="rId157"/>
    <p:sldId id="519" r:id="rId158"/>
    <p:sldId id="520" r:id="rId159"/>
    <p:sldId id="521" r:id="rId160"/>
    <p:sldId id="283" r:id="rId161"/>
    <p:sldId id="337" r:id="rId162"/>
    <p:sldId id="338" r:id="rId163"/>
    <p:sldId id="340" r:id="rId164"/>
    <p:sldId id="342" r:id="rId165"/>
    <p:sldId id="343" r:id="rId166"/>
    <p:sldId id="344" r:id="rId167"/>
    <p:sldId id="345" r:id="rId168"/>
    <p:sldId id="346" r:id="rId169"/>
    <p:sldId id="347" r:id="rId170"/>
    <p:sldId id="279" r:id="rId171"/>
    <p:sldId id="349" r:id="rId172"/>
    <p:sldId id="350" r:id="rId173"/>
    <p:sldId id="351" r:id="rId174"/>
    <p:sldId id="352" r:id="rId175"/>
    <p:sldId id="353" r:id="rId176"/>
    <p:sldId id="354" r:id="rId177"/>
    <p:sldId id="355" r:id="rId178"/>
    <p:sldId id="356" r:id="rId179"/>
    <p:sldId id="365" r:id="rId180"/>
    <p:sldId id="357" r:id="rId181"/>
    <p:sldId id="358" r:id="rId182"/>
    <p:sldId id="359" r:id="rId183"/>
    <p:sldId id="360" r:id="rId184"/>
    <p:sldId id="361" r:id="rId185"/>
    <p:sldId id="362" r:id="rId186"/>
    <p:sldId id="363" r:id="rId187"/>
    <p:sldId id="364" r:id="rId188"/>
    <p:sldId id="334" r:id="rId189"/>
    <p:sldId id="335" r:id="rId1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D8339C-19C0-4616-9073-A79ADF358FDD}" v="213" dt="2026-02-18T19:36:56.3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545" autoAdjust="0"/>
  </p:normalViewPr>
  <p:slideViewPr>
    <p:cSldViewPr snapToGrid="0">
      <p:cViewPr varScale="1">
        <p:scale>
          <a:sx n="95" d="100"/>
          <a:sy n="95" d="100"/>
        </p:scale>
        <p:origin x="11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presProps" Target="pres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viewProps" Target="view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tableStyles" Target="tableStyles.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microsoft.com/office/2016/11/relationships/changesInfo" Target="changesInfos/changesInfo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microsoft.com/office/2015/10/relationships/revisionInfo" Target="revisionInfo.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k bilgen" userId="9fcb1696e65a161f" providerId="LiveId" clId="{0C3A4C9E-717D-4ADE-97E0-B0AD580B3355}"/>
    <pc:docChg chg="undo custSel addSld delSld modSld sldOrd">
      <pc:chgData name="faik bilgen" userId="9fcb1696e65a161f" providerId="LiveId" clId="{0C3A4C9E-717D-4ADE-97E0-B0AD580B3355}" dt="2026-02-18T19:36:56.371" v="7373" actId="20577"/>
      <pc:docMkLst>
        <pc:docMk/>
      </pc:docMkLst>
      <pc:sldChg chg="modSp mod">
        <pc:chgData name="faik bilgen" userId="9fcb1696e65a161f" providerId="LiveId" clId="{0C3A4C9E-717D-4ADE-97E0-B0AD580B3355}" dt="2026-02-07T13:55:39.496" v="5610" actId="27636"/>
        <pc:sldMkLst>
          <pc:docMk/>
          <pc:sldMk cId="1785283873" sldId="256"/>
        </pc:sldMkLst>
        <pc:spChg chg="mod">
          <ac:chgData name="faik bilgen" userId="9fcb1696e65a161f" providerId="LiveId" clId="{0C3A4C9E-717D-4ADE-97E0-B0AD580B3355}" dt="2026-02-07T13:55:39.496" v="5610" actId="27636"/>
          <ac:spMkLst>
            <pc:docMk/>
            <pc:sldMk cId="1785283873" sldId="256"/>
            <ac:spMk id="2" creationId="{E8C392AE-673E-92C5-303F-25E8450BD96A}"/>
          </ac:spMkLst>
        </pc:spChg>
        <pc:spChg chg="mod">
          <ac:chgData name="faik bilgen" userId="9fcb1696e65a161f" providerId="LiveId" clId="{0C3A4C9E-717D-4ADE-97E0-B0AD580B3355}" dt="2026-02-07T13:55:31.006" v="5606" actId="1076"/>
          <ac:spMkLst>
            <pc:docMk/>
            <pc:sldMk cId="1785283873" sldId="256"/>
            <ac:spMk id="3" creationId="{300EBB44-02B4-0E0C-DADA-EC740183DF9D}"/>
          </ac:spMkLst>
        </pc:spChg>
      </pc:sldChg>
      <pc:sldChg chg="modSp mod modNotesTx">
        <pc:chgData name="faik bilgen" userId="9fcb1696e65a161f" providerId="LiveId" clId="{0C3A4C9E-717D-4ADE-97E0-B0AD580B3355}" dt="2026-02-08T06:57:39.260" v="6441" actId="20577"/>
        <pc:sldMkLst>
          <pc:docMk/>
          <pc:sldMk cId="4292313360" sldId="282"/>
        </pc:sldMkLst>
        <pc:spChg chg="mod">
          <ac:chgData name="faik bilgen" userId="9fcb1696e65a161f" providerId="LiveId" clId="{0C3A4C9E-717D-4ADE-97E0-B0AD580B3355}" dt="2026-02-07T13:56:18.997" v="5615" actId="20577"/>
          <ac:spMkLst>
            <pc:docMk/>
            <pc:sldMk cId="4292313360" sldId="282"/>
            <ac:spMk id="2" creationId="{DD27CCCF-AE7A-25E7-BFFF-0DA25929D339}"/>
          </ac:spMkLst>
        </pc:spChg>
      </pc:sldChg>
      <pc:sldChg chg="modSp add mod ord">
        <pc:chgData name="faik bilgen" userId="9fcb1696e65a161f" providerId="LiveId" clId="{0C3A4C9E-717D-4ADE-97E0-B0AD580B3355}" dt="2026-01-19T08:30:41.291" v="5004" actId="20577"/>
        <pc:sldMkLst>
          <pc:docMk/>
          <pc:sldMk cId="694935753" sldId="350"/>
        </pc:sldMkLst>
        <pc:spChg chg="mod">
          <ac:chgData name="faik bilgen" userId="9fcb1696e65a161f" providerId="LiveId" clId="{0C3A4C9E-717D-4ADE-97E0-B0AD580B3355}" dt="2026-01-19T08:30:41.291" v="5004" actId="20577"/>
          <ac:spMkLst>
            <pc:docMk/>
            <pc:sldMk cId="694935753" sldId="350"/>
            <ac:spMk id="2" creationId="{E815B1F9-1A96-BEBB-3AFB-11C6D3E74BFB}"/>
          </ac:spMkLst>
        </pc:spChg>
      </pc:sldChg>
      <pc:sldChg chg="modSp add mod ord modNotesTx">
        <pc:chgData name="faik bilgen" userId="9fcb1696e65a161f" providerId="LiveId" clId="{0C3A4C9E-717D-4ADE-97E0-B0AD580B3355}" dt="2026-02-06T12:11:55.871" v="5584" actId="20577"/>
        <pc:sldMkLst>
          <pc:docMk/>
          <pc:sldMk cId="1943525955" sldId="351"/>
        </pc:sldMkLst>
        <pc:spChg chg="mod">
          <ac:chgData name="faik bilgen" userId="9fcb1696e65a161f" providerId="LiveId" clId="{0C3A4C9E-717D-4ADE-97E0-B0AD580B3355}" dt="2026-01-19T08:34:42.786" v="5021" actId="20577"/>
          <ac:spMkLst>
            <pc:docMk/>
            <pc:sldMk cId="1943525955" sldId="351"/>
            <ac:spMk id="2" creationId="{A7C72ECC-5817-3BC3-CAC7-F7DD858BF1BB}"/>
          </ac:spMkLst>
        </pc:spChg>
        <pc:spChg chg="mod">
          <ac:chgData name="faik bilgen" userId="9fcb1696e65a161f" providerId="LiveId" clId="{0C3A4C9E-717D-4ADE-97E0-B0AD580B3355}" dt="2026-02-06T12:11:55.871" v="5584" actId="20577"/>
          <ac:spMkLst>
            <pc:docMk/>
            <pc:sldMk cId="1943525955" sldId="351"/>
            <ac:spMk id="5" creationId="{2CE0DF66-6242-2523-C6BD-189FBDE76F9C}"/>
          </ac:spMkLst>
        </pc:spChg>
      </pc:sldChg>
      <pc:sldChg chg="modSp add mod modNotesTx">
        <pc:chgData name="faik bilgen" userId="9fcb1696e65a161f" providerId="LiveId" clId="{0C3A4C9E-717D-4ADE-97E0-B0AD580B3355}" dt="2026-01-19T08:42:39.567" v="5088" actId="1036"/>
        <pc:sldMkLst>
          <pc:docMk/>
          <pc:sldMk cId="31476329" sldId="352"/>
        </pc:sldMkLst>
        <pc:spChg chg="mod">
          <ac:chgData name="faik bilgen" userId="9fcb1696e65a161f" providerId="LiveId" clId="{0C3A4C9E-717D-4ADE-97E0-B0AD580B3355}" dt="2026-01-19T08:39:10.265" v="5046" actId="20577"/>
          <ac:spMkLst>
            <pc:docMk/>
            <pc:sldMk cId="31476329" sldId="352"/>
            <ac:spMk id="2" creationId="{6DD73244-415D-1E68-2BC3-7944B43AEF25}"/>
          </ac:spMkLst>
        </pc:spChg>
        <pc:spChg chg="mod">
          <ac:chgData name="faik bilgen" userId="9fcb1696e65a161f" providerId="LiveId" clId="{0C3A4C9E-717D-4ADE-97E0-B0AD580B3355}" dt="2026-01-19T08:42:39.567" v="5088" actId="1036"/>
          <ac:spMkLst>
            <pc:docMk/>
            <pc:sldMk cId="31476329" sldId="352"/>
            <ac:spMk id="5" creationId="{BDD22AB8-9347-F997-4926-1151CE27FC93}"/>
          </ac:spMkLst>
        </pc:spChg>
      </pc:sldChg>
      <pc:sldChg chg="modSp add mod">
        <pc:chgData name="faik bilgen" userId="9fcb1696e65a161f" providerId="LiveId" clId="{0C3A4C9E-717D-4ADE-97E0-B0AD580B3355}" dt="2026-01-19T08:42:32.467" v="5077" actId="1036"/>
        <pc:sldMkLst>
          <pc:docMk/>
          <pc:sldMk cId="2748666702" sldId="353"/>
        </pc:sldMkLst>
        <pc:spChg chg="mod">
          <ac:chgData name="faik bilgen" userId="9fcb1696e65a161f" providerId="LiveId" clId="{0C3A4C9E-717D-4ADE-97E0-B0AD580B3355}" dt="2026-01-19T08:40:18.737" v="5058" actId="20577"/>
          <ac:spMkLst>
            <pc:docMk/>
            <pc:sldMk cId="2748666702" sldId="353"/>
            <ac:spMk id="2" creationId="{2CFAF51A-E526-0A71-1402-88AE146C1C05}"/>
          </ac:spMkLst>
        </pc:spChg>
        <pc:spChg chg="mod">
          <ac:chgData name="faik bilgen" userId="9fcb1696e65a161f" providerId="LiveId" clId="{0C3A4C9E-717D-4ADE-97E0-B0AD580B3355}" dt="2026-01-19T08:42:32.467" v="5077" actId="1036"/>
          <ac:spMkLst>
            <pc:docMk/>
            <pc:sldMk cId="2748666702" sldId="353"/>
            <ac:spMk id="5" creationId="{3A20040C-9D0D-FBC1-5C0C-81B85D27ED0A}"/>
          </ac:spMkLst>
        </pc:spChg>
      </pc:sldChg>
      <pc:sldChg chg="modSp add mod modNotesTx">
        <pc:chgData name="faik bilgen" userId="9fcb1696e65a161f" providerId="LiveId" clId="{0C3A4C9E-717D-4ADE-97E0-B0AD580B3355}" dt="2026-01-19T08:44:20.365" v="5124" actId="20577"/>
        <pc:sldMkLst>
          <pc:docMk/>
          <pc:sldMk cId="457470317" sldId="354"/>
        </pc:sldMkLst>
        <pc:spChg chg="mod">
          <ac:chgData name="faik bilgen" userId="9fcb1696e65a161f" providerId="LiveId" clId="{0C3A4C9E-717D-4ADE-97E0-B0AD580B3355}" dt="2026-01-19T08:42:51.829" v="5109" actId="20577"/>
          <ac:spMkLst>
            <pc:docMk/>
            <pc:sldMk cId="457470317" sldId="354"/>
            <ac:spMk id="2" creationId="{B3AF5AF1-97BC-0B3E-C481-F63DF4FC92FE}"/>
          </ac:spMkLst>
        </pc:spChg>
        <pc:spChg chg="mod">
          <ac:chgData name="faik bilgen" userId="9fcb1696e65a161f" providerId="LiveId" clId="{0C3A4C9E-717D-4ADE-97E0-B0AD580B3355}" dt="2026-01-19T08:43:53.335" v="5123" actId="14100"/>
          <ac:spMkLst>
            <pc:docMk/>
            <pc:sldMk cId="457470317" sldId="354"/>
            <ac:spMk id="5" creationId="{25A57006-ADBE-F5AA-4E04-3185D74D844D}"/>
          </ac:spMkLst>
        </pc:spChg>
      </pc:sldChg>
      <pc:sldChg chg="modSp add mod">
        <pc:chgData name="faik bilgen" userId="9fcb1696e65a161f" providerId="LiveId" clId="{0C3A4C9E-717D-4ADE-97E0-B0AD580B3355}" dt="2026-01-19T08:47:04.892" v="5138"/>
        <pc:sldMkLst>
          <pc:docMk/>
          <pc:sldMk cId="4275599633" sldId="355"/>
        </pc:sldMkLst>
        <pc:spChg chg="mod">
          <ac:chgData name="faik bilgen" userId="9fcb1696e65a161f" providerId="LiveId" clId="{0C3A4C9E-717D-4ADE-97E0-B0AD580B3355}" dt="2026-01-19T08:46:33.697" v="5136" actId="20577"/>
          <ac:spMkLst>
            <pc:docMk/>
            <pc:sldMk cId="4275599633" sldId="355"/>
            <ac:spMk id="2" creationId="{A0EC7264-E972-D17B-8715-77C42B8E5E0E}"/>
          </ac:spMkLst>
        </pc:spChg>
        <pc:spChg chg="mod">
          <ac:chgData name="faik bilgen" userId="9fcb1696e65a161f" providerId="LiveId" clId="{0C3A4C9E-717D-4ADE-97E0-B0AD580B3355}" dt="2026-01-19T08:47:04.892" v="5138"/>
          <ac:spMkLst>
            <pc:docMk/>
            <pc:sldMk cId="4275599633" sldId="355"/>
            <ac:spMk id="5" creationId="{E0762854-9D1C-A13C-B22B-E8745BEB7227}"/>
          </ac:spMkLst>
        </pc:spChg>
      </pc:sldChg>
      <pc:sldChg chg="modSp add mod ord">
        <pc:chgData name="faik bilgen" userId="9fcb1696e65a161f" providerId="LiveId" clId="{0C3A4C9E-717D-4ADE-97E0-B0AD580B3355}" dt="2026-01-19T12:09:47.513" v="5202" actId="20577"/>
        <pc:sldMkLst>
          <pc:docMk/>
          <pc:sldMk cId="2433606623" sldId="356"/>
        </pc:sldMkLst>
        <pc:spChg chg="mod">
          <ac:chgData name="faik bilgen" userId="9fcb1696e65a161f" providerId="LiveId" clId="{0C3A4C9E-717D-4ADE-97E0-B0AD580B3355}" dt="2026-01-19T12:09:47.513" v="5202" actId="20577"/>
          <ac:spMkLst>
            <pc:docMk/>
            <pc:sldMk cId="2433606623" sldId="356"/>
            <ac:spMk id="3" creationId="{0BA872B3-F8E5-9FB3-0731-5C7DF1418BCA}"/>
          </ac:spMkLst>
        </pc:spChg>
      </pc:sldChg>
      <pc:sldChg chg="addSp modSp add mod ord modNotesTx">
        <pc:chgData name="faik bilgen" userId="9fcb1696e65a161f" providerId="LiveId" clId="{0C3A4C9E-717D-4ADE-97E0-B0AD580B3355}" dt="2026-01-19T12:45:36.510" v="5239" actId="552"/>
        <pc:sldMkLst>
          <pc:docMk/>
          <pc:sldMk cId="3871461859" sldId="357"/>
        </pc:sldMkLst>
        <pc:spChg chg="mod">
          <ac:chgData name="faik bilgen" userId="9fcb1696e65a161f" providerId="LiveId" clId="{0C3A4C9E-717D-4ADE-97E0-B0AD580B3355}" dt="2026-01-19T12:43:23.586" v="5206"/>
          <ac:spMkLst>
            <pc:docMk/>
            <pc:sldMk cId="3871461859" sldId="357"/>
            <ac:spMk id="2" creationId="{77A4DA1B-1F5A-1943-49B1-E0EE88B37672}"/>
          </ac:spMkLst>
        </pc:spChg>
        <pc:spChg chg="mod">
          <ac:chgData name="faik bilgen" userId="9fcb1696e65a161f" providerId="LiveId" clId="{0C3A4C9E-717D-4ADE-97E0-B0AD580B3355}" dt="2026-01-19T12:45:36.510" v="5239" actId="552"/>
          <ac:spMkLst>
            <pc:docMk/>
            <pc:sldMk cId="3871461859" sldId="357"/>
            <ac:spMk id="5" creationId="{6480673C-DBFD-EDAD-1BFF-9190037FAC9E}"/>
          </ac:spMkLst>
        </pc:spChg>
        <pc:graphicFrameChg chg="add mod modGraphic">
          <ac:chgData name="faik bilgen" userId="9fcb1696e65a161f" providerId="LiveId" clId="{0C3A4C9E-717D-4ADE-97E0-B0AD580B3355}" dt="2026-01-19T12:45:36.510" v="5239" actId="552"/>
          <ac:graphicFrameMkLst>
            <pc:docMk/>
            <pc:sldMk cId="3871461859" sldId="357"/>
            <ac:graphicFrameMk id="3" creationId="{2DC7441C-1AD8-365A-2446-85D2611DB8DE}"/>
          </ac:graphicFrameMkLst>
        </pc:graphicFrameChg>
      </pc:sldChg>
      <pc:sldChg chg="delSp modSp add mod">
        <pc:chgData name="faik bilgen" userId="9fcb1696e65a161f" providerId="LiveId" clId="{0C3A4C9E-717D-4ADE-97E0-B0AD580B3355}" dt="2026-01-19T12:49:29.815" v="5315" actId="1036"/>
        <pc:sldMkLst>
          <pc:docMk/>
          <pc:sldMk cId="376929427" sldId="358"/>
        </pc:sldMkLst>
        <pc:spChg chg="mod">
          <ac:chgData name="faik bilgen" userId="9fcb1696e65a161f" providerId="LiveId" clId="{0C3A4C9E-717D-4ADE-97E0-B0AD580B3355}" dt="2026-01-19T12:46:45.550" v="5263" actId="20577"/>
          <ac:spMkLst>
            <pc:docMk/>
            <pc:sldMk cId="376929427" sldId="358"/>
            <ac:spMk id="2" creationId="{84D7D15D-5A8B-93CA-E765-5097B2C90E8E}"/>
          </ac:spMkLst>
        </pc:spChg>
        <pc:spChg chg="mod">
          <ac:chgData name="faik bilgen" userId="9fcb1696e65a161f" providerId="LiveId" clId="{0C3A4C9E-717D-4ADE-97E0-B0AD580B3355}" dt="2026-01-19T12:49:29.815" v="5315" actId="1036"/>
          <ac:spMkLst>
            <pc:docMk/>
            <pc:sldMk cId="376929427" sldId="358"/>
            <ac:spMk id="5" creationId="{D6C67AB8-B85D-91AE-BE05-3BA13B92FC18}"/>
          </ac:spMkLst>
        </pc:spChg>
      </pc:sldChg>
      <pc:sldChg chg="modSp add mod">
        <pc:chgData name="faik bilgen" userId="9fcb1696e65a161f" providerId="LiveId" clId="{0C3A4C9E-717D-4ADE-97E0-B0AD580B3355}" dt="2026-01-19T12:49:38.990" v="5334" actId="1036"/>
        <pc:sldMkLst>
          <pc:docMk/>
          <pc:sldMk cId="2140530945" sldId="359"/>
        </pc:sldMkLst>
        <pc:spChg chg="mod">
          <ac:chgData name="faik bilgen" userId="9fcb1696e65a161f" providerId="LiveId" clId="{0C3A4C9E-717D-4ADE-97E0-B0AD580B3355}" dt="2026-01-19T12:48:11.379" v="5282" actId="20577"/>
          <ac:spMkLst>
            <pc:docMk/>
            <pc:sldMk cId="2140530945" sldId="359"/>
            <ac:spMk id="2" creationId="{8B2D8E11-E12A-C650-317C-1A33289350D7}"/>
          </ac:spMkLst>
        </pc:spChg>
        <pc:spChg chg="mod">
          <ac:chgData name="faik bilgen" userId="9fcb1696e65a161f" providerId="LiveId" clId="{0C3A4C9E-717D-4ADE-97E0-B0AD580B3355}" dt="2026-01-19T12:49:38.990" v="5334" actId="1036"/>
          <ac:spMkLst>
            <pc:docMk/>
            <pc:sldMk cId="2140530945" sldId="359"/>
            <ac:spMk id="5" creationId="{644FBEED-1F8B-AC54-B2E0-15F272B9CBDD}"/>
          </ac:spMkLst>
        </pc:spChg>
      </pc:sldChg>
      <pc:sldChg chg="modSp add mod modNotesTx">
        <pc:chgData name="faik bilgen" userId="9fcb1696e65a161f" providerId="LiveId" clId="{0C3A4C9E-717D-4ADE-97E0-B0AD580B3355}" dt="2026-01-19T13:07:52.810" v="5451"/>
        <pc:sldMkLst>
          <pc:docMk/>
          <pc:sldMk cId="2064698615" sldId="360"/>
        </pc:sldMkLst>
        <pc:spChg chg="mod">
          <ac:chgData name="faik bilgen" userId="9fcb1696e65a161f" providerId="LiveId" clId="{0C3A4C9E-717D-4ADE-97E0-B0AD580B3355}" dt="2026-01-19T12:49:02.459" v="5296" actId="20577"/>
          <ac:spMkLst>
            <pc:docMk/>
            <pc:sldMk cId="2064698615" sldId="360"/>
            <ac:spMk id="2" creationId="{83A320DC-D331-853A-8517-C0B4F91500FB}"/>
          </ac:spMkLst>
        </pc:spChg>
        <pc:spChg chg="mod">
          <ac:chgData name="faik bilgen" userId="9fcb1696e65a161f" providerId="LiveId" clId="{0C3A4C9E-717D-4ADE-97E0-B0AD580B3355}" dt="2026-01-19T12:49:47.433" v="5352" actId="1036"/>
          <ac:spMkLst>
            <pc:docMk/>
            <pc:sldMk cId="2064698615" sldId="360"/>
            <ac:spMk id="5" creationId="{968F914E-AFD7-D361-F302-2958B299BDC7}"/>
          </ac:spMkLst>
        </pc:spChg>
      </pc:sldChg>
      <pc:sldChg chg="modSp add mod">
        <pc:chgData name="faik bilgen" userId="9fcb1696e65a161f" providerId="LiveId" clId="{0C3A4C9E-717D-4ADE-97E0-B0AD580B3355}" dt="2026-01-19T12:54:44.690" v="5356" actId="20577"/>
        <pc:sldMkLst>
          <pc:docMk/>
          <pc:sldMk cId="2023419515" sldId="361"/>
        </pc:sldMkLst>
        <pc:spChg chg="mod">
          <ac:chgData name="faik bilgen" userId="9fcb1696e65a161f" providerId="LiveId" clId="{0C3A4C9E-717D-4ADE-97E0-B0AD580B3355}" dt="2026-01-19T12:54:05.843" v="5354"/>
          <ac:spMkLst>
            <pc:docMk/>
            <pc:sldMk cId="2023419515" sldId="361"/>
            <ac:spMk id="2" creationId="{CD90FB55-8AA5-2161-38B7-9A7A79101521}"/>
          </ac:spMkLst>
        </pc:spChg>
        <pc:spChg chg="mod">
          <ac:chgData name="faik bilgen" userId="9fcb1696e65a161f" providerId="LiveId" clId="{0C3A4C9E-717D-4ADE-97E0-B0AD580B3355}" dt="2026-01-19T12:54:44.690" v="5356" actId="20577"/>
          <ac:spMkLst>
            <pc:docMk/>
            <pc:sldMk cId="2023419515" sldId="361"/>
            <ac:spMk id="5" creationId="{F7DD3020-C663-016B-C5A5-9E682BEDDD01}"/>
          </ac:spMkLst>
        </pc:spChg>
      </pc:sldChg>
      <pc:sldChg chg="modSp add mod ord">
        <pc:chgData name="faik bilgen" userId="9fcb1696e65a161f" providerId="LiveId" clId="{0C3A4C9E-717D-4ADE-97E0-B0AD580B3355}" dt="2026-01-19T13:01:10.829" v="5382" actId="20577"/>
        <pc:sldMkLst>
          <pc:docMk/>
          <pc:sldMk cId="818778201" sldId="362"/>
        </pc:sldMkLst>
        <pc:spChg chg="mod">
          <ac:chgData name="faik bilgen" userId="9fcb1696e65a161f" providerId="LiveId" clId="{0C3A4C9E-717D-4ADE-97E0-B0AD580B3355}" dt="2026-01-19T13:01:10.829" v="5382" actId="20577"/>
          <ac:spMkLst>
            <pc:docMk/>
            <pc:sldMk cId="818778201" sldId="362"/>
            <ac:spMk id="3" creationId="{6013CD4F-1411-BB1E-0B04-7C6D2082A9D9}"/>
          </ac:spMkLst>
        </pc:spChg>
      </pc:sldChg>
      <pc:sldChg chg="addSp delSp modSp new mod">
        <pc:chgData name="faik bilgen" userId="9fcb1696e65a161f" providerId="LiveId" clId="{0C3A4C9E-717D-4ADE-97E0-B0AD580B3355}" dt="2026-01-19T13:26:35.913" v="5543" actId="13926"/>
        <pc:sldMkLst>
          <pc:docMk/>
          <pc:sldMk cId="4129994756" sldId="363"/>
        </pc:sldMkLst>
        <pc:spChg chg="mod">
          <ac:chgData name="faik bilgen" userId="9fcb1696e65a161f" providerId="LiveId" clId="{0C3A4C9E-717D-4ADE-97E0-B0AD580B3355}" dt="2026-01-19T13:01:40.070" v="5399" actId="20577"/>
          <ac:spMkLst>
            <pc:docMk/>
            <pc:sldMk cId="4129994756" sldId="363"/>
            <ac:spMk id="2" creationId="{058A4B89-FD2E-CDD1-7B1F-E654DF70EFF8}"/>
          </ac:spMkLst>
        </pc:spChg>
        <pc:spChg chg="add mod">
          <ac:chgData name="faik bilgen" userId="9fcb1696e65a161f" providerId="LiveId" clId="{0C3A4C9E-717D-4ADE-97E0-B0AD580B3355}" dt="2026-01-19T13:24:51.339" v="5527" actId="1035"/>
          <ac:spMkLst>
            <pc:docMk/>
            <pc:sldMk cId="4129994756" sldId="363"/>
            <ac:spMk id="7" creationId="{6DAD52E1-88E1-5EB3-D301-338D29F5A4C2}"/>
          </ac:spMkLst>
        </pc:spChg>
        <pc:spChg chg="add mod">
          <ac:chgData name="faik bilgen" userId="9fcb1696e65a161f" providerId="LiveId" clId="{0C3A4C9E-717D-4ADE-97E0-B0AD580B3355}" dt="2026-01-19T13:26:32.079" v="5542" actId="13926"/>
          <ac:spMkLst>
            <pc:docMk/>
            <pc:sldMk cId="4129994756" sldId="363"/>
            <ac:spMk id="11" creationId="{A573ECAA-75C6-F13E-F33D-557B1480C020}"/>
          </ac:spMkLst>
        </pc:spChg>
        <pc:graphicFrameChg chg="add mod modGraphic">
          <ac:chgData name="faik bilgen" userId="9fcb1696e65a161f" providerId="LiveId" clId="{0C3A4C9E-717D-4ADE-97E0-B0AD580B3355}" dt="2026-01-19T13:26:35.913" v="5543" actId="13926"/>
          <ac:graphicFrameMkLst>
            <pc:docMk/>
            <pc:sldMk cId="4129994756" sldId="363"/>
            <ac:graphicFrameMk id="6" creationId="{A711F935-912B-1B27-1FDB-EDDCE2BEBB3A}"/>
          </ac:graphicFrameMkLst>
        </pc:graphicFrameChg>
      </pc:sldChg>
      <pc:sldChg chg="addSp delSp modSp add mod">
        <pc:chgData name="faik bilgen" userId="9fcb1696e65a161f" providerId="LiveId" clId="{0C3A4C9E-717D-4ADE-97E0-B0AD580B3355}" dt="2026-01-19T13:28:37.552" v="5550" actId="14100"/>
        <pc:sldMkLst>
          <pc:docMk/>
          <pc:sldMk cId="917974161" sldId="364"/>
        </pc:sldMkLst>
        <pc:picChg chg="add mod">
          <ac:chgData name="faik bilgen" userId="9fcb1696e65a161f" providerId="LiveId" clId="{0C3A4C9E-717D-4ADE-97E0-B0AD580B3355}" dt="2026-01-19T13:28:37.552" v="5550" actId="14100"/>
          <ac:picMkLst>
            <pc:docMk/>
            <pc:sldMk cId="917974161" sldId="364"/>
            <ac:picMk id="4" creationId="{C09946B4-BAA8-FECA-A3AC-BC44DBAC18AD}"/>
          </ac:picMkLst>
        </pc:picChg>
      </pc:sldChg>
      <pc:sldChg chg="modSp add mod ord">
        <pc:chgData name="faik bilgen" userId="9fcb1696e65a161f" providerId="LiveId" clId="{0C3A4C9E-717D-4ADE-97E0-B0AD580B3355}" dt="2026-01-19T13:31:06.491" v="5582" actId="20577"/>
        <pc:sldMkLst>
          <pc:docMk/>
          <pc:sldMk cId="54816947" sldId="365"/>
        </pc:sldMkLst>
        <pc:spChg chg="mod">
          <ac:chgData name="faik bilgen" userId="9fcb1696e65a161f" providerId="LiveId" clId="{0C3A4C9E-717D-4ADE-97E0-B0AD580B3355}" dt="2026-01-19T13:31:06.491" v="5582" actId="20577"/>
          <ac:spMkLst>
            <pc:docMk/>
            <pc:sldMk cId="54816947" sldId="365"/>
            <ac:spMk id="2" creationId="{9D882827-A7DB-FE5D-80C4-42D6E49AE04D}"/>
          </ac:spMkLst>
        </pc:spChg>
      </pc:sldChg>
      <pc:sldChg chg="modSp add mod">
        <pc:chgData name="faik bilgen" userId="9fcb1696e65a161f" providerId="LiveId" clId="{0C3A4C9E-717D-4ADE-97E0-B0AD580B3355}" dt="2026-02-07T13:56:43.144" v="5625" actId="20577"/>
        <pc:sldMkLst>
          <pc:docMk/>
          <pc:sldMk cId="2060991494" sldId="366"/>
        </pc:sldMkLst>
        <pc:spChg chg="mod">
          <ac:chgData name="faik bilgen" userId="9fcb1696e65a161f" providerId="LiveId" clId="{0C3A4C9E-717D-4ADE-97E0-B0AD580B3355}" dt="2026-02-07T13:56:43.144" v="5625" actId="20577"/>
          <ac:spMkLst>
            <pc:docMk/>
            <pc:sldMk cId="2060991494" sldId="366"/>
            <ac:spMk id="2" creationId="{2284B9DB-35FB-BC1F-9BE3-AEEFC1A53A55}"/>
          </ac:spMkLst>
        </pc:spChg>
      </pc:sldChg>
      <pc:sldChg chg="modSp add mod">
        <pc:chgData name="faik bilgen" userId="9fcb1696e65a161f" providerId="LiveId" clId="{0C3A4C9E-717D-4ADE-97E0-B0AD580B3355}" dt="2026-02-07T13:56:57.302" v="5631" actId="20577"/>
        <pc:sldMkLst>
          <pc:docMk/>
          <pc:sldMk cId="890277175" sldId="367"/>
        </pc:sldMkLst>
        <pc:spChg chg="mod">
          <ac:chgData name="faik bilgen" userId="9fcb1696e65a161f" providerId="LiveId" clId="{0C3A4C9E-717D-4ADE-97E0-B0AD580B3355}" dt="2026-02-07T13:56:57.302" v="5631" actId="20577"/>
          <ac:spMkLst>
            <pc:docMk/>
            <pc:sldMk cId="890277175" sldId="367"/>
            <ac:spMk id="2" creationId="{54D22FFF-226F-6940-DBC4-0B5019F7DB60}"/>
          </ac:spMkLst>
        </pc:spChg>
      </pc:sldChg>
      <pc:sldChg chg="modSp add mod">
        <pc:chgData name="faik bilgen" userId="9fcb1696e65a161f" providerId="LiveId" clId="{0C3A4C9E-717D-4ADE-97E0-B0AD580B3355}" dt="2026-02-07T13:57:08.031" v="5639" actId="20577"/>
        <pc:sldMkLst>
          <pc:docMk/>
          <pc:sldMk cId="2978515212" sldId="368"/>
        </pc:sldMkLst>
        <pc:spChg chg="mod">
          <ac:chgData name="faik bilgen" userId="9fcb1696e65a161f" providerId="LiveId" clId="{0C3A4C9E-717D-4ADE-97E0-B0AD580B3355}" dt="2026-02-07T13:57:08.031" v="5639" actId="20577"/>
          <ac:spMkLst>
            <pc:docMk/>
            <pc:sldMk cId="2978515212" sldId="368"/>
            <ac:spMk id="2" creationId="{4EDFD795-BD72-5823-D52E-3F6F390CA2F8}"/>
          </ac:spMkLst>
        </pc:spChg>
      </pc:sldChg>
      <pc:sldChg chg="modSp add mod">
        <pc:chgData name="faik bilgen" userId="9fcb1696e65a161f" providerId="LiveId" clId="{0C3A4C9E-717D-4ADE-97E0-B0AD580B3355}" dt="2026-02-07T13:57:31.266" v="5644" actId="20577"/>
        <pc:sldMkLst>
          <pc:docMk/>
          <pc:sldMk cId="1732482201" sldId="369"/>
        </pc:sldMkLst>
        <pc:spChg chg="mod">
          <ac:chgData name="faik bilgen" userId="9fcb1696e65a161f" providerId="LiveId" clId="{0C3A4C9E-717D-4ADE-97E0-B0AD580B3355}" dt="2026-02-07T13:57:31.266" v="5644" actId="20577"/>
          <ac:spMkLst>
            <pc:docMk/>
            <pc:sldMk cId="1732482201" sldId="369"/>
            <ac:spMk id="2" creationId="{F7AC4A93-B7EE-F575-0876-C5528CDCAFF7}"/>
          </ac:spMkLst>
        </pc:spChg>
      </pc:sldChg>
      <pc:sldChg chg="modSp add mod ord">
        <pc:chgData name="faik bilgen" userId="9fcb1696e65a161f" providerId="LiveId" clId="{0C3A4C9E-717D-4ADE-97E0-B0AD580B3355}" dt="2026-02-07T15:06:15.451" v="6040"/>
        <pc:sldMkLst>
          <pc:docMk/>
          <pc:sldMk cId="2559330175" sldId="370"/>
        </pc:sldMkLst>
        <pc:spChg chg="mod">
          <ac:chgData name="faik bilgen" userId="9fcb1696e65a161f" providerId="LiveId" clId="{0C3A4C9E-717D-4ADE-97E0-B0AD580B3355}" dt="2026-02-07T13:57:47.651" v="5677" actId="20577"/>
          <ac:spMkLst>
            <pc:docMk/>
            <pc:sldMk cId="2559330175" sldId="370"/>
            <ac:spMk id="2" creationId="{C4519881-E390-935D-6752-729AB6A35CBD}"/>
          </ac:spMkLst>
        </pc:spChg>
      </pc:sldChg>
      <pc:sldChg chg="modSp add mod">
        <pc:chgData name="faik bilgen" userId="9fcb1696e65a161f" providerId="LiveId" clId="{0C3A4C9E-717D-4ADE-97E0-B0AD580B3355}" dt="2026-02-07T13:58:05.009" v="5698" actId="20577"/>
        <pc:sldMkLst>
          <pc:docMk/>
          <pc:sldMk cId="957488289" sldId="371"/>
        </pc:sldMkLst>
        <pc:spChg chg="mod">
          <ac:chgData name="faik bilgen" userId="9fcb1696e65a161f" providerId="LiveId" clId="{0C3A4C9E-717D-4ADE-97E0-B0AD580B3355}" dt="2026-02-07T13:58:05.009" v="5698" actId="20577"/>
          <ac:spMkLst>
            <pc:docMk/>
            <pc:sldMk cId="957488289" sldId="371"/>
            <ac:spMk id="2" creationId="{FB147A16-468A-3465-32F2-30A32CBAEE53}"/>
          </ac:spMkLst>
        </pc:spChg>
      </pc:sldChg>
      <pc:sldChg chg="addSp delSp modSp add mod ord modNotesTx">
        <pc:chgData name="faik bilgen" userId="9fcb1696e65a161f" providerId="LiveId" clId="{0C3A4C9E-717D-4ADE-97E0-B0AD580B3355}" dt="2026-02-08T07:05:38.191" v="6485" actId="26606"/>
        <pc:sldMkLst>
          <pc:docMk/>
          <pc:sldMk cId="3556302657" sldId="372"/>
        </pc:sldMkLst>
        <pc:spChg chg="mod">
          <ac:chgData name="faik bilgen" userId="9fcb1696e65a161f" providerId="LiveId" clId="{0C3A4C9E-717D-4ADE-97E0-B0AD580B3355}" dt="2026-02-08T07:05:38.191" v="6485" actId="26606"/>
          <ac:spMkLst>
            <pc:docMk/>
            <pc:sldMk cId="3556302657" sldId="372"/>
            <ac:spMk id="2" creationId="{2EDEA5C5-A22A-EA40-987A-A5AECB44E2B1}"/>
          </ac:spMkLst>
        </pc:spChg>
        <pc:spChg chg="add">
          <ac:chgData name="faik bilgen" userId="9fcb1696e65a161f" providerId="LiveId" clId="{0C3A4C9E-717D-4ADE-97E0-B0AD580B3355}" dt="2026-02-08T07:05:38.191" v="6485" actId="26606"/>
          <ac:spMkLst>
            <pc:docMk/>
            <pc:sldMk cId="3556302657" sldId="372"/>
            <ac:spMk id="35" creationId="{BACC6370-2D7E-4714-9D71-7542949D7D5D}"/>
          </ac:spMkLst>
        </pc:spChg>
        <pc:spChg chg="add">
          <ac:chgData name="faik bilgen" userId="9fcb1696e65a161f" providerId="LiveId" clId="{0C3A4C9E-717D-4ADE-97E0-B0AD580B3355}" dt="2026-02-08T07:05:38.191" v="6485" actId="26606"/>
          <ac:spMkLst>
            <pc:docMk/>
            <pc:sldMk cId="3556302657" sldId="372"/>
            <ac:spMk id="36" creationId="{F68B3F68-107C-434F-AA38-110D5EA91B85}"/>
          </ac:spMkLst>
        </pc:spChg>
        <pc:spChg chg="add">
          <ac:chgData name="faik bilgen" userId="9fcb1696e65a161f" providerId="LiveId" clId="{0C3A4C9E-717D-4ADE-97E0-B0AD580B3355}" dt="2026-02-08T07:05:38.191" v="6485" actId="26606"/>
          <ac:spMkLst>
            <pc:docMk/>
            <pc:sldMk cId="3556302657" sldId="372"/>
            <ac:spMk id="37" creationId="{AAD0DBB9-1A4B-4391-81D4-CB19F9AB918A}"/>
          </ac:spMkLst>
        </pc:spChg>
        <pc:spChg chg="add">
          <ac:chgData name="faik bilgen" userId="9fcb1696e65a161f" providerId="LiveId" clId="{0C3A4C9E-717D-4ADE-97E0-B0AD580B3355}" dt="2026-02-08T07:05:38.191" v="6485" actId="26606"/>
          <ac:spMkLst>
            <pc:docMk/>
            <pc:sldMk cId="3556302657" sldId="372"/>
            <ac:spMk id="38" creationId="{063BBA22-50EA-4C4D-BE05-F1CE4E63AA56}"/>
          </ac:spMkLst>
        </pc:spChg>
        <pc:graphicFrameChg chg="add">
          <ac:chgData name="faik bilgen" userId="9fcb1696e65a161f" providerId="LiveId" clId="{0C3A4C9E-717D-4ADE-97E0-B0AD580B3355}" dt="2026-02-08T07:05:38.191" v="6485" actId="26606"/>
          <ac:graphicFrameMkLst>
            <pc:docMk/>
            <pc:sldMk cId="3556302657" sldId="372"/>
            <ac:graphicFrameMk id="39" creationId="{7BFBBD4E-5D43-00AB-5ABE-B62AF857097C}"/>
          </ac:graphicFrameMkLst>
        </pc:graphicFrameChg>
      </pc:sldChg>
      <pc:sldChg chg="modSp add mod modNotesTx">
        <pc:chgData name="faik bilgen" userId="9fcb1696e65a161f" providerId="LiveId" clId="{0C3A4C9E-717D-4ADE-97E0-B0AD580B3355}" dt="2026-02-08T07:08:04.636" v="6544" actId="20577"/>
        <pc:sldMkLst>
          <pc:docMk/>
          <pc:sldMk cId="3152203124" sldId="373"/>
        </pc:sldMkLst>
        <pc:spChg chg="mod">
          <ac:chgData name="faik bilgen" userId="9fcb1696e65a161f" providerId="LiveId" clId="{0C3A4C9E-717D-4ADE-97E0-B0AD580B3355}" dt="2026-02-07T14:02:01.343" v="5732" actId="20577"/>
          <ac:spMkLst>
            <pc:docMk/>
            <pc:sldMk cId="3152203124" sldId="373"/>
            <ac:spMk id="2" creationId="{DF4DA29E-6C41-84E2-453C-E7E7F4D0B48A}"/>
          </ac:spMkLst>
        </pc:spChg>
        <pc:spChg chg="mod">
          <ac:chgData name="faik bilgen" userId="9fcb1696e65a161f" providerId="LiveId" clId="{0C3A4C9E-717D-4ADE-97E0-B0AD580B3355}" dt="2026-02-08T07:07:48.166" v="6490" actId="20577"/>
          <ac:spMkLst>
            <pc:docMk/>
            <pc:sldMk cId="3152203124" sldId="373"/>
            <ac:spMk id="5" creationId="{17ED71E0-F9ED-A7B3-4BD2-4E83591DB7B2}"/>
          </ac:spMkLst>
        </pc:spChg>
      </pc:sldChg>
      <pc:sldChg chg="modSp add mod">
        <pc:chgData name="faik bilgen" userId="9fcb1696e65a161f" providerId="LiveId" clId="{0C3A4C9E-717D-4ADE-97E0-B0AD580B3355}" dt="2026-02-07T14:02:13.120" v="5741" actId="20577"/>
        <pc:sldMkLst>
          <pc:docMk/>
          <pc:sldMk cId="3377011792" sldId="374"/>
        </pc:sldMkLst>
        <pc:spChg chg="mod">
          <ac:chgData name="faik bilgen" userId="9fcb1696e65a161f" providerId="LiveId" clId="{0C3A4C9E-717D-4ADE-97E0-B0AD580B3355}" dt="2026-02-07T14:02:13.120" v="5741" actId="20577"/>
          <ac:spMkLst>
            <pc:docMk/>
            <pc:sldMk cId="3377011792" sldId="374"/>
            <ac:spMk id="2" creationId="{494E9542-BF3F-DF78-2791-CEDBC2A37EA6}"/>
          </ac:spMkLst>
        </pc:spChg>
      </pc:sldChg>
      <pc:sldChg chg="modSp add mod">
        <pc:chgData name="faik bilgen" userId="9fcb1696e65a161f" providerId="LiveId" clId="{0C3A4C9E-717D-4ADE-97E0-B0AD580B3355}" dt="2026-02-13T19:27:04.473" v="6937" actId="113"/>
        <pc:sldMkLst>
          <pc:docMk/>
          <pc:sldMk cId="2477646489" sldId="375"/>
        </pc:sldMkLst>
        <pc:spChg chg="mod">
          <ac:chgData name="faik bilgen" userId="9fcb1696e65a161f" providerId="LiveId" clId="{0C3A4C9E-717D-4ADE-97E0-B0AD580B3355}" dt="2026-02-07T14:02:36.609" v="5749" actId="20577"/>
          <ac:spMkLst>
            <pc:docMk/>
            <pc:sldMk cId="2477646489" sldId="375"/>
            <ac:spMk id="2" creationId="{92791EDF-7A9B-3518-693A-3568EA0FD4A8}"/>
          </ac:spMkLst>
        </pc:spChg>
        <pc:spChg chg="mod">
          <ac:chgData name="faik bilgen" userId="9fcb1696e65a161f" providerId="LiveId" clId="{0C3A4C9E-717D-4ADE-97E0-B0AD580B3355}" dt="2026-02-13T19:27:04.473" v="6937" actId="113"/>
          <ac:spMkLst>
            <pc:docMk/>
            <pc:sldMk cId="2477646489" sldId="375"/>
            <ac:spMk id="5" creationId="{74A8A39B-C58C-D237-D3EA-B5F38785D384}"/>
          </ac:spMkLst>
        </pc:spChg>
      </pc:sldChg>
      <pc:sldChg chg="modSp add mod">
        <pc:chgData name="faik bilgen" userId="9fcb1696e65a161f" providerId="LiveId" clId="{0C3A4C9E-717D-4ADE-97E0-B0AD580B3355}" dt="2026-02-07T14:02:56.188" v="5759" actId="20577"/>
        <pc:sldMkLst>
          <pc:docMk/>
          <pc:sldMk cId="227594300" sldId="376"/>
        </pc:sldMkLst>
        <pc:spChg chg="mod">
          <ac:chgData name="faik bilgen" userId="9fcb1696e65a161f" providerId="LiveId" clId="{0C3A4C9E-717D-4ADE-97E0-B0AD580B3355}" dt="2026-02-07T14:02:56.188" v="5759" actId="20577"/>
          <ac:spMkLst>
            <pc:docMk/>
            <pc:sldMk cId="227594300" sldId="376"/>
            <ac:spMk id="2" creationId="{D7186322-51D8-C634-EAED-519722EBAE1A}"/>
          </ac:spMkLst>
        </pc:spChg>
      </pc:sldChg>
      <pc:sldChg chg="modSp add mod ord modNotesTx">
        <pc:chgData name="faik bilgen" userId="9fcb1696e65a161f" providerId="LiveId" clId="{0C3A4C9E-717D-4ADE-97E0-B0AD580B3355}" dt="2026-02-18T10:00:51.949" v="7229" actId="12"/>
        <pc:sldMkLst>
          <pc:docMk/>
          <pc:sldMk cId="2913000112" sldId="377"/>
        </pc:sldMkLst>
        <pc:spChg chg="mod">
          <ac:chgData name="faik bilgen" userId="9fcb1696e65a161f" providerId="LiveId" clId="{0C3A4C9E-717D-4ADE-97E0-B0AD580B3355}" dt="2026-02-07T14:03:39.647" v="5767" actId="20577"/>
          <ac:spMkLst>
            <pc:docMk/>
            <pc:sldMk cId="2913000112" sldId="377"/>
            <ac:spMk id="2" creationId="{753A609E-77A2-AC17-3CE7-4F7978F0E5F8}"/>
          </ac:spMkLst>
        </pc:spChg>
        <pc:spChg chg="mod">
          <ac:chgData name="faik bilgen" userId="9fcb1696e65a161f" providerId="LiveId" clId="{0C3A4C9E-717D-4ADE-97E0-B0AD580B3355}" dt="2026-02-18T10:00:51.949" v="7229" actId="12"/>
          <ac:spMkLst>
            <pc:docMk/>
            <pc:sldMk cId="2913000112" sldId="377"/>
            <ac:spMk id="5" creationId="{8BD11F4A-BBA0-3D8B-DCB4-B020052336C4}"/>
          </ac:spMkLst>
        </pc:spChg>
      </pc:sldChg>
      <pc:sldChg chg="delSp modSp add mod">
        <pc:chgData name="faik bilgen" userId="9fcb1696e65a161f" providerId="LiveId" clId="{0C3A4C9E-717D-4ADE-97E0-B0AD580B3355}" dt="2026-02-18T19:24:12.428" v="7272" actId="478"/>
        <pc:sldMkLst>
          <pc:docMk/>
          <pc:sldMk cId="2600896361" sldId="378"/>
        </pc:sldMkLst>
        <pc:spChg chg="mod">
          <ac:chgData name="faik bilgen" userId="9fcb1696e65a161f" providerId="LiveId" clId="{0C3A4C9E-717D-4ADE-97E0-B0AD580B3355}" dt="2026-02-07T14:04:03.934" v="5769"/>
          <ac:spMkLst>
            <pc:docMk/>
            <pc:sldMk cId="2600896361" sldId="378"/>
            <ac:spMk id="2" creationId="{A4CE85DA-99C9-5A70-9812-9BF77DEDAF7F}"/>
          </ac:spMkLst>
        </pc:spChg>
        <pc:spChg chg="del">
          <ac:chgData name="faik bilgen" userId="9fcb1696e65a161f" providerId="LiveId" clId="{0C3A4C9E-717D-4ADE-97E0-B0AD580B3355}" dt="2026-02-18T19:24:12.428" v="7272" actId="478"/>
          <ac:spMkLst>
            <pc:docMk/>
            <pc:sldMk cId="2600896361" sldId="378"/>
            <ac:spMk id="5" creationId="{C5EEF908-ED6D-26C6-B6B9-0C71DFB0F548}"/>
          </ac:spMkLst>
        </pc:spChg>
      </pc:sldChg>
      <pc:sldChg chg="modSp add mod ord modNotesTx">
        <pc:chgData name="faik bilgen" userId="9fcb1696e65a161f" providerId="LiveId" clId="{0C3A4C9E-717D-4ADE-97E0-B0AD580B3355}" dt="2026-02-18T19:36:56.371" v="7373" actId="20577"/>
        <pc:sldMkLst>
          <pc:docMk/>
          <pc:sldMk cId="2626134764" sldId="379"/>
        </pc:sldMkLst>
        <pc:spChg chg="mod">
          <ac:chgData name="faik bilgen" userId="9fcb1696e65a161f" providerId="LiveId" clId="{0C3A4C9E-717D-4ADE-97E0-B0AD580B3355}" dt="2026-02-07T14:04:48.256" v="5777" actId="20577"/>
          <ac:spMkLst>
            <pc:docMk/>
            <pc:sldMk cId="2626134764" sldId="379"/>
            <ac:spMk id="3" creationId="{9F74E0BB-ABB5-76A7-F5BC-D78284D4C597}"/>
          </ac:spMkLst>
        </pc:spChg>
      </pc:sldChg>
      <pc:sldChg chg="modSp add del mod ord">
        <pc:chgData name="faik bilgen" userId="9fcb1696e65a161f" providerId="LiveId" clId="{0C3A4C9E-717D-4ADE-97E0-B0AD580B3355}" dt="2026-02-18T19:34:41.936" v="7298" actId="47"/>
        <pc:sldMkLst>
          <pc:docMk/>
          <pc:sldMk cId="1185860052" sldId="380"/>
        </pc:sldMkLst>
      </pc:sldChg>
      <pc:sldChg chg="modSp add">
        <pc:chgData name="faik bilgen" userId="9fcb1696e65a161f" providerId="LiveId" clId="{0C3A4C9E-717D-4ADE-97E0-B0AD580B3355}" dt="2026-02-07T14:05:41.298" v="5787"/>
        <pc:sldMkLst>
          <pc:docMk/>
          <pc:sldMk cId="433499947" sldId="381"/>
        </pc:sldMkLst>
        <pc:spChg chg="mod">
          <ac:chgData name="faik bilgen" userId="9fcb1696e65a161f" providerId="LiveId" clId="{0C3A4C9E-717D-4ADE-97E0-B0AD580B3355}" dt="2026-02-07T14:05:41.298" v="5787"/>
          <ac:spMkLst>
            <pc:docMk/>
            <pc:sldMk cId="433499947" sldId="381"/>
            <ac:spMk id="2" creationId="{AE52C503-43D5-A3C4-B57C-86BC908D5A04}"/>
          </ac:spMkLst>
        </pc:spChg>
      </pc:sldChg>
      <pc:sldChg chg="modSp add ord">
        <pc:chgData name="faik bilgen" userId="9fcb1696e65a161f" providerId="LiveId" clId="{0C3A4C9E-717D-4ADE-97E0-B0AD580B3355}" dt="2026-02-07T14:06:00.521" v="5791"/>
        <pc:sldMkLst>
          <pc:docMk/>
          <pc:sldMk cId="14264709" sldId="382"/>
        </pc:sldMkLst>
        <pc:spChg chg="mod">
          <ac:chgData name="faik bilgen" userId="9fcb1696e65a161f" providerId="LiveId" clId="{0C3A4C9E-717D-4ADE-97E0-B0AD580B3355}" dt="2026-02-07T14:06:00.521" v="5791"/>
          <ac:spMkLst>
            <pc:docMk/>
            <pc:sldMk cId="14264709" sldId="382"/>
            <ac:spMk id="3" creationId="{AFA7B06F-6424-2C18-3B33-3360ED4A2DDD}"/>
          </ac:spMkLst>
        </pc:spChg>
      </pc:sldChg>
      <pc:sldChg chg="modSp add mod ord">
        <pc:chgData name="faik bilgen" userId="9fcb1696e65a161f" providerId="LiveId" clId="{0C3A4C9E-717D-4ADE-97E0-B0AD580B3355}" dt="2026-02-07T14:06:54.890" v="5803" actId="20577"/>
        <pc:sldMkLst>
          <pc:docMk/>
          <pc:sldMk cId="291539590" sldId="383"/>
        </pc:sldMkLst>
        <pc:spChg chg="mod">
          <ac:chgData name="faik bilgen" userId="9fcb1696e65a161f" providerId="LiveId" clId="{0C3A4C9E-717D-4ADE-97E0-B0AD580B3355}" dt="2026-02-07T14:06:54.890" v="5803" actId="20577"/>
          <ac:spMkLst>
            <pc:docMk/>
            <pc:sldMk cId="291539590" sldId="383"/>
            <ac:spMk id="2" creationId="{0034B7BC-1135-4AEA-F562-70ABA73F7787}"/>
          </ac:spMkLst>
        </pc:spChg>
      </pc:sldChg>
      <pc:sldChg chg="modSp add ord replId">
        <pc:chgData name="faik bilgen" userId="9fcb1696e65a161f" providerId="LiveId" clId="{0C3A4C9E-717D-4ADE-97E0-B0AD580B3355}" dt="2026-02-07T14:07:28.218" v="5813"/>
        <pc:sldMkLst>
          <pc:docMk/>
          <pc:sldMk cId="1645165157" sldId="384"/>
        </pc:sldMkLst>
        <pc:spChg chg="mod">
          <ac:chgData name="faik bilgen" userId="9fcb1696e65a161f" providerId="LiveId" clId="{0C3A4C9E-717D-4ADE-97E0-B0AD580B3355}" dt="2026-02-07T14:07:28.218" v="5813"/>
          <ac:spMkLst>
            <pc:docMk/>
            <pc:sldMk cId="1645165157" sldId="384"/>
            <ac:spMk id="3" creationId="{81AA4D84-A321-B1D0-A57A-68597C98A772}"/>
          </ac:spMkLst>
        </pc:spChg>
      </pc:sldChg>
      <pc:sldChg chg="modSp add mod">
        <pc:chgData name="faik bilgen" userId="9fcb1696e65a161f" providerId="LiveId" clId="{0C3A4C9E-717D-4ADE-97E0-B0AD580B3355}" dt="2026-02-07T14:07:21.293" v="5812" actId="20577"/>
        <pc:sldMkLst>
          <pc:docMk/>
          <pc:sldMk cId="3296646581" sldId="385"/>
        </pc:sldMkLst>
        <pc:spChg chg="mod">
          <ac:chgData name="faik bilgen" userId="9fcb1696e65a161f" providerId="LiveId" clId="{0C3A4C9E-717D-4ADE-97E0-B0AD580B3355}" dt="2026-02-07T14:07:21.293" v="5812" actId="20577"/>
          <ac:spMkLst>
            <pc:docMk/>
            <pc:sldMk cId="3296646581" sldId="385"/>
            <ac:spMk id="2" creationId="{37FE546D-06D1-9B8E-85C0-F2ED31B4AE46}"/>
          </ac:spMkLst>
        </pc:spChg>
      </pc:sldChg>
      <pc:sldChg chg="modSp add mod">
        <pc:chgData name="faik bilgen" userId="9fcb1696e65a161f" providerId="LiveId" clId="{0C3A4C9E-717D-4ADE-97E0-B0AD580B3355}" dt="2026-02-07T14:08:02.885" v="5819" actId="20577"/>
        <pc:sldMkLst>
          <pc:docMk/>
          <pc:sldMk cId="1258518002" sldId="386"/>
        </pc:sldMkLst>
        <pc:spChg chg="mod">
          <ac:chgData name="faik bilgen" userId="9fcb1696e65a161f" providerId="LiveId" clId="{0C3A4C9E-717D-4ADE-97E0-B0AD580B3355}" dt="2026-02-07T14:08:02.885" v="5819" actId="20577"/>
          <ac:spMkLst>
            <pc:docMk/>
            <pc:sldMk cId="1258518002" sldId="386"/>
            <ac:spMk id="2" creationId="{8C232FD4-44FB-394C-5FD0-8B6110C2B042}"/>
          </ac:spMkLst>
        </pc:spChg>
      </pc:sldChg>
      <pc:sldChg chg="modSp add replId">
        <pc:chgData name="faik bilgen" userId="9fcb1696e65a161f" providerId="LiveId" clId="{0C3A4C9E-717D-4ADE-97E0-B0AD580B3355}" dt="2026-02-07T14:08:10.633" v="5820"/>
        <pc:sldMkLst>
          <pc:docMk/>
          <pc:sldMk cId="2310541325" sldId="387"/>
        </pc:sldMkLst>
        <pc:spChg chg="mod">
          <ac:chgData name="faik bilgen" userId="9fcb1696e65a161f" providerId="LiveId" clId="{0C3A4C9E-717D-4ADE-97E0-B0AD580B3355}" dt="2026-02-07T14:08:10.633" v="5820"/>
          <ac:spMkLst>
            <pc:docMk/>
            <pc:sldMk cId="2310541325" sldId="387"/>
            <ac:spMk id="3" creationId="{47567803-A696-6330-6C00-F1BBE3E273B1}"/>
          </ac:spMkLst>
        </pc:spChg>
      </pc:sldChg>
      <pc:sldChg chg="modSp add ord">
        <pc:chgData name="faik bilgen" userId="9fcb1696e65a161f" providerId="LiveId" clId="{0C3A4C9E-717D-4ADE-97E0-B0AD580B3355}" dt="2026-02-07T14:08:33.694" v="5825"/>
        <pc:sldMkLst>
          <pc:docMk/>
          <pc:sldMk cId="2836106211" sldId="388"/>
        </pc:sldMkLst>
        <pc:spChg chg="mod">
          <ac:chgData name="faik bilgen" userId="9fcb1696e65a161f" providerId="LiveId" clId="{0C3A4C9E-717D-4ADE-97E0-B0AD580B3355}" dt="2026-02-07T14:08:33.694" v="5825"/>
          <ac:spMkLst>
            <pc:docMk/>
            <pc:sldMk cId="2836106211" sldId="388"/>
            <ac:spMk id="2" creationId="{9989485B-6636-3B6F-6D94-D9741AF63A5E}"/>
          </ac:spMkLst>
        </pc:spChg>
      </pc:sldChg>
      <pc:sldChg chg="modSp add mod">
        <pc:chgData name="faik bilgen" userId="9fcb1696e65a161f" providerId="LiveId" clId="{0C3A4C9E-717D-4ADE-97E0-B0AD580B3355}" dt="2026-02-07T14:08:46.811" v="5828" actId="20577"/>
        <pc:sldMkLst>
          <pc:docMk/>
          <pc:sldMk cId="3312883723" sldId="389"/>
        </pc:sldMkLst>
        <pc:spChg chg="mod">
          <ac:chgData name="faik bilgen" userId="9fcb1696e65a161f" providerId="LiveId" clId="{0C3A4C9E-717D-4ADE-97E0-B0AD580B3355}" dt="2026-02-07T14:08:46.811" v="5828" actId="20577"/>
          <ac:spMkLst>
            <pc:docMk/>
            <pc:sldMk cId="3312883723" sldId="389"/>
            <ac:spMk id="2" creationId="{B500B617-3234-04E1-CE42-41A78ADEED70}"/>
          </ac:spMkLst>
        </pc:spChg>
      </pc:sldChg>
      <pc:sldChg chg="modSp add mod ord">
        <pc:chgData name="faik bilgen" userId="9fcb1696e65a161f" providerId="LiveId" clId="{0C3A4C9E-717D-4ADE-97E0-B0AD580B3355}" dt="2026-02-07T14:38:57.018" v="5836" actId="20577"/>
        <pc:sldMkLst>
          <pc:docMk/>
          <pc:sldMk cId="3338453977" sldId="390"/>
        </pc:sldMkLst>
        <pc:spChg chg="mod">
          <ac:chgData name="faik bilgen" userId="9fcb1696e65a161f" providerId="LiveId" clId="{0C3A4C9E-717D-4ADE-97E0-B0AD580B3355}" dt="2026-02-07T14:38:57.018" v="5836" actId="20577"/>
          <ac:spMkLst>
            <pc:docMk/>
            <pc:sldMk cId="3338453977" sldId="390"/>
            <ac:spMk id="2" creationId="{40977644-EA40-14A4-7AE4-74E6E8622051}"/>
          </ac:spMkLst>
        </pc:spChg>
      </pc:sldChg>
      <pc:sldChg chg="modSp add">
        <pc:chgData name="faik bilgen" userId="9fcb1696e65a161f" providerId="LiveId" clId="{0C3A4C9E-717D-4ADE-97E0-B0AD580B3355}" dt="2026-02-07T14:39:35.362" v="5845"/>
        <pc:sldMkLst>
          <pc:docMk/>
          <pc:sldMk cId="3091159030" sldId="391"/>
        </pc:sldMkLst>
        <pc:spChg chg="mod">
          <ac:chgData name="faik bilgen" userId="9fcb1696e65a161f" providerId="LiveId" clId="{0C3A4C9E-717D-4ADE-97E0-B0AD580B3355}" dt="2026-02-07T14:39:35.362" v="5845"/>
          <ac:spMkLst>
            <pc:docMk/>
            <pc:sldMk cId="3091159030" sldId="391"/>
            <ac:spMk id="2" creationId="{2BA95A50-665C-ED7F-625B-6F0E9F74AE0D}"/>
          </ac:spMkLst>
        </pc:spChg>
      </pc:sldChg>
      <pc:sldChg chg="modSp add mod ord">
        <pc:chgData name="faik bilgen" userId="9fcb1696e65a161f" providerId="LiveId" clId="{0C3A4C9E-717D-4ADE-97E0-B0AD580B3355}" dt="2026-02-07T14:39:42.867" v="5847"/>
        <pc:sldMkLst>
          <pc:docMk/>
          <pc:sldMk cId="79679091" sldId="392"/>
        </pc:sldMkLst>
        <pc:spChg chg="mod">
          <ac:chgData name="faik bilgen" userId="9fcb1696e65a161f" providerId="LiveId" clId="{0C3A4C9E-717D-4ADE-97E0-B0AD580B3355}" dt="2026-02-07T14:39:42.867" v="5847"/>
          <ac:spMkLst>
            <pc:docMk/>
            <pc:sldMk cId="79679091" sldId="392"/>
            <ac:spMk id="3" creationId="{699D7540-568D-7944-741E-1FCBE3D52F4E}"/>
          </ac:spMkLst>
        </pc:spChg>
      </pc:sldChg>
      <pc:sldChg chg="modSp add mod ord">
        <pc:chgData name="faik bilgen" userId="9fcb1696e65a161f" providerId="LiveId" clId="{0C3A4C9E-717D-4ADE-97E0-B0AD580B3355}" dt="2026-02-07T14:40:11.896" v="5866" actId="20577"/>
        <pc:sldMkLst>
          <pc:docMk/>
          <pc:sldMk cId="2622961933" sldId="393"/>
        </pc:sldMkLst>
        <pc:spChg chg="mod">
          <ac:chgData name="faik bilgen" userId="9fcb1696e65a161f" providerId="LiveId" clId="{0C3A4C9E-717D-4ADE-97E0-B0AD580B3355}" dt="2026-02-07T14:40:11.896" v="5866" actId="20577"/>
          <ac:spMkLst>
            <pc:docMk/>
            <pc:sldMk cId="2622961933" sldId="393"/>
            <ac:spMk id="2" creationId="{7772E21A-2B95-D8B7-B4CC-74D5ED98EE6D}"/>
          </ac:spMkLst>
        </pc:spChg>
      </pc:sldChg>
      <pc:sldChg chg="modSp add ord">
        <pc:chgData name="faik bilgen" userId="9fcb1696e65a161f" providerId="LiveId" clId="{0C3A4C9E-717D-4ADE-97E0-B0AD580B3355}" dt="2026-02-07T14:41:09.372" v="5878"/>
        <pc:sldMkLst>
          <pc:docMk/>
          <pc:sldMk cId="1427002696" sldId="394"/>
        </pc:sldMkLst>
        <pc:spChg chg="mod">
          <ac:chgData name="faik bilgen" userId="9fcb1696e65a161f" providerId="LiveId" clId="{0C3A4C9E-717D-4ADE-97E0-B0AD580B3355}" dt="2026-02-07T14:41:09.372" v="5878"/>
          <ac:spMkLst>
            <pc:docMk/>
            <pc:sldMk cId="1427002696" sldId="394"/>
            <ac:spMk id="3" creationId="{50D5E66B-47A2-4DDE-B477-3AAEA3A78AF2}"/>
          </ac:spMkLst>
        </pc:spChg>
      </pc:sldChg>
      <pc:sldChg chg="modSp add mod">
        <pc:chgData name="faik bilgen" userId="9fcb1696e65a161f" providerId="LiveId" clId="{0C3A4C9E-717D-4ADE-97E0-B0AD580B3355}" dt="2026-02-07T14:40:53.370" v="5877" actId="20577"/>
        <pc:sldMkLst>
          <pc:docMk/>
          <pc:sldMk cId="2489478691" sldId="395"/>
        </pc:sldMkLst>
        <pc:spChg chg="mod">
          <ac:chgData name="faik bilgen" userId="9fcb1696e65a161f" providerId="LiveId" clId="{0C3A4C9E-717D-4ADE-97E0-B0AD580B3355}" dt="2026-02-07T14:40:53.370" v="5877" actId="20577"/>
          <ac:spMkLst>
            <pc:docMk/>
            <pc:sldMk cId="2489478691" sldId="395"/>
            <ac:spMk id="2" creationId="{9375A0E0-91FF-3AB6-9481-E4F0DC933A87}"/>
          </ac:spMkLst>
        </pc:spChg>
      </pc:sldChg>
      <pc:sldChg chg="modSp add mod">
        <pc:chgData name="faik bilgen" userId="9fcb1696e65a161f" providerId="LiveId" clId="{0C3A4C9E-717D-4ADE-97E0-B0AD580B3355}" dt="2026-02-07T14:41:31.427" v="5884" actId="20577"/>
        <pc:sldMkLst>
          <pc:docMk/>
          <pc:sldMk cId="2779461583" sldId="396"/>
        </pc:sldMkLst>
        <pc:spChg chg="mod">
          <ac:chgData name="faik bilgen" userId="9fcb1696e65a161f" providerId="LiveId" clId="{0C3A4C9E-717D-4ADE-97E0-B0AD580B3355}" dt="2026-02-07T14:41:31.427" v="5884" actId="20577"/>
          <ac:spMkLst>
            <pc:docMk/>
            <pc:sldMk cId="2779461583" sldId="396"/>
            <ac:spMk id="2" creationId="{4221A896-36E9-7322-A3EA-73D9A7A12EC1}"/>
          </ac:spMkLst>
        </pc:spChg>
      </pc:sldChg>
      <pc:sldChg chg="modSp add replId">
        <pc:chgData name="faik bilgen" userId="9fcb1696e65a161f" providerId="LiveId" clId="{0C3A4C9E-717D-4ADE-97E0-B0AD580B3355}" dt="2026-02-07T14:41:37.551" v="5885"/>
        <pc:sldMkLst>
          <pc:docMk/>
          <pc:sldMk cId="3464960442" sldId="397"/>
        </pc:sldMkLst>
        <pc:spChg chg="mod">
          <ac:chgData name="faik bilgen" userId="9fcb1696e65a161f" providerId="LiveId" clId="{0C3A4C9E-717D-4ADE-97E0-B0AD580B3355}" dt="2026-02-07T14:41:37.551" v="5885"/>
          <ac:spMkLst>
            <pc:docMk/>
            <pc:sldMk cId="3464960442" sldId="397"/>
            <ac:spMk id="3" creationId="{BBE3BEC5-1B29-3355-4056-CAE67DE1CA43}"/>
          </ac:spMkLst>
        </pc:spChg>
      </pc:sldChg>
      <pc:sldChg chg="modSp add mod">
        <pc:chgData name="faik bilgen" userId="9fcb1696e65a161f" providerId="LiveId" clId="{0C3A4C9E-717D-4ADE-97E0-B0AD580B3355}" dt="2026-02-07T14:42:26.557" v="5889" actId="14100"/>
        <pc:sldMkLst>
          <pc:docMk/>
          <pc:sldMk cId="2134544836" sldId="398"/>
        </pc:sldMkLst>
        <pc:spChg chg="mod">
          <ac:chgData name="faik bilgen" userId="9fcb1696e65a161f" providerId="LiveId" clId="{0C3A4C9E-717D-4ADE-97E0-B0AD580B3355}" dt="2026-02-07T14:42:26.557" v="5889" actId="14100"/>
          <ac:spMkLst>
            <pc:docMk/>
            <pc:sldMk cId="2134544836" sldId="398"/>
            <ac:spMk id="2" creationId="{5D150D8E-D58A-847A-AEF2-86C826727508}"/>
          </ac:spMkLst>
        </pc:spChg>
      </pc:sldChg>
      <pc:sldChg chg="modSp add replId">
        <pc:chgData name="faik bilgen" userId="9fcb1696e65a161f" providerId="LiveId" clId="{0C3A4C9E-717D-4ADE-97E0-B0AD580B3355}" dt="2026-02-07T14:42:30.747" v="5890"/>
        <pc:sldMkLst>
          <pc:docMk/>
          <pc:sldMk cId="674396242" sldId="399"/>
        </pc:sldMkLst>
        <pc:spChg chg="mod">
          <ac:chgData name="faik bilgen" userId="9fcb1696e65a161f" providerId="LiveId" clId="{0C3A4C9E-717D-4ADE-97E0-B0AD580B3355}" dt="2026-02-07T14:42:30.747" v="5890"/>
          <ac:spMkLst>
            <pc:docMk/>
            <pc:sldMk cId="674396242" sldId="399"/>
            <ac:spMk id="3" creationId="{CD28AE2A-9FFE-A810-AED4-F8358440431D}"/>
          </ac:spMkLst>
        </pc:spChg>
      </pc:sldChg>
      <pc:sldChg chg="modSp add">
        <pc:chgData name="faik bilgen" userId="9fcb1696e65a161f" providerId="LiveId" clId="{0C3A4C9E-717D-4ADE-97E0-B0AD580B3355}" dt="2026-02-07T14:43:38.650" v="5892"/>
        <pc:sldMkLst>
          <pc:docMk/>
          <pc:sldMk cId="1505097194" sldId="400"/>
        </pc:sldMkLst>
        <pc:spChg chg="mod">
          <ac:chgData name="faik bilgen" userId="9fcb1696e65a161f" providerId="LiveId" clId="{0C3A4C9E-717D-4ADE-97E0-B0AD580B3355}" dt="2026-02-07T14:43:38.650" v="5892"/>
          <ac:spMkLst>
            <pc:docMk/>
            <pc:sldMk cId="1505097194" sldId="400"/>
            <ac:spMk id="2" creationId="{E4C65419-31B7-1AD0-D2DA-545147A1466C}"/>
          </ac:spMkLst>
        </pc:spChg>
      </pc:sldChg>
      <pc:sldChg chg="modSp add replId">
        <pc:chgData name="faik bilgen" userId="9fcb1696e65a161f" providerId="LiveId" clId="{0C3A4C9E-717D-4ADE-97E0-B0AD580B3355}" dt="2026-02-07T14:43:42.970" v="5893"/>
        <pc:sldMkLst>
          <pc:docMk/>
          <pc:sldMk cId="2826801097" sldId="401"/>
        </pc:sldMkLst>
        <pc:spChg chg="mod">
          <ac:chgData name="faik bilgen" userId="9fcb1696e65a161f" providerId="LiveId" clId="{0C3A4C9E-717D-4ADE-97E0-B0AD580B3355}" dt="2026-02-07T14:43:42.970" v="5893"/>
          <ac:spMkLst>
            <pc:docMk/>
            <pc:sldMk cId="2826801097" sldId="401"/>
            <ac:spMk id="3" creationId="{1D2ADBD0-A9D7-224B-A280-D96FBC197F1A}"/>
          </ac:spMkLst>
        </pc:spChg>
      </pc:sldChg>
      <pc:sldChg chg="modSp add">
        <pc:chgData name="faik bilgen" userId="9fcb1696e65a161f" providerId="LiveId" clId="{0C3A4C9E-717D-4ADE-97E0-B0AD580B3355}" dt="2026-02-07T14:44:26.034" v="5895"/>
        <pc:sldMkLst>
          <pc:docMk/>
          <pc:sldMk cId="1442593165" sldId="402"/>
        </pc:sldMkLst>
        <pc:spChg chg="mod">
          <ac:chgData name="faik bilgen" userId="9fcb1696e65a161f" providerId="LiveId" clId="{0C3A4C9E-717D-4ADE-97E0-B0AD580B3355}" dt="2026-02-07T14:44:26.034" v="5895"/>
          <ac:spMkLst>
            <pc:docMk/>
            <pc:sldMk cId="1442593165" sldId="402"/>
            <ac:spMk id="2" creationId="{4E808514-E609-73D3-FB02-E99971D9AE1C}"/>
          </ac:spMkLst>
        </pc:spChg>
      </pc:sldChg>
      <pc:sldChg chg="modSp add replId">
        <pc:chgData name="faik bilgen" userId="9fcb1696e65a161f" providerId="LiveId" clId="{0C3A4C9E-717D-4ADE-97E0-B0AD580B3355}" dt="2026-02-07T14:44:30.826" v="5896"/>
        <pc:sldMkLst>
          <pc:docMk/>
          <pc:sldMk cId="2547961955" sldId="403"/>
        </pc:sldMkLst>
        <pc:spChg chg="mod">
          <ac:chgData name="faik bilgen" userId="9fcb1696e65a161f" providerId="LiveId" clId="{0C3A4C9E-717D-4ADE-97E0-B0AD580B3355}" dt="2026-02-07T14:44:30.826" v="5896"/>
          <ac:spMkLst>
            <pc:docMk/>
            <pc:sldMk cId="2547961955" sldId="403"/>
            <ac:spMk id="3" creationId="{482A7EFB-A543-D996-497C-2803CC4CEA58}"/>
          </ac:spMkLst>
        </pc:spChg>
      </pc:sldChg>
      <pc:sldChg chg="modSp add mod">
        <pc:chgData name="faik bilgen" userId="9fcb1696e65a161f" providerId="LiveId" clId="{0C3A4C9E-717D-4ADE-97E0-B0AD580B3355}" dt="2026-02-07T14:45:35.591" v="5906" actId="122"/>
        <pc:sldMkLst>
          <pc:docMk/>
          <pc:sldMk cId="2109846637" sldId="404"/>
        </pc:sldMkLst>
        <pc:spChg chg="mod">
          <ac:chgData name="faik bilgen" userId="9fcb1696e65a161f" providerId="LiveId" clId="{0C3A4C9E-717D-4ADE-97E0-B0AD580B3355}" dt="2026-02-07T14:45:35.591" v="5906" actId="122"/>
          <ac:spMkLst>
            <pc:docMk/>
            <pc:sldMk cId="2109846637" sldId="404"/>
            <ac:spMk id="2" creationId="{BDD48118-9B5B-3185-1578-31A46ABAEFFC}"/>
          </ac:spMkLst>
        </pc:spChg>
      </pc:sldChg>
      <pc:sldChg chg="modSp add replId">
        <pc:chgData name="faik bilgen" userId="9fcb1696e65a161f" providerId="LiveId" clId="{0C3A4C9E-717D-4ADE-97E0-B0AD580B3355}" dt="2026-02-07T14:45:43.518" v="5907"/>
        <pc:sldMkLst>
          <pc:docMk/>
          <pc:sldMk cId="3963478151" sldId="405"/>
        </pc:sldMkLst>
        <pc:spChg chg="mod">
          <ac:chgData name="faik bilgen" userId="9fcb1696e65a161f" providerId="LiveId" clId="{0C3A4C9E-717D-4ADE-97E0-B0AD580B3355}" dt="2026-02-07T14:45:43.518" v="5907"/>
          <ac:spMkLst>
            <pc:docMk/>
            <pc:sldMk cId="3963478151" sldId="405"/>
            <ac:spMk id="3" creationId="{06CB4B0E-E627-EF6E-D10C-453B9716681C}"/>
          </ac:spMkLst>
        </pc:spChg>
      </pc:sldChg>
      <pc:sldChg chg="modSp add mod">
        <pc:chgData name="faik bilgen" userId="9fcb1696e65a161f" providerId="LiveId" clId="{0C3A4C9E-717D-4ADE-97E0-B0AD580B3355}" dt="2026-02-07T14:51:54.874" v="5929" actId="20577"/>
        <pc:sldMkLst>
          <pc:docMk/>
          <pc:sldMk cId="1547945250" sldId="406"/>
        </pc:sldMkLst>
        <pc:spChg chg="mod">
          <ac:chgData name="faik bilgen" userId="9fcb1696e65a161f" providerId="LiveId" clId="{0C3A4C9E-717D-4ADE-97E0-B0AD580B3355}" dt="2026-02-07T14:51:54.874" v="5929" actId="20577"/>
          <ac:spMkLst>
            <pc:docMk/>
            <pc:sldMk cId="1547945250" sldId="406"/>
            <ac:spMk id="2" creationId="{A5FA75BA-0DF5-E0D5-B0DB-7A65748D1880}"/>
          </ac:spMkLst>
        </pc:spChg>
      </pc:sldChg>
      <pc:sldChg chg="modSp add replId">
        <pc:chgData name="faik bilgen" userId="9fcb1696e65a161f" providerId="LiveId" clId="{0C3A4C9E-717D-4ADE-97E0-B0AD580B3355}" dt="2026-02-07T14:52:07.954" v="5930"/>
        <pc:sldMkLst>
          <pc:docMk/>
          <pc:sldMk cId="2589672844" sldId="407"/>
        </pc:sldMkLst>
        <pc:spChg chg="mod">
          <ac:chgData name="faik bilgen" userId="9fcb1696e65a161f" providerId="LiveId" clId="{0C3A4C9E-717D-4ADE-97E0-B0AD580B3355}" dt="2026-02-07T14:52:07.954" v="5930"/>
          <ac:spMkLst>
            <pc:docMk/>
            <pc:sldMk cId="2589672844" sldId="407"/>
            <ac:spMk id="3" creationId="{40B8A760-0A33-C1DB-5C12-331B0E6A55C0}"/>
          </ac:spMkLst>
        </pc:spChg>
      </pc:sldChg>
      <pc:sldChg chg="modSp add mod">
        <pc:chgData name="faik bilgen" userId="9fcb1696e65a161f" providerId="LiveId" clId="{0C3A4C9E-717D-4ADE-97E0-B0AD580B3355}" dt="2026-02-07T14:52:27.191" v="5936" actId="20577"/>
        <pc:sldMkLst>
          <pc:docMk/>
          <pc:sldMk cId="3108404445" sldId="408"/>
        </pc:sldMkLst>
        <pc:spChg chg="mod">
          <ac:chgData name="faik bilgen" userId="9fcb1696e65a161f" providerId="LiveId" clId="{0C3A4C9E-717D-4ADE-97E0-B0AD580B3355}" dt="2026-02-07T14:52:27.191" v="5936" actId="20577"/>
          <ac:spMkLst>
            <pc:docMk/>
            <pc:sldMk cId="3108404445" sldId="408"/>
            <ac:spMk id="2" creationId="{C4BE985B-07E8-8214-C5EB-68B3B626682B}"/>
          </ac:spMkLst>
        </pc:spChg>
      </pc:sldChg>
      <pc:sldChg chg="modSp add replId">
        <pc:chgData name="faik bilgen" userId="9fcb1696e65a161f" providerId="LiveId" clId="{0C3A4C9E-717D-4ADE-97E0-B0AD580B3355}" dt="2026-02-07T14:46:54.080" v="5914"/>
        <pc:sldMkLst>
          <pc:docMk/>
          <pc:sldMk cId="2525658340" sldId="409"/>
        </pc:sldMkLst>
        <pc:spChg chg="mod">
          <ac:chgData name="faik bilgen" userId="9fcb1696e65a161f" providerId="LiveId" clId="{0C3A4C9E-717D-4ADE-97E0-B0AD580B3355}" dt="2026-02-07T14:46:54.080" v="5914"/>
          <ac:spMkLst>
            <pc:docMk/>
            <pc:sldMk cId="2525658340" sldId="409"/>
            <ac:spMk id="3" creationId="{6EA5DE45-1CA1-9007-B32C-505124D2B50B}"/>
          </ac:spMkLst>
        </pc:spChg>
      </pc:sldChg>
      <pc:sldChg chg="modSp add">
        <pc:chgData name="faik bilgen" userId="9fcb1696e65a161f" providerId="LiveId" clId="{0C3A4C9E-717D-4ADE-97E0-B0AD580B3355}" dt="2026-02-07T14:49:52.935" v="5916"/>
        <pc:sldMkLst>
          <pc:docMk/>
          <pc:sldMk cId="3912054449" sldId="410"/>
        </pc:sldMkLst>
        <pc:spChg chg="mod">
          <ac:chgData name="faik bilgen" userId="9fcb1696e65a161f" providerId="LiveId" clId="{0C3A4C9E-717D-4ADE-97E0-B0AD580B3355}" dt="2026-02-07T14:49:52.935" v="5916"/>
          <ac:spMkLst>
            <pc:docMk/>
            <pc:sldMk cId="3912054449" sldId="410"/>
            <ac:spMk id="2" creationId="{E8DFA974-838C-741C-8D7C-77D3C64E57AB}"/>
          </ac:spMkLst>
        </pc:spChg>
      </pc:sldChg>
      <pc:sldChg chg="modSp add replId">
        <pc:chgData name="faik bilgen" userId="9fcb1696e65a161f" providerId="LiveId" clId="{0C3A4C9E-717D-4ADE-97E0-B0AD580B3355}" dt="2026-02-07T14:49:57.410" v="5917"/>
        <pc:sldMkLst>
          <pc:docMk/>
          <pc:sldMk cId="496879091" sldId="411"/>
        </pc:sldMkLst>
        <pc:spChg chg="mod">
          <ac:chgData name="faik bilgen" userId="9fcb1696e65a161f" providerId="LiveId" clId="{0C3A4C9E-717D-4ADE-97E0-B0AD580B3355}" dt="2026-02-07T14:49:57.410" v="5917"/>
          <ac:spMkLst>
            <pc:docMk/>
            <pc:sldMk cId="496879091" sldId="411"/>
            <ac:spMk id="3" creationId="{78D9D829-E912-B419-EEC5-1F69858C5201}"/>
          </ac:spMkLst>
        </pc:spChg>
      </pc:sldChg>
      <pc:sldChg chg="modSp add mod">
        <pc:chgData name="faik bilgen" userId="9fcb1696e65a161f" providerId="LiveId" clId="{0C3A4C9E-717D-4ADE-97E0-B0AD580B3355}" dt="2026-02-07T14:53:10.658" v="5937"/>
        <pc:sldMkLst>
          <pc:docMk/>
          <pc:sldMk cId="515263299" sldId="412"/>
        </pc:sldMkLst>
        <pc:spChg chg="mod">
          <ac:chgData name="faik bilgen" userId="9fcb1696e65a161f" providerId="LiveId" clId="{0C3A4C9E-717D-4ADE-97E0-B0AD580B3355}" dt="2026-02-07T14:53:10.658" v="5937"/>
          <ac:spMkLst>
            <pc:docMk/>
            <pc:sldMk cId="515263299" sldId="412"/>
            <ac:spMk id="2" creationId="{B1A862D3-048E-0057-8BC0-0499B076C516}"/>
          </ac:spMkLst>
        </pc:spChg>
      </pc:sldChg>
      <pc:sldChg chg="modSp add replId">
        <pc:chgData name="faik bilgen" userId="9fcb1696e65a161f" providerId="LiveId" clId="{0C3A4C9E-717D-4ADE-97E0-B0AD580B3355}" dt="2026-02-07T14:50:45.620" v="5922"/>
        <pc:sldMkLst>
          <pc:docMk/>
          <pc:sldMk cId="2684407540" sldId="413"/>
        </pc:sldMkLst>
        <pc:spChg chg="mod">
          <ac:chgData name="faik bilgen" userId="9fcb1696e65a161f" providerId="LiveId" clId="{0C3A4C9E-717D-4ADE-97E0-B0AD580B3355}" dt="2026-02-07T14:50:45.620" v="5922"/>
          <ac:spMkLst>
            <pc:docMk/>
            <pc:sldMk cId="2684407540" sldId="413"/>
            <ac:spMk id="3" creationId="{9799BD96-1C5E-0AD0-3EDA-B3F01F992B67}"/>
          </ac:spMkLst>
        </pc:spChg>
      </pc:sldChg>
      <pc:sldChg chg="modSp add mod">
        <pc:chgData name="faik bilgen" userId="9fcb1696e65a161f" providerId="LiveId" clId="{0C3A4C9E-717D-4ADE-97E0-B0AD580B3355}" dt="2026-02-07T14:54:11.154" v="5948" actId="14100"/>
        <pc:sldMkLst>
          <pc:docMk/>
          <pc:sldMk cId="3181670799" sldId="414"/>
        </pc:sldMkLst>
        <pc:spChg chg="mod">
          <ac:chgData name="faik bilgen" userId="9fcb1696e65a161f" providerId="LiveId" clId="{0C3A4C9E-717D-4ADE-97E0-B0AD580B3355}" dt="2026-02-07T14:54:11.154" v="5948" actId="14100"/>
          <ac:spMkLst>
            <pc:docMk/>
            <pc:sldMk cId="3181670799" sldId="414"/>
            <ac:spMk id="2" creationId="{01A5E7F8-F785-85FA-161E-B17C27B88C15}"/>
          </ac:spMkLst>
        </pc:spChg>
      </pc:sldChg>
      <pc:sldChg chg="modSp add replId">
        <pc:chgData name="faik bilgen" userId="9fcb1696e65a161f" providerId="LiveId" clId="{0C3A4C9E-717D-4ADE-97E0-B0AD580B3355}" dt="2026-02-07T14:54:18.349" v="5949"/>
        <pc:sldMkLst>
          <pc:docMk/>
          <pc:sldMk cId="1333899567" sldId="415"/>
        </pc:sldMkLst>
        <pc:spChg chg="mod">
          <ac:chgData name="faik bilgen" userId="9fcb1696e65a161f" providerId="LiveId" clId="{0C3A4C9E-717D-4ADE-97E0-B0AD580B3355}" dt="2026-02-07T14:54:18.349" v="5949"/>
          <ac:spMkLst>
            <pc:docMk/>
            <pc:sldMk cId="1333899567" sldId="415"/>
            <ac:spMk id="3" creationId="{4E4B90DD-01E3-E91E-CBDE-FEC5459EAF6F}"/>
          </ac:spMkLst>
        </pc:spChg>
      </pc:sldChg>
      <pc:sldChg chg="modSp add mod">
        <pc:chgData name="faik bilgen" userId="9fcb1696e65a161f" providerId="LiveId" clId="{0C3A4C9E-717D-4ADE-97E0-B0AD580B3355}" dt="2026-02-07T14:55:26.410" v="5954" actId="20577"/>
        <pc:sldMkLst>
          <pc:docMk/>
          <pc:sldMk cId="737595543" sldId="416"/>
        </pc:sldMkLst>
        <pc:spChg chg="mod">
          <ac:chgData name="faik bilgen" userId="9fcb1696e65a161f" providerId="LiveId" clId="{0C3A4C9E-717D-4ADE-97E0-B0AD580B3355}" dt="2026-02-07T14:55:26.410" v="5954" actId="20577"/>
          <ac:spMkLst>
            <pc:docMk/>
            <pc:sldMk cId="737595543" sldId="416"/>
            <ac:spMk id="2" creationId="{3AB3B492-FEEC-96EC-2678-28C347C47E9A}"/>
          </ac:spMkLst>
        </pc:spChg>
      </pc:sldChg>
      <pc:sldChg chg="modSp add replId">
        <pc:chgData name="faik bilgen" userId="9fcb1696e65a161f" providerId="LiveId" clId="{0C3A4C9E-717D-4ADE-97E0-B0AD580B3355}" dt="2026-02-07T14:55:34.600" v="5955"/>
        <pc:sldMkLst>
          <pc:docMk/>
          <pc:sldMk cId="3901965217" sldId="417"/>
        </pc:sldMkLst>
        <pc:spChg chg="mod">
          <ac:chgData name="faik bilgen" userId="9fcb1696e65a161f" providerId="LiveId" clId="{0C3A4C9E-717D-4ADE-97E0-B0AD580B3355}" dt="2026-02-07T14:55:34.600" v="5955"/>
          <ac:spMkLst>
            <pc:docMk/>
            <pc:sldMk cId="3901965217" sldId="417"/>
            <ac:spMk id="3" creationId="{D4DE2DAD-BB2B-3DCE-1790-E03C6C44EE77}"/>
          </ac:spMkLst>
        </pc:spChg>
      </pc:sldChg>
      <pc:sldChg chg="add">
        <pc:chgData name="faik bilgen" userId="9fcb1696e65a161f" providerId="LiveId" clId="{0C3A4C9E-717D-4ADE-97E0-B0AD580B3355}" dt="2026-02-07T14:55:40.555" v="5956" actId="2890"/>
        <pc:sldMkLst>
          <pc:docMk/>
          <pc:sldMk cId="2556192001" sldId="418"/>
        </pc:sldMkLst>
      </pc:sldChg>
      <pc:sldChg chg="add replId">
        <pc:chgData name="faik bilgen" userId="9fcb1696e65a161f" providerId="LiveId" clId="{0C3A4C9E-717D-4ADE-97E0-B0AD580B3355}" dt="2026-02-07T14:55:40.555" v="5956" actId="2890"/>
        <pc:sldMkLst>
          <pc:docMk/>
          <pc:sldMk cId="1918195636" sldId="419"/>
        </pc:sldMkLst>
      </pc:sldChg>
      <pc:sldChg chg="modSp add">
        <pc:chgData name="faik bilgen" userId="9fcb1696e65a161f" providerId="LiveId" clId="{0C3A4C9E-717D-4ADE-97E0-B0AD580B3355}" dt="2026-02-07T14:58:29.730" v="5960"/>
        <pc:sldMkLst>
          <pc:docMk/>
          <pc:sldMk cId="3408872503" sldId="420"/>
        </pc:sldMkLst>
        <pc:spChg chg="mod">
          <ac:chgData name="faik bilgen" userId="9fcb1696e65a161f" providerId="LiveId" clId="{0C3A4C9E-717D-4ADE-97E0-B0AD580B3355}" dt="2026-02-07T14:58:29.730" v="5960"/>
          <ac:spMkLst>
            <pc:docMk/>
            <pc:sldMk cId="3408872503" sldId="420"/>
            <ac:spMk id="2" creationId="{4766C9BA-739A-4957-3FD7-B78FD425578B}"/>
          </ac:spMkLst>
        </pc:spChg>
      </pc:sldChg>
      <pc:sldChg chg="modSp add replId">
        <pc:chgData name="faik bilgen" userId="9fcb1696e65a161f" providerId="LiveId" clId="{0C3A4C9E-717D-4ADE-97E0-B0AD580B3355}" dt="2026-02-07T14:58:34.733" v="5961"/>
        <pc:sldMkLst>
          <pc:docMk/>
          <pc:sldMk cId="1126266999" sldId="421"/>
        </pc:sldMkLst>
        <pc:spChg chg="mod">
          <ac:chgData name="faik bilgen" userId="9fcb1696e65a161f" providerId="LiveId" clId="{0C3A4C9E-717D-4ADE-97E0-B0AD580B3355}" dt="2026-02-07T14:58:34.733" v="5961"/>
          <ac:spMkLst>
            <pc:docMk/>
            <pc:sldMk cId="1126266999" sldId="421"/>
            <ac:spMk id="3" creationId="{031F64CA-33AA-3F06-EFA9-098FE24C6537}"/>
          </ac:spMkLst>
        </pc:spChg>
      </pc:sldChg>
      <pc:sldChg chg="modSp add mod">
        <pc:chgData name="faik bilgen" userId="9fcb1696e65a161f" providerId="LiveId" clId="{0C3A4C9E-717D-4ADE-97E0-B0AD580B3355}" dt="2026-02-07T14:59:15.161" v="5974" actId="20577"/>
        <pc:sldMkLst>
          <pc:docMk/>
          <pc:sldMk cId="619396749" sldId="422"/>
        </pc:sldMkLst>
        <pc:spChg chg="mod">
          <ac:chgData name="faik bilgen" userId="9fcb1696e65a161f" providerId="LiveId" clId="{0C3A4C9E-717D-4ADE-97E0-B0AD580B3355}" dt="2026-02-07T14:59:15.161" v="5974" actId="20577"/>
          <ac:spMkLst>
            <pc:docMk/>
            <pc:sldMk cId="619396749" sldId="422"/>
            <ac:spMk id="2" creationId="{204494E0-2079-6F58-95D8-C10F51050690}"/>
          </ac:spMkLst>
        </pc:spChg>
      </pc:sldChg>
      <pc:sldChg chg="modSp add replId">
        <pc:chgData name="faik bilgen" userId="9fcb1696e65a161f" providerId="LiveId" clId="{0C3A4C9E-717D-4ADE-97E0-B0AD580B3355}" dt="2026-02-07T14:59:23.393" v="5975"/>
        <pc:sldMkLst>
          <pc:docMk/>
          <pc:sldMk cId="4226886951" sldId="423"/>
        </pc:sldMkLst>
        <pc:spChg chg="mod">
          <ac:chgData name="faik bilgen" userId="9fcb1696e65a161f" providerId="LiveId" clId="{0C3A4C9E-717D-4ADE-97E0-B0AD580B3355}" dt="2026-02-07T14:59:23.393" v="5975"/>
          <ac:spMkLst>
            <pc:docMk/>
            <pc:sldMk cId="4226886951" sldId="423"/>
            <ac:spMk id="3" creationId="{B829C5EF-320C-51B5-970D-92D1381F1427}"/>
          </ac:spMkLst>
        </pc:spChg>
      </pc:sldChg>
      <pc:sldChg chg="modSp add mod">
        <pc:chgData name="faik bilgen" userId="9fcb1696e65a161f" providerId="LiveId" clId="{0C3A4C9E-717D-4ADE-97E0-B0AD580B3355}" dt="2026-02-07T14:59:49.182" v="5983" actId="20577"/>
        <pc:sldMkLst>
          <pc:docMk/>
          <pc:sldMk cId="912377298" sldId="424"/>
        </pc:sldMkLst>
        <pc:spChg chg="mod">
          <ac:chgData name="faik bilgen" userId="9fcb1696e65a161f" providerId="LiveId" clId="{0C3A4C9E-717D-4ADE-97E0-B0AD580B3355}" dt="2026-02-07T14:59:49.182" v="5983" actId="20577"/>
          <ac:spMkLst>
            <pc:docMk/>
            <pc:sldMk cId="912377298" sldId="424"/>
            <ac:spMk id="2" creationId="{AB5FAD50-B143-25B0-70C3-FBDDB046C6A5}"/>
          </ac:spMkLst>
        </pc:spChg>
      </pc:sldChg>
      <pc:sldChg chg="modSp add replId">
        <pc:chgData name="faik bilgen" userId="9fcb1696e65a161f" providerId="LiveId" clId="{0C3A4C9E-717D-4ADE-97E0-B0AD580B3355}" dt="2026-02-07T14:59:54.621" v="5984"/>
        <pc:sldMkLst>
          <pc:docMk/>
          <pc:sldMk cId="2274609636" sldId="425"/>
        </pc:sldMkLst>
        <pc:spChg chg="mod">
          <ac:chgData name="faik bilgen" userId="9fcb1696e65a161f" providerId="LiveId" clId="{0C3A4C9E-717D-4ADE-97E0-B0AD580B3355}" dt="2026-02-07T14:59:54.621" v="5984"/>
          <ac:spMkLst>
            <pc:docMk/>
            <pc:sldMk cId="2274609636" sldId="425"/>
            <ac:spMk id="3" creationId="{FC49BF28-F6C2-4D36-D18F-4AE74E22F962}"/>
          </ac:spMkLst>
        </pc:spChg>
      </pc:sldChg>
      <pc:sldChg chg="modSp add">
        <pc:chgData name="faik bilgen" userId="9fcb1696e65a161f" providerId="LiveId" clId="{0C3A4C9E-717D-4ADE-97E0-B0AD580B3355}" dt="2026-02-07T15:00:11.133" v="5986"/>
        <pc:sldMkLst>
          <pc:docMk/>
          <pc:sldMk cId="2218327214" sldId="426"/>
        </pc:sldMkLst>
        <pc:spChg chg="mod">
          <ac:chgData name="faik bilgen" userId="9fcb1696e65a161f" providerId="LiveId" clId="{0C3A4C9E-717D-4ADE-97E0-B0AD580B3355}" dt="2026-02-07T15:00:11.133" v="5986"/>
          <ac:spMkLst>
            <pc:docMk/>
            <pc:sldMk cId="2218327214" sldId="426"/>
            <ac:spMk id="2" creationId="{8F440F23-B954-8B2E-F7B8-558B9984D23F}"/>
          </ac:spMkLst>
        </pc:spChg>
      </pc:sldChg>
      <pc:sldChg chg="modSp add replId">
        <pc:chgData name="faik bilgen" userId="9fcb1696e65a161f" providerId="LiveId" clId="{0C3A4C9E-717D-4ADE-97E0-B0AD580B3355}" dt="2026-02-07T15:00:15.903" v="5987"/>
        <pc:sldMkLst>
          <pc:docMk/>
          <pc:sldMk cId="2080647595" sldId="427"/>
        </pc:sldMkLst>
        <pc:spChg chg="mod">
          <ac:chgData name="faik bilgen" userId="9fcb1696e65a161f" providerId="LiveId" clId="{0C3A4C9E-717D-4ADE-97E0-B0AD580B3355}" dt="2026-02-07T15:00:15.903" v="5987"/>
          <ac:spMkLst>
            <pc:docMk/>
            <pc:sldMk cId="2080647595" sldId="427"/>
            <ac:spMk id="3" creationId="{A339B23C-1D73-A623-12E6-175AF8397BF1}"/>
          </ac:spMkLst>
        </pc:spChg>
      </pc:sldChg>
      <pc:sldChg chg="modSp add mod">
        <pc:chgData name="faik bilgen" userId="9fcb1696e65a161f" providerId="LiveId" clId="{0C3A4C9E-717D-4ADE-97E0-B0AD580B3355}" dt="2026-02-07T15:00:38.291" v="5991" actId="20577"/>
        <pc:sldMkLst>
          <pc:docMk/>
          <pc:sldMk cId="2735677693" sldId="428"/>
        </pc:sldMkLst>
        <pc:spChg chg="mod">
          <ac:chgData name="faik bilgen" userId="9fcb1696e65a161f" providerId="LiveId" clId="{0C3A4C9E-717D-4ADE-97E0-B0AD580B3355}" dt="2026-02-07T15:00:38.291" v="5991" actId="20577"/>
          <ac:spMkLst>
            <pc:docMk/>
            <pc:sldMk cId="2735677693" sldId="428"/>
            <ac:spMk id="2" creationId="{356593B1-6DE4-AC45-9DCC-A064EB8682EE}"/>
          </ac:spMkLst>
        </pc:spChg>
      </pc:sldChg>
      <pc:sldChg chg="modSp add replId">
        <pc:chgData name="faik bilgen" userId="9fcb1696e65a161f" providerId="LiveId" clId="{0C3A4C9E-717D-4ADE-97E0-B0AD580B3355}" dt="2026-02-07T15:00:44.231" v="5992"/>
        <pc:sldMkLst>
          <pc:docMk/>
          <pc:sldMk cId="891671638" sldId="429"/>
        </pc:sldMkLst>
        <pc:spChg chg="mod">
          <ac:chgData name="faik bilgen" userId="9fcb1696e65a161f" providerId="LiveId" clId="{0C3A4C9E-717D-4ADE-97E0-B0AD580B3355}" dt="2026-02-07T15:00:44.231" v="5992"/>
          <ac:spMkLst>
            <pc:docMk/>
            <pc:sldMk cId="891671638" sldId="429"/>
            <ac:spMk id="3" creationId="{5F834D26-A842-57E4-0A0E-37ACBF9F651B}"/>
          </ac:spMkLst>
        </pc:spChg>
      </pc:sldChg>
      <pc:sldChg chg="modSp add mod">
        <pc:chgData name="faik bilgen" userId="9fcb1696e65a161f" providerId="LiveId" clId="{0C3A4C9E-717D-4ADE-97E0-B0AD580B3355}" dt="2026-02-07T15:01:35.852" v="5998" actId="1076"/>
        <pc:sldMkLst>
          <pc:docMk/>
          <pc:sldMk cId="3655580176" sldId="430"/>
        </pc:sldMkLst>
        <pc:spChg chg="mod">
          <ac:chgData name="faik bilgen" userId="9fcb1696e65a161f" providerId="LiveId" clId="{0C3A4C9E-717D-4ADE-97E0-B0AD580B3355}" dt="2026-02-07T15:01:35.852" v="5998" actId="1076"/>
          <ac:spMkLst>
            <pc:docMk/>
            <pc:sldMk cId="3655580176" sldId="430"/>
            <ac:spMk id="2" creationId="{152AC3DE-526F-C32C-95DE-6203F56A4C77}"/>
          </ac:spMkLst>
        </pc:spChg>
      </pc:sldChg>
      <pc:sldChg chg="modSp add replId">
        <pc:chgData name="faik bilgen" userId="9fcb1696e65a161f" providerId="LiveId" clId="{0C3A4C9E-717D-4ADE-97E0-B0AD580B3355}" dt="2026-02-07T15:01:13.945" v="5995"/>
        <pc:sldMkLst>
          <pc:docMk/>
          <pc:sldMk cId="363585888" sldId="431"/>
        </pc:sldMkLst>
        <pc:spChg chg="mod">
          <ac:chgData name="faik bilgen" userId="9fcb1696e65a161f" providerId="LiveId" clId="{0C3A4C9E-717D-4ADE-97E0-B0AD580B3355}" dt="2026-02-07T15:01:13.945" v="5995"/>
          <ac:spMkLst>
            <pc:docMk/>
            <pc:sldMk cId="363585888" sldId="431"/>
            <ac:spMk id="3" creationId="{93E7E024-CD43-E8E5-2EB5-2608B1F436C5}"/>
          </ac:spMkLst>
        </pc:spChg>
      </pc:sldChg>
      <pc:sldChg chg="modSp add mod">
        <pc:chgData name="faik bilgen" userId="9fcb1696e65a161f" providerId="LiveId" clId="{0C3A4C9E-717D-4ADE-97E0-B0AD580B3355}" dt="2026-02-07T15:02:05.125" v="6006" actId="14100"/>
        <pc:sldMkLst>
          <pc:docMk/>
          <pc:sldMk cId="3433170042" sldId="432"/>
        </pc:sldMkLst>
        <pc:spChg chg="mod">
          <ac:chgData name="faik bilgen" userId="9fcb1696e65a161f" providerId="LiveId" clId="{0C3A4C9E-717D-4ADE-97E0-B0AD580B3355}" dt="2026-02-07T15:02:05.125" v="6006" actId="14100"/>
          <ac:spMkLst>
            <pc:docMk/>
            <pc:sldMk cId="3433170042" sldId="432"/>
            <ac:spMk id="2" creationId="{D6A47782-2A7B-36C2-AC70-E548B52C38DC}"/>
          </ac:spMkLst>
        </pc:spChg>
      </pc:sldChg>
      <pc:sldChg chg="modSp add replId">
        <pc:chgData name="faik bilgen" userId="9fcb1696e65a161f" providerId="LiveId" clId="{0C3A4C9E-717D-4ADE-97E0-B0AD580B3355}" dt="2026-02-07T15:02:12.277" v="6007"/>
        <pc:sldMkLst>
          <pc:docMk/>
          <pc:sldMk cId="1117660943" sldId="433"/>
        </pc:sldMkLst>
        <pc:spChg chg="mod">
          <ac:chgData name="faik bilgen" userId="9fcb1696e65a161f" providerId="LiveId" clId="{0C3A4C9E-717D-4ADE-97E0-B0AD580B3355}" dt="2026-02-07T15:02:12.277" v="6007"/>
          <ac:spMkLst>
            <pc:docMk/>
            <pc:sldMk cId="1117660943" sldId="433"/>
            <ac:spMk id="3" creationId="{A8D9DD14-7E8D-16A1-5B7B-FF0A3AE15E12}"/>
          </ac:spMkLst>
        </pc:spChg>
      </pc:sldChg>
      <pc:sldChg chg="modSp add mod ord">
        <pc:chgData name="faik bilgen" userId="9fcb1696e65a161f" providerId="LiveId" clId="{0C3A4C9E-717D-4ADE-97E0-B0AD580B3355}" dt="2026-02-07T15:03:42.956" v="6015" actId="20577"/>
        <pc:sldMkLst>
          <pc:docMk/>
          <pc:sldMk cId="2494407508" sldId="434"/>
        </pc:sldMkLst>
        <pc:spChg chg="mod">
          <ac:chgData name="faik bilgen" userId="9fcb1696e65a161f" providerId="LiveId" clId="{0C3A4C9E-717D-4ADE-97E0-B0AD580B3355}" dt="2026-02-07T15:03:42.956" v="6015" actId="20577"/>
          <ac:spMkLst>
            <pc:docMk/>
            <pc:sldMk cId="2494407508" sldId="434"/>
            <ac:spMk id="2" creationId="{A4278C30-F80C-E9CD-0B13-C82E91A9B2F4}"/>
          </ac:spMkLst>
        </pc:spChg>
      </pc:sldChg>
      <pc:sldChg chg="modSp add ord replId">
        <pc:chgData name="faik bilgen" userId="9fcb1696e65a161f" providerId="LiveId" clId="{0C3A4C9E-717D-4ADE-97E0-B0AD580B3355}" dt="2026-02-07T15:03:48.711" v="6016"/>
        <pc:sldMkLst>
          <pc:docMk/>
          <pc:sldMk cId="2392893032" sldId="435"/>
        </pc:sldMkLst>
        <pc:spChg chg="mod">
          <ac:chgData name="faik bilgen" userId="9fcb1696e65a161f" providerId="LiveId" clId="{0C3A4C9E-717D-4ADE-97E0-B0AD580B3355}" dt="2026-02-07T15:03:48.711" v="6016"/>
          <ac:spMkLst>
            <pc:docMk/>
            <pc:sldMk cId="2392893032" sldId="435"/>
            <ac:spMk id="3" creationId="{F6B31FCA-5C6A-7A4A-671D-ED1561E316E6}"/>
          </ac:spMkLst>
        </pc:spChg>
      </pc:sldChg>
      <pc:sldChg chg="modSp add mod">
        <pc:chgData name="faik bilgen" userId="9fcb1696e65a161f" providerId="LiveId" clId="{0C3A4C9E-717D-4ADE-97E0-B0AD580B3355}" dt="2026-02-07T15:04:14.442" v="6024" actId="20577"/>
        <pc:sldMkLst>
          <pc:docMk/>
          <pc:sldMk cId="872960326" sldId="436"/>
        </pc:sldMkLst>
        <pc:spChg chg="mod">
          <ac:chgData name="faik bilgen" userId="9fcb1696e65a161f" providerId="LiveId" clId="{0C3A4C9E-717D-4ADE-97E0-B0AD580B3355}" dt="2026-02-07T15:04:14.442" v="6024" actId="20577"/>
          <ac:spMkLst>
            <pc:docMk/>
            <pc:sldMk cId="872960326" sldId="436"/>
            <ac:spMk id="2" creationId="{F4529016-411B-29A8-6DF7-BD7E5999DBCB}"/>
          </ac:spMkLst>
        </pc:spChg>
      </pc:sldChg>
      <pc:sldChg chg="modSp add replId">
        <pc:chgData name="faik bilgen" userId="9fcb1696e65a161f" providerId="LiveId" clId="{0C3A4C9E-717D-4ADE-97E0-B0AD580B3355}" dt="2026-02-07T15:04:20.487" v="6025"/>
        <pc:sldMkLst>
          <pc:docMk/>
          <pc:sldMk cId="1705612154" sldId="437"/>
        </pc:sldMkLst>
        <pc:spChg chg="mod">
          <ac:chgData name="faik bilgen" userId="9fcb1696e65a161f" providerId="LiveId" clId="{0C3A4C9E-717D-4ADE-97E0-B0AD580B3355}" dt="2026-02-07T15:04:20.487" v="6025"/>
          <ac:spMkLst>
            <pc:docMk/>
            <pc:sldMk cId="1705612154" sldId="437"/>
            <ac:spMk id="3" creationId="{7C10A282-A442-0FC0-0890-6DC51F11A43D}"/>
          </ac:spMkLst>
        </pc:spChg>
      </pc:sldChg>
      <pc:sldChg chg="modSp add">
        <pc:chgData name="faik bilgen" userId="9fcb1696e65a161f" providerId="LiveId" clId="{0C3A4C9E-717D-4ADE-97E0-B0AD580B3355}" dt="2026-02-07T15:04:34.350" v="6027"/>
        <pc:sldMkLst>
          <pc:docMk/>
          <pc:sldMk cId="2766438198" sldId="438"/>
        </pc:sldMkLst>
        <pc:spChg chg="mod">
          <ac:chgData name="faik bilgen" userId="9fcb1696e65a161f" providerId="LiveId" clId="{0C3A4C9E-717D-4ADE-97E0-B0AD580B3355}" dt="2026-02-07T15:04:34.350" v="6027"/>
          <ac:spMkLst>
            <pc:docMk/>
            <pc:sldMk cId="2766438198" sldId="438"/>
            <ac:spMk id="2" creationId="{188E3BF7-4848-A0F4-0E98-902EC029F819}"/>
          </ac:spMkLst>
        </pc:spChg>
      </pc:sldChg>
      <pc:sldChg chg="modSp add replId">
        <pc:chgData name="faik bilgen" userId="9fcb1696e65a161f" providerId="LiveId" clId="{0C3A4C9E-717D-4ADE-97E0-B0AD580B3355}" dt="2026-02-07T15:04:38.288" v="6028"/>
        <pc:sldMkLst>
          <pc:docMk/>
          <pc:sldMk cId="1677723609" sldId="439"/>
        </pc:sldMkLst>
        <pc:spChg chg="mod">
          <ac:chgData name="faik bilgen" userId="9fcb1696e65a161f" providerId="LiveId" clId="{0C3A4C9E-717D-4ADE-97E0-B0AD580B3355}" dt="2026-02-07T15:04:38.288" v="6028"/>
          <ac:spMkLst>
            <pc:docMk/>
            <pc:sldMk cId="1677723609" sldId="439"/>
            <ac:spMk id="3" creationId="{4BE5E963-4A97-452F-EDEC-C8A8C2431CB4}"/>
          </ac:spMkLst>
        </pc:spChg>
      </pc:sldChg>
      <pc:sldChg chg="modSp add">
        <pc:chgData name="faik bilgen" userId="9fcb1696e65a161f" providerId="LiveId" clId="{0C3A4C9E-717D-4ADE-97E0-B0AD580B3355}" dt="2026-02-07T15:05:00.135" v="6030"/>
        <pc:sldMkLst>
          <pc:docMk/>
          <pc:sldMk cId="2421465901" sldId="440"/>
        </pc:sldMkLst>
        <pc:spChg chg="mod">
          <ac:chgData name="faik bilgen" userId="9fcb1696e65a161f" providerId="LiveId" clId="{0C3A4C9E-717D-4ADE-97E0-B0AD580B3355}" dt="2026-02-07T15:05:00.135" v="6030"/>
          <ac:spMkLst>
            <pc:docMk/>
            <pc:sldMk cId="2421465901" sldId="440"/>
            <ac:spMk id="2" creationId="{AE438D88-E9B2-9709-DB03-ABDA84990153}"/>
          </ac:spMkLst>
        </pc:spChg>
      </pc:sldChg>
      <pc:sldChg chg="modSp add replId">
        <pc:chgData name="faik bilgen" userId="9fcb1696e65a161f" providerId="LiveId" clId="{0C3A4C9E-717D-4ADE-97E0-B0AD580B3355}" dt="2026-02-07T15:05:04.624" v="6031"/>
        <pc:sldMkLst>
          <pc:docMk/>
          <pc:sldMk cId="2608174313" sldId="441"/>
        </pc:sldMkLst>
        <pc:spChg chg="mod">
          <ac:chgData name="faik bilgen" userId="9fcb1696e65a161f" providerId="LiveId" clId="{0C3A4C9E-717D-4ADE-97E0-B0AD580B3355}" dt="2026-02-07T15:05:04.624" v="6031"/>
          <ac:spMkLst>
            <pc:docMk/>
            <pc:sldMk cId="2608174313" sldId="441"/>
            <ac:spMk id="3" creationId="{14E14945-C01D-F91E-0DE1-092A1C57EE77}"/>
          </ac:spMkLst>
        </pc:spChg>
      </pc:sldChg>
      <pc:sldChg chg="modSp add">
        <pc:chgData name="faik bilgen" userId="9fcb1696e65a161f" providerId="LiveId" clId="{0C3A4C9E-717D-4ADE-97E0-B0AD580B3355}" dt="2026-02-07T15:05:23.660" v="6033"/>
        <pc:sldMkLst>
          <pc:docMk/>
          <pc:sldMk cId="3624863360" sldId="442"/>
        </pc:sldMkLst>
        <pc:spChg chg="mod">
          <ac:chgData name="faik bilgen" userId="9fcb1696e65a161f" providerId="LiveId" clId="{0C3A4C9E-717D-4ADE-97E0-B0AD580B3355}" dt="2026-02-07T15:05:23.660" v="6033"/>
          <ac:spMkLst>
            <pc:docMk/>
            <pc:sldMk cId="3624863360" sldId="442"/>
            <ac:spMk id="2" creationId="{7E204D50-385C-C1C5-582A-43E181C4172A}"/>
          </ac:spMkLst>
        </pc:spChg>
      </pc:sldChg>
      <pc:sldChg chg="modSp add replId">
        <pc:chgData name="faik bilgen" userId="9fcb1696e65a161f" providerId="LiveId" clId="{0C3A4C9E-717D-4ADE-97E0-B0AD580B3355}" dt="2026-02-07T15:05:27.810" v="6034"/>
        <pc:sldMkLst>
          <pc:docMk/>
          <pc:sldMk cId="1129785408" sldId="443"/>
        </pc:sldMkLst>
        <pc:spChg chg="mod">
          <ac:chgData name="faik bilgen" userId="9fcb1696e65a161f" providerId="LiveId" clId="{0C3A4C9E-717D-4ADE-97E0-B0AD580B3355}" dt="2026-02-07T15:05:27.810" v="6034"/>
          <ac:spMkLst>
            <pc:docMk/>
            <pc:sldMk cId="1129785408" sldId="443"/>
            <ac:spMk id="3" creationId="{D4C5807D-0221-B095-4AB4-023EC946FFF9}"/>
          </ac:spMkLst>
        </pc:spChg>
      </pc:sldChg>
      <pc:sldChg chg="modSp add">
        <pc:chgData name="faik bilgen" userId="9fcb1696e65a161f" providerId="LiveId" clId="{0C3A4C9E-717D-4ADE-97E0-B0AD580B3355}" dt="2026-02-07T15:05:42.798" v="6036"/>
        <pc:sldMkLst>
          <pc:docMk/>
          <pc:sldMk cId="2334668034" sldId="444"/>
        </pc:sldMkLst>
        <pc:spChg chg="mod">
          <ac:chgData name="faik bilgen" userId="9fcb1696e65a161f" providerId="LiveId" clId="{0C3A4C9E-717D-4ADE-97E0-B0AD580B3355}" dt="2026-02-07T15:05:42.798" v="6036"/>
          <ac:spMkLst>
            <pc:docMk/>
            <pc:sldMk cId="2334668034" sldId="444"/>
            <ac:spMk id="2" creationId="{04E6EB84-D2E4-AE8C-73A6-CA40DBD2FFE6}"/>
          </ac:spMkLst>
        </pc:spChg>
      </pc:sldChg>
      <pc:sldChg chg="modSp add replId">
        <pc:chgData name="faik bilgen" userId="9fcb1696e65a161f" providerId="LiveId" clId="{0C3A4C9E-717D-4ADE-97E0-B0AD580B3355}" dt="2026-02-07T15:05:47.150" v="6037"/>
        <pc:sldMkLst>
          <pc:docMk/>
          <pc:sldMk cId="708996564" sldId="445"/>
        </pc:sldMkLst>
        <pc:spChg chg="mod">
          <ac:chgData name="faik bilgen" userId="9fcb1696e65a161f" providerId="LiveId" clId="{0C3A4C9E-717D-4ADE-97E0-B0AD580B3355}" dt="2026-02-07T15:05:47.150" v="6037"/>
          <ac:spMkLst>
            <pc:docMk/>
            <pc:sldMk cId="708996564" sldId="445"/>
            <ac:spMk id="3" creationId="{A75FA813-03E3-BAED-7121-F1D15D0F9BAC}"/>
          </ac:spMkLst>
        </pc:spChg>
      </pc:sldChg>
      <pc:sldChg chg="modSp add mod">
        <pc:chgData name="faik bilgen" userId="9fcb1696e65a161f" providerId="LiveId" clId="{0C3A4C9E-717D-4ADE-97E0-B0AD580B3355}" dt="2026-02-07T15:07:37.417" v="6047" actId="20577"/>
        <pc:sldMkLst>
          <pc:docMk/>
          <pc:sldMk cId="673323225" sldId="446"/>
        </pc:sldMkLst>
        <pc:spChg chg="mod">
          <ac:chgData name="faik bilgen" userId="9fcb1696e65a161f" providerId="LiveId" clId="{0C3A4C9E-717D-4ADE-97E0-B0AD580B3355}" dt="2026-02-07T15:07:37.417" v="6047" actId="20577"/>
          <ac:spMkLst>
            <pc:docMk/>
            <pc:sldMk cId="673323225" sldId="446"/>
            <ac:spMk id="2" creationId="{C244BD9B-8506-F9ED-2258-0EA3D25098FC}"/>
          </ac:spMkLst>
        </pc:spChg>
      </pc:sldChg>
      <pc:sldChg chg="modSp add mod">
        <pc:chgData name="faik bilgen" userId="9fcb1696e65a161f" providerId="LiveId" clId="{0C3A4C9E-717D-4ADE-97E0-B0AD580B3355}" dt="2026-02-07T15:08:19.645" v="6049" actId="14100"/>
        <pc:sldMkLst>
          <pc:docMk/>
          <pc:sldMk cId="2696781380" sldId="448"/>
        </pc:sldMkLst>
        <pc:spChg chg="mod">
          <ac:chgData name="faik bilgen" userId="9fcb1696e65a161f" providerId="LiveId" clId="{0C3A4C9E-717D-4ADE-97E0-B0AD580B3355}" dt="2026-02-07T15:08:19.645" v="6049" actId="14100"/>
          <ac:spMkLst>
            <pc:docMk/>
            <pc:sldMk cId="2696781380" sldId="448"/>
            <ac:spMk id="2" creationId="{BE0B9DDA-6C2F-97BF-A253-ADBC6A744D97}"/>
          </ac:spMkLst>
        </pc:spChg>
      </pc:sldChg>
      <pc:sldChg chg="modSp add replId">
        <pc:chgData name="faik bilgen" userId="9fcb1696e65a161f" providerId="LiveId" clId="{0C3A4C9E-717D-4ADE-97E0-B0AD580B3355}" dt="2026-02-07T15:09:10.255" v="6056"/>
        <pc:sldMkLst>
          <pc:docMk/>
          <pc:sldMk cId="3157492926" sldId="449"/>
        </pc:sldMkLst>
        <pc:spChg chg="mod">
          <ac:chgData name="faik bilgen" userId="9fcb1696e65a161f" providerId="LiveId" clId="{0C3A4C9E-717D-4ADE-97E0-B0AD580B3355}" dt="2026-02-07T15:09:10.255" v="6056"/>
          <ac:spMkLst>
            <pc:docMk/>
            <pc:sldMk cId="3157492926" sldId="449"/>
            <ac:spMk id="3" creationId="{E63E2F6C-42FD-4189-E355-29CF42B2CBC0}"/>
          </ac:spMkLst>
        </pc:spChg>
      </pc:sldChg>
      <pc:sldChg chg="modSp add mod">
        <pc:chgData name="faik bilgen" userId="9fcb1696e65a161f" providerId="LiveId" clId="{0C3A4C9E-717D-4ADE-97E0-B0AD580B3355}" dt="2026-02-07T15:09:01.440" v="6055" actId="20577"/>
        <pc:sldMkLst>
          <pc:docMk/>
          <pc:sldMk cId="2868353566" sldId="450"/>
        </pc:sldMkLst>
        <pc:spChg chg="mod">
          <ac:chgData name="faik bilgen" userId="9fcb1696e65a161f" providerId="LiveId" clId="{0C3A4C9E-717D-4ADE-97E0-B0AD580B3355}" dt="2026-02-07T15:09:01.440" v="6055" actId="20577"/>
          <ac:spMkLst>
            <pc:docMk/>
            <pc:sldMk cId="2868353566" sldId="450"/>
            <ac:spMk id="2" creationId="{9470DD9C-870A-AD96-3D7E-B08966941582}"/>
          </ac:spMkLst>
        </pc:spChg>
      </pc:sldChg>
      <pc:sldChg chg="modSp add mod">
        <pc:chgData name="faik bilgen" userId="9fcb1696e65a161f" providerId="LiveId" clId="{0C3A4C9E-717D-4ADE-97E0-B0AD580B3355}" dt="2026-02-07T15:09:51.088" v="6062" actId="20577"/>
        <pc:sldMkLst>
          <pc:docMk/>
          <pc:sldMk cId="727200279" sldId="451"/>
        </pc:sldMkLst>
        <pc:spChg chg="mod">
          <ac:chgData name="faik bilgen" userId="9fcb1696e65a161f" providerId="LiveId" clId="{0C3A4C9E-717D-4ADE-97E0-B0AD580B3355}" dt="2026-02-07T15:09:51.088" v="6062" actId="20577"/>
          <ac:spMkLst>
            <pc:docMk/>
            <pc:sldMk cId="727200279" sldId="451"/>
            <ac:spMk id="2" creationId="{2A798924-D08C-721D-6A87-28CE0839F2FB}"/>
          </ac:spMkLst>
        </pc:spChg>
      </pc:sldChg>
      <pc:sldChg chg="modSp add replId">
        <pc:chgData name="faik bilgen" userId="9fcb1696e65a161f" providerId="LiveId" clId="{0C3A4C9E-717D-4ADE-97E0-B0AD580B3355}" dt="2026-02-07T15:09:56.422" v="6063"/>
        <pc:sldMkLst>
          <pc:docMk/>
          <pc:sldMk cId="994901286" sldId="452"/>
        </pc:sldMkLst>
        <pc:spChg chg="mod">
          <ac:chgData name="faik bilgen" userId="9fcb1696e65a161f" providerId="LiveId" clId="{0C3A4C9E-717D-4ADE-97E0-B0AD580B3355}" dt="2026-02-07T15:09:56.422" v="6063"/>
          <ac:spMkLst>
            <pc:docMk/>
            <pc:sldMk cId="994901286" sldId="452"/>
            <ac:spMk id="3" creationId="{47D51C69-B98A-C7C2-0DDC-7683E42CE4A4}"/>
          </ac:spMkLst>
        </pc:spChg>
      </pc:sldChg>
      <pc:sldChg chg="modSp add mod">
        <pc:chgData name="faik bilgen" userId="9fcb1696e65a161f" providerId="LiveId" clId="{0C3A4C9E-717D-4ADE-97E0-B0AD580B3355}" dt="2026-02-07T15:11:11.725" v="6070" actId="14100"/>
        <pc:sldMkLst>
          <pc:docMk/>
          <pc:sldMk cId="2669225241" sldId="453"/>
        </pc:sldMkLst>
        <pc:spChg chg="mod">
          <ac:chgData name="faik bilgen" userId="9fcb1696e65a161f" providerId="LiveId" clId="{0C3A4C9E-717D-4ADE-97E0-B0AD580B3355}" dt="2026-02-07T15:11:11.725" v="6070" actId="14100"/>
          <ac:spMkLst>
            <pc:docMk/>
            <pc:sldMk cId="2669225241" sldId="453"/>
            <ac:spMk id="2" creationId="{C6899A72-703E-7AEB-632A-97540EB6FFEC}"/>
          </ac:spMkLst>
        </pc:spChg>
      </pc:sldChg>
      <pc:sldChg chg="modSp add replId">
        <pc:chgData name="faik bilgen" userId="9fcb1696e65a161f" providerId="LiveId" clId="{0C3A4C9E-717D-4ADE-97E0-B0AD580B3355}" dt="2026-02-07T15:11:18.396" v="6071"/>
        <pc:sldMkLst>
          <pc:docMk/>
          <pc:sldMk cId="3625981192" sldId="454"/>
        </pc:sldMkLst>
        <pc:spChg chg="mod">
          <ac:chgData name="faik bilgen" userId="9fcb1696e65a161f" providerId="LiveId" clId="{0C3A4C9E-717D-4ADE-97E0-B0AD580B3355}" dt="2026-02-07T15:11:18.396" v="6071"/>
          <ac:spMkLst>
            <pc:docMk/>
            <pc:sldMk cId="3625981192" sldId="454"/>
            <ac:spMk id="3" creationId="{C8A5B698-4BD1-FEF1-E937-773AB1F1BC17}"/>
          </ac:spMkLst>
        </pc:spChg>
      </pc:sldChg>
      <pc:sldChg chg="modSp add mod">
        <pc:chgData name="faik bilgen" userId="9fcb1696e65a161f" providerId="LiveId" clId="{0C3A4C9E-717D-4ADE-97E0-B0AD580B3355}" dt="2026-02-07T15:11:59.095" v="6077" actId="20577"/>
        <pc:sldMkLst>
          <pc:docMk/>
          <pc:sldMk cId="3879214572" sldId="455"/>
        </pc:sldMkLst>
        <pc:spChg chg="mod">
          <ac:chgData name="faik bilgen" userId="9fcb1696e65a161f" providerId="LiveId" clId="{0C3A4C9E-717D-4ADE-97E0-B0AD580B3355}" dt="2026-02-07T15:11:59.095" v="6077" actId="20577"/>
          <ac:spMkLst>
            <pc:docMk/>
            <pc:sldMk cId="3879214572" sldId="455"/>
            <ac:spMk id="2" creationId="{7EC3E7E8-EFFD-5E94-9A11-1567908009C0}"/>
          </ac:spMkLst>
        </pc:spChg>
      </pc:sldChg>
      <pc:sldChg chg="modSp add replId">
        <pc:chgData name="faik bilgen" userId="9fcb1696e65a161f" providerId="LiveId" clId="{0C3A4C9E-717D-4ADE-97E0-B0AD580B3355}" dt="2026-02-07T15:12:04.889" v="6078"/>
        <pc:sldMkLst>
          <pc:docMk/>
          <pc:sldMk cId="913110016" sldId="456"/>
        </pc:sldMkLst>
        <pc:spChg chg="mod">
          <ac:chgData name="faik bilgen" userId="9fcb1696e65a161f" providerId="LiveId" clId="{0C3A4C9E-717D-4ADE-97E0-B0AD580B3355}" dt="2026-02-07T15:12:04.889" v="6078"/>
          <ac:spMkLst>
            <pc:docMk/>
            <pc:sldMk cId="913110016" sldId="456"/>
            <ac:spMk id="3" creationId="{0709302D-4092-AD1B-8CF1-452AE8FBF113}"/>
          </ac:spMkLst>
        </pc:spChg>
      </pc:sldChg>
      <pc:sldChg chg="modSp add mod">
        <pc:chgData name="faik bilgen" userId="9fcb1696e65a161f" providerId="LiveId" clId="{0C3A4C9E-717D-4ADE-97E0-B0AD580B3355}" dt="2026-02-07T15:13:15.562" v="6088" actId="122"/>
        <pc:sldMkLst>
          <pc:docMk/>
          <pc:sldMk cId="3560979398" sldId="457"/>
        </pc:sldMkLst>
        <pc:spChg chg="mod">
          <ac:chgData name="faik bilgen" userId="9fcb1696e65a161f" providerId="LiveId" clId="{0C3A4C9E-717D-4ADE-97E0-B0AD580B3355}" dt="2026-02-07T15:13:15.562" v="6088" actId="122"/>
          <ac:spMkLst>
            <pc:docMk/>
            <pc:sldMk cId="3560979398" sldId="457"/>
            <ac:spMk id="2" creationId="{9DFD5262-9B91-7892-8EBC-CE5562186096}"/>
          </ac:spMkLst>
        </pc:spChg>
      </pc:sldChg>
      <pc:sldChg chg="modSp add mod replId">
        <pc:chgData name="faik bilgen" userId="9fcb1696e65a161f" providerId="LiveId" clId="{0C3A4C9E-717D-4ADE-97E0-B0AD580B3355}" dt="2026-02-07T15:13:30.752" v="6095" actId="20577"/>
        <pc:sldMkLst>
          <pc:docMk/>
          <pc:sldMk cId="941513886" sldId="458"/>
        </pc:sldMkLst>
        <pc:spChg chg="mod">
          <ac:chgData name="faik bilgen" userId="9fcb1696e65a161f" providerId="LiveId" clId="{0C3A4C9E-717D-4ADE-97E0-B0AD580B3355}" dt="2026-02-07T15:13:30.752" v="6095" actId="20577"/>
          <ac:spMkLst>
            <pc:docMk/>
            <pc:sldMk cId="941513886" sldId="458"/>
            <ac:spMk id="3" creationId="{082A56D0-BD8F-C72C-87D2-D304008CB7F4}"/>
          </ac:spMkLst>
        </pc:spChg>
      </pc:sldChg>
      <pc:sldChg chg="modSp add">
        <pc:chgData name="faik bilgen" userId="9fcb1696e65a161f" providerId="LiveId" clId="{0C3A4C9E-717D-4ADE-97E0-B0AD580B3355}" dt="2026-02-07T15:14:08.171" v="6097"/>
        <pc:sldMkLst>
          <pc:docMk/>
          <pc:sldMk cId="2295156945" sldId="459"/>
        </pc:sldMkLst>
        <pc:spChg chg="mod">
          <ac:chgData name="faik bilgen" userId="9fcb1696e65a161f" providerId="LiveId" clId="{0C3A4C9E-717D-4ADE-97E0-B0AD580B3355}" dt="2026-02-07T15:14:08.171" v="6097"/>
          <ac:spMkLst>
            <pc:docMk/>
            <pc:sldMk cId="2295156945" sldId="459"/>
            <ac:spMk id="2" creationId="{6849C530-B214-3AE7-2CD3-D5E9D9371CAC}"/>
          </ac:spMkLst>
        </pc:spChg>
      </pc:sldChg>
      <pc:sldChg chg="modSp add mod replId">
        <pc:chgData name="faik bilgen" userId="9fcb1696e65a161f" providerId="LiveId" clId="{0C3A4C9E-717D-4ADE-97E0-B0AD580B3355}" dt="2026-02-07T15:14:22.509" v="6104" actId="20577"/>
        <pc:sldMkLst>
          <pc:docMk/>
          <pc:sldMk cId="3704828951" sldId="460"/>
        </pc:sldMkLst>
        <pc:spChg chg="mod">
          <ac:chgData name="faik bilgen" userId="9fcb1696e65a161f" providerId="LiveId" clId="{0C3A4C9E-717D-4ADE-97E0-B0AD580B3355}" dt="2026-02-07T15:14:22.509" v="6104" actId="20577"/>
          <ac:spMkLst>
            <pc:docMk/>
            <pc:sldMk cId="3704828951" sldId="460"/>
            <ac:spMk id="3" creationId="{8BBBDD78-E151-DE20-6BB3-44A8444936C1}"/>
          </ac:spMkLst>
        </pc:spChg>
      </pc:sldChg>
      <pc:sldChg chg="modSp add mod">
        <pc:chgData name="faik bilgen" userId="9fcb1696e65a161f" providerId="LiveId" clId="{0C3A4C9E-717D-4ADE-97E0-B0AD580B3355}" dt="2026-02-07T15:15:27.219" v="6121" actId="5793"/>
        <pc:sldMkLst>
          <pc:docMk/>
          <pc:sldMk cId="1441574926" sldId="461"/>
        </pc:sldMkLst>
        <pc:spChg chg="mod">
          <ac:chgData name="faik bilgen" userId="9fcb1696e65a161f" providerId="LiveId" clId="{0C3A4C9E-717D-4ADE-97E0-B0AD580B3355}" dt="2026-02-07T15:15:27.219" v="6121" actId="5793"/>
          <ac:spMkLst>
            <pc:docMk/>
            <pc:sldMk cId="1441574926" sldId="461"/>
            <ac:spMk id="2" creationId="{6CDD7FE2-57DE-11BD-C7FC-5B0B78B90CB2}"/>
          </ac:spMkLst>
        </pc:spChg>
      </pc:sldChg>
      <pc:sldChg chg="modSp add mod replId">
        <pc:chgData name="faik bilgen" userId="9fcb1696e65a161f" providerId="LiveId" clId="{0C3A4C9E-717D-4ADE-97E0-B0AD580B3355}" dt="2026-02-07T15:15:36.705" v="6132" actId="20577"/>
        <pc:sldMkLst>
          <pc:docMk/>
          <pc:sldMk cId="2282132234" sldId="462"/>
        </pc:sldMkLst>
        <pc:spChg chg="mod">
          <ac:chgData name="faik bilgen" userId="9fcb1696e65a161f" providerId="LiveId" clId="{0C3A4C9E-717D-4ADE-97E0-B0AD580B3355}" dt="2026-02-07T15:15:36.705" v="6132" actId="20577"/>
          <ac:spMkLst>
            <pc:docMk/>
            <pc:sldMk cId="2282132234" sldId="462"/>
            <ac:spMk id="3" creationId="{20C24CB8-A6F1-0CC7-4B64-7B785A005756}"/>
          </ac:spMkLst>
        </pc:spChg>
      </pc:sldChg>
      <pc:sldChg chg="modSp add mod">
        <pc:chgData name="faik bilgen" userId="9fcb1696e65a161f" providerId="LiveId" clId="{0C3A4C9E-717D-4ADE-97E0-B0AD580B3355}" dt="2026-02-07T15:16:22.851" v="6135" actId="20577"/>
        <pc:sldMkLst>
          <pc:docMk/>
          <pc:sldMk cId="1852568165" sldId="463"/>
        </pc:sldMkLst>
        <pc:spChg chg="mod">
          <ac:chgData name="faik bilgen" userId="9fcb1696e65a161f" providerId="LiveId" clId="{0C3A4C9E-717D-4ADE-97E0-B0AD580B3355}" dt="2026-02-07T15:16:22.851" v="6135" actId="20577"/>
          <ac:spMkLst>
            <pc:docMk/>
            <pc:sldMk cId="1852568165" sldId="463"/>
            <ac:spMk id="2" creationId="{88AF1BB1-7657-7C4A-395F-4ADBC5A15AD8}"/>
          </ac:spMkLst>
        </pc:spChg>
      </pc:sldChg>
      <pc:sldChg chg="modSp add replId">
        <pc:chgData name="faik bilgen" userId="9fcb1696e65a161f" providerId="LiveId" clId="{0C3A4C9E-717D-4ADE-97E0-B0AD580B3355}" dt="2026-02-07T15:16:28.985" v="6136"/>
        <pc:sldMkLst>
          <pc:docMk/>
          <pc:sldMk cId="1903146868" sldId="464"/>
        </pc:sldMkLst>
        <pc:spChg chg="mod">
          <ac:chgData name="faik bilgen" userId="9fcb1696e65a161f" providerId="LiveId" clId="{0C3A4C9E-717D-4ADE-97E0-B0AD580B3355}" dt="2026-02-07T15:16:28.985" v="6136"/>
          <ac:spMkLst>
            <pc:docMk/>
            <pc:sldMk cId="1903146868" sldId="464"/>
            <ac:spMk id="3" creationId="{7B0347DC-A366-A6DC-41E7-75DB0195C1C8}"/>
          </ac:spMkLst>
        </pc:spChg>
      </pc:sldChg>
      <pc:sldChg chg="modSp add mod">
        <pc:chgData name="faik bilgen" userId="9fcb1696e65a161f" providerId="LiveId" clId="{0C3A4C9E-717D-4ADE-97E0-B0AD580B3355}" dt="2026-02-07T15:17:03.962" v="6140" actId="20577"/>
        <pc:sldMkLst>
          <pc:docMk/>
          <pc:sldMk cId="895975024" sldId="465"/>
        </pc:sldMkLst>
        <pc:spChg chg="mod">
          <ac:chgData name="faik bilgen" userId="9fcb1696e65a161f" providerId="LiveId" clId="{0C3A4C9E-717D-4ADE-97E0-B0AD580B3355}" dt="2026-02-07T15:17:03.962" v="6140" actId="20577"/>
          <ac:spMkLst>
            <pc:docMk/>
            <pc:sldMk cId="895975024" sldId="465"/>
            <ac:spMk id="2" creationId="{D7156326-4398-3B8B-6CAD-73EE27BBCA62}"/>
          </ac:spMkLst>
        </pc:spChg>
      </pc:sldChg>
      <pc:sldChg chg="modSp add replId">
        <pc:chgData name="faik bilgen" userId="9fcb1696e65a161f" providerId="LiveId" clId="{0C3A4C9E-717D-4ADE-97E0-B0AD580B3355}" dt="2026-02-07T15:17:09.858" v="6141"/>
        <pc:sldMkLst>
          <pc:docMk/>
          <pc:sldMk cId="3621384861" sldId="466"/>
        </pc:sldMkLst>
        <pc:spChg chg="mod">
          <ac:chgData name="faik bilgen" userId="9fcb1696e65a161f" providerId="LiveId" clId="{0C3A4C9E-717D-4ADE-97E0-B0AD580B3355}" dt="2026-02-07T15:17:09.858" v="6141"/>
          <ac:spMkLst>
            <pc:docMk/>
            <pc:sldMk cId="3621384861" sldId="466"/>
            <ac:spMk id="3" creationId="{166E8DBC-5CF4-6B7D-979C-6464C3DE60ED}"/>
          </ac:spMkLst>
        </pc:spChg>
      </pc:sldChg>
      <pc:sldChg chg="modSp add mod">
        <pc:chgData name="faik bilgen" userId="9fcb1696e65a161f" providerId="LiveId" clId="{0C3A4C9E-717D-4ADE-97E0-B0AD580B3355}" dt="2026-02-07T15:17:43.786" v="6154" actId="1037"/>
        <pc:sldMkLst>
          <pc:docMk/>
          <pc:sldMk cId="912156366" sldId="467"/>
        </pc:sldMkLst>
        <pc:spChg chg="mod">
          <ac:chgData name="faik bilgen" userId="9fcb1696e65a161f" providerId="LiveId" clId="{0C3A4C9E-717D-4ADE-97E0-B0AD580B3355}" dt="2026-02-07T15:17:43.786" v="6154" actId="1037"/>
          <ac:spMkLst>
            <pc:docMk/>
            <pc:sldMk cId="912156366" sldId="467"/>
            <ac:spMk id="2" creationId="{104B7DDD-BFE6-2746-772A-769BDE1F21CA}"/>
          </ac:spMkLst>
        </pc:spChg>
      </pc:sldChg>
      <pc:sldChg chg="modSp add replId">
        <pc:chgData name="faik bilgen" userId="9fcb1696e65a161f" providerId="LiveId" clId="{0C3A4C9E-717D-4ADE-97E0-B0AD580B3355}" dt="2026-02-07T15:17:53.222" v="6155"/>
        <pc:sldMkLst>
          <pc:docMk/>
          <pc:sldMk cId="3363447059" sldId="468"/>
        </pc:sldMkLst>
        <pc:spChg chg="mod">
          <ac:chgData name="faik bilgen" userId="9fcb1696e65a161f" providerId="LiveId" clId="{0C3A4C9E-717D-4ADE-97E0-B0AD580B3355}" dt="2026-02-07T15:17:53.222" v="6155"/>
          <ac:spMkLst>
            <pc:docMk/>
            <pc:sldMk cId="3363447059" sldId="468"/>
            <ac:spMk id="3" creationId="{E866EAB0-9F66-9075-96C8-6D9F3E6E10E2}"/>
          </ac:spMkLst>
        </pc:spChg>
      </pc:sldChg>
      <pc:sldChg chg="modSp add mod ord">
        <pc:chgData name="faik bilgen" userId="9fcb1696e65a161f" providerId="LiveId" clId="{0C3A4C9E-717D-4ADE-97E0-B0AD580B3355}" dt="2026-02-07T15:19:05.031" v="6166" actId="1037"/>
        <pc:sldMkLst>
          <pc:docMk/>
          <pc:sldMk cId="3366881976" sldId="469"/>
        </pc:sldMkLst>
        <pc:spChg chg="mod">
          <ac:chgData name="faik bilgen" userId="9fcb1696e65a161f" providerId="LiveId" clId="{0C3A4C9E-717D-4ADE-97E0-B0AD580B3355}" dt="2026-02-07T15:19:05.031" v="6166" actId="1037"/>
          <ac:spMkLst>
            <pc:docMk/>
            <pc:sldMk cId="3366881976" sldId="469"/>
            <ac:spMk id="2" creationId="{6C61DD87-E5FF-7CF4-8259-5001A1FA8B00}"/>
          </ac:spMkLst>
        </pc:spChg>
      </pc:sldChg>
      <pc:sldChg chg="modSp add ord replId">
        <pc:chgData name="faik bilgen" userId="9fcb1696e65a161f" providerId="LiveId" clId="{0C3A4C9E-717D-4ADE-97E0-B0AD580B3355}" dt="2026-02-07T15:19:10.576" v="6167"/>
        <pc:sldMkLst>
          <pc:docMk/>
          <pc:sldMk cId="3833749693" sldId="470"/>
        </pc:sldMkLst>
        <pc:spChg chg="mod">
          <ac:chgData name="faik bilgen" userId="9fcb1696e65a161f" providerId="LiveId" clId="{0C3A4C9E-717D-4ADE-97E0-B0AD580B3355}" dt="2026-02-07T15:19:10.576" v="6167"/>
          <ac:spMkLst>
            <pc:docMk/>
            <pc:sldMk cId="3833749693" sldId="470"/>
            <ac:spMk id="3" creationId="{8B371977-67A9-3158-6011-950C1920EA24}"/>
          </ac:spMkLst>
        </pc:spChg>
      </pc:sldChg>
      <pc:sldChg chg="modSp add mod">
        <pc:chgData name="faik bilgen" userId="9fcb1696e65a161f" providerId="LiveId" clId="{0C3A4C9E-717D-4ADE-97E0-B0AD580B3355}" dt="2026-02-07T15:19:53.096" v="6179" actId="20577"/>
        <pc:sldMkLst>
          <pc:docMk/>
          <pc:sldMk cId="2749380583" sldId="471"/>
        </pc:sldMkLst>
        <pc:spChg chg="mod">
          <ac:chgData name="faik bilgen" userId="9fcb1696e65a161f" providerId="LiveId" clId="{0C3A4C9E-717D-4ADE-97E0-B0AD580B3355}" dt="2026-02-07T15:19:53.096" v="6179" actId="20577"/>
          <ac:spMkLst>
            <pc:docMk/>
            <pc:sldMk cId="2749380583" sldId="471"/>
            <ac:spMk id="2" creationId="{3DA4B2BF-D033-16AF-1BB1-B2CAFCC8BA3A}"/>
          </ac:spMkLst>
        </pc:spChg>
      </pc:sldChg>
      <pc:sldChg chg="modSp add mod replId">
        <pc:chgData name="faik bilgen" userId="9fcb1696e65a161f" providerId="LiveId" clId="{0C3A4C9E-717D-4ADE-97E0-B0AD580B3355}" dt="2026-02-07T15:19:46.986" v="6175" actId="20577"/>
        <pc:sldMkLst>
          <pc:docMk/>
          <pc:sldMk cId="1722302599" sldId="472"/>
        </pc:sldMkLst>
        <pc:spChg chg="mod">
          <ac:chgData name="faik bilgen" userId="9fcb1696e65a161f" providerId="LiveId" clId="{0C3A4C9E-717D-4ADE-97E0-B0AD580B3355}" dt="2026-02-07T15:19:46.986" v="6175" actId="20577"/>
          <ac:spMkLst>
            <pc:docMk/>
            <pc:sldMk cId="1722302599" sldId="472"/>
            <ac:spMk id="3" creationId="{6A295097-8D48-4F79-B98D-508B023D9EC0}"/>
          </ac:spMkLst>
        </pc:spChg>
      </pc:sldChg>
      <pc:sldChg chg="modSp add mod">
        <pc:chgData name="faik bilgen" userId="9fcb1696e65a161f" providerId="LiveId" clId="{0C3A4C9E-717D-4ADE-97E0-B0AD580B3355}" dt="2026-02-07T15:22:34.081" v="6198" actId="14100"/>
        <pc:sldMkLst>
          <pc:docMk/>
          <pc:sldMk cId="770208212" sldId="473"/>
        </pc:sldMkLst>
        <pc:spChg chg="mod">
          <ac:chgData name="faik bilgen" userId="9fcb1696e65a161f" providerId="LiveId" clId="{0C3A4C9E-717D-4ADE-97E0-B0AD580B3355}" dt="2026-02-07T15:22:34.081" v="6198" actId="14100"/>
          <ac:spMkLst>
            <pc:docMk/>
            <pc:sldMk cId="770208212" sldId="473"/>
            <ac:spMk id="2" creationId="{2A7E1971-CB27-B165-8CB3-7EEB121B7255}"/>
          </ac:spMkLst>
        </pc:spChg>
      </pc:sldChg>
      <pc:sldChg chg="modSp add replId">
        <pc:chgData name="faik bilgen" userId="9fcb1696e65a161f" providerId="LiveId" clId="{0C3A4C9E-717D-4ADE-97E0-B0AD580B3355}" dt="2026-02-07T15:22:39.402" v="6199"/>
        <pc:sldMkLst>
          <pc:docMk/>
          <pc:sldMk cId="1454062190" sldId="474"/>
        </pc:sldMkLst>
        <pc:spChg chg="mod">
          <ac:chgData name="faik bilgen" userId="9fcb1696e65a161f" providerId="LiveId" clId="{0C3A4C9E-717D-4ADE-97E0-B0AD580B3355}" dt="2026-02-07T15:22:39.402" v="6199"/>
          <ac:spMkLst>
            <pc:docMk/>
            <pc:sldMk cId="1454062190" sldId="474"/>
            <ac:spMk id="3" creationId="{F551D8FC-E8B2-E702-260E-C8F470945290}"/>
          </ac:spMkLst>
        </pc:spChg>
      </pc:sldChg>
      <pc:sldChg chg="modSp add mod">
        <pc:chgData name="faik bilgen" userId="9fcb1696e65a161f" providerId="LiveId" clId="{0C3A4C9E-717D-4ADE-97E0-B0AD580B3355}" dt="2026-02-07T15:23:27.241" v="6210" actId="20577"/>
        <pc:sldMkLst>
          <pc:docMk/>
          <pc:sldMk cId="4223828977" sldId="475"/>
        </pc:sldMkLst>
        <pc:spChg chg="mod">
          <ac:chgData name="faik bilgen" userId="9fcb1696e65a161f" providerId="LiveId" clId="{0C3A4C9E-717D-4ADE-97E0-B0AD580B3355}" dt="2026-02-07T15:23:27.241" v="6210" actId="20577"/>
          <ac:spMkLst>
            <pc:docMk/>
            <pc:sldMk cId="4223828977" sldId="475"/>
            <ac:spMk id="2" creationId="{8647C7E2-CCA3-F6AD-D4D2-AF6C70357106}"/>
          </ac:spMkLst>
        </pc:spChg>
      </pc:sldChg>
      <pc:sldChg chg="modSp add replId">
        <pc:chgData name="faik bilgen" userId="9fcb1696e65a161f" providerId="LiveId" clId="{0C3A4C9E-717D-4ADE-97E0-B0AD580B3355}" dt="2026-02-07T15:23:33.369" v="6211"/>
        <pc:sldMkLst>
          <pc:docMk/>
          <pc:sldMk cId="392908843" sldId="476"/>
        </pc:sldMkLst>
        <pc:spChg chg="mod">
          <ac:chgData name="faik bilgen" userId="9fcb1696e65a161f" providerId="LiveId" clId="{0C3A4C9E-717D-4ADE-97E0-B0AD580B3355}" dt="2026-02-07T15:23:33.369" v="6211"/>
          <ac:spMkLst>
            <pc:docMk/>
            <pc:sldMk cId="392908843" sldId="476"/>
            <ac:spMk id="3" creationId="{BA25BE88-E3E9-A08E-9CD0-8CA213EBFAC1}"/>
          </ac:spMkLst>
        </pc:spChg>
      </pc:sldChg>
      <pc:sldChg chg="modSp add mod">
        <pc:chgData name="faik bilgen" userId="9fcb1696e65a161f" providerId="LiveId" clId="{0C3A4C9E-717D-4ADE-97E0-B0AD580B3355}" dt="2026-02-07T15:24:20.096" v="6219" actId="20577"/>
        <pc:sldMkLst>
          <pc:docMk/>
          <pc:sldMk cId="4078487801" sldId="477"/>
        </pc:sldMkLst>
        <pc:spChg chg="mod">
          <ac:chgData name="faik bilgen" userId="9fcb1696e65a161f" providerId="LiveId" clId="{0C3A4C9E-717D-4ADE-97E0-B0AD580B3355}" dt="2026-02-07T15:24:20.096" v="6219" actId="20577"/>
          <ac:spMkLst>
            <pc:docMk/>
            <pc:sldMk cId="4078487801" sldId="477"/>
            <ac:spMk id="2" creationId="{86FD141F-7422-07D5-C62A-221B6A9D4861}"/>
          </ac:spMkLst>
        </pc:spChg>
      </pc:sldChg>
      <pc:sldChg chg="modSp add replId">
        <pc:chgData name="faik bilgen" userId="9fcb1696e65a161f" providerId="LiveId" clId="{0C3A4C9E-717D-4ADE-97E0-B0AD580B3355}" dt="2026-02-07T15:24:25.585" v="6220"/>
        <pc:sldMkLst>
          <pc:docMk/>
          <pc:sldMk cId="1225718063" sldId="478"/>
        </pc:sldMkLst>
        <pc:spChg chg="mod">
          <ac:chgData name="faik bilgen" userId="9fcb1696e65a161f" providerId="LiveId" clId="{0C3A4C9E-717D-4ADE-97E0-B0AD580B3355}" dt="2026-02-07T15:24:25.585" v="6220"/>
          <ac:spMkLst>
            <pc:docMk/>
            <pc:sldMk cId="1225718063" sldId="478"/>
            <ac:spMk id="3" creationId="{DC582E8D-BA97-7E1F-4790-BF0AD3FDADFD}"/>
          </ac:spMkLst>
        </pc:spChg>
      </pc:sldChg>
      <pc:sldChg chg="modSp add mod">
        <pc:chgData name="faik bilgen" userId="9fcb1696e65a161f" providerId="LiveId" clId="{0C3A4C9E-717D-4ADE-97E0-B0AD580B3355}" dt="2026-02-07T15:25:31.540" v="6224" actId="20577"/>
        <pc:sldMkLst>
          <pc:docMk/>
          <pc:sldMk cId="2585474765" sldId="479"/>
        </pc:sldMkLst>
        <pc:spChg chg="mod">
          <ac:chgData name="faik bilgen" userId="9fcb1696e65a161f" providerId="LiveId" clId="{0C3A4C9E-717D-4ADE-97E0-B0AD580B3355}" dt="2026-02-07T15:25:31.540" v="6224" actId="20577"/>
          <ac:spMkLst>
            <pc:docMk/>
            <pc:sldMk cId="2585474765" sldId="479"/>
            <ac:spMk id="2" creationId="{251443F6-2D54-B799-38C4-17CB4618D403}"/>
          </ac:spMkLst>
        </pc:spChg>
      </pc:sldChg>
      <pc:sldChg chg="modSp add replId">
        <pc:chgData name="faik bilgen" userId="9fcb1696e65a161f" providerId="LiveId" clId="{0C3A4C9E-717D-4ADE-97E0-B0AD580B3355}" dt="2026-02-07T15:25:38.631" v="6225"/>
        <pc:sldMkLst>
          <pc:docMk/>
          <pc:sldMk cId="1078015735" sldId="480"/>
        </pc:sldMkLst>
        <pc:spChg chg="mod">
          <ac:chgData name="faik bilgen" userId="9fcb1696e65a161f" providerId="LiveId" clId="{0C3A4C9E-717D-4ADE-97E0-B0AD580B3355}" dt="2026-02-07T15:25:38.631" v="6225"/>
          <ac:spMkLst>
            <pc:docMk/>
            <pc:sldMk cId="1078015735" sldId="480"/>
            <ac:spMk id="3" creationId="{10DB8FF7-0625-093B-0E97-35D2E66C6B1E}"/>
          </ac:spMkLst>
        </pc:spChg>
      </pc:sldChg>
      <pc:sldChg chg="modSp add mod ord">
        <pc:chgData name="faik bilgen" userId="9fcb1696e65a161f" providerId="LiveId" clId="{0C3A4C9E-717D-4ADE-97E0-B0AD580B3355}" dt="2026-02-07T15:26:33.778" v="6233" actId="20577"/>
        <pc:sldMkLst>
          <pc:docMk/>
          <pc:sldMk cId="3659709561" sldId="481"/>
        </pc:sldMkLst>
        <pc:spChg chg="mod">
          <ac:chgData name="faik bilgen" userId="9fcb1696e65a161f" providerId="LiveId" clId="{0C3A4C9E-717D-4ADE-97E0-B0AD580B3355}" dt="2026-02-07T15:26:33.778" v="6233" actId="20577"/>
          <ac:spMkLst>
            <pc:docMk/>
            <pc:sldMk cId="3659709561" sldId="481"/>
            <ac:spMk id="2" creationId="{B652F211-DCA1-B027-0012-C233F89082D8}"/>
          </ac:spMkLst>
        </pc:spChg>
      </pc:sldChg>
      <pc:sldChg chg="modSp add ord replId">
        <pc:chgData name="faik bilgen" userId="9fcb1696e65a161f" providerId="LiveId" clId="{0C3A4C9E-717D-4ADE-97E0-B0AD580B3355}" dt="2026-02-07T15:26:39.117" v="6234"/>
        <pc:sldMkLst>
          <pc:docMk/>
          <pc:sldMk cId="2027822343" sldId="482"/>
        </pc:sldMkLst>
        <pc:spChg chg="mod">
          <ac:chgData name="faik bilgen" userId="9fcb1696e65a161f" providerId="LiveId" clId="{0C3A4C9E-717D-4ADE-97E0-B0AD580B3355}" dt="2026-02-07T15:26:39.117" v="6234"/>
          <ac:spMkLst>
            <pc:docMk/>
            <pc:sldMk cId="2027822343" sldId="482"/>
            <ac:spMk id="3" creationId="{9C4DCCB4-5E36-DD86-1003-2457DE4C624B}"/>
          </ac:spMkLst>
        </pc:spChg>
      </pc:sldChg>
      <pc:sldChg chg="modSp add mod">
        <pc:chgData name="faik bilgen" userId="9fcb1696e65a161f" providerId="LiveId" clId="{0C3A4C9E-717D-4ADE-97E0-B0AD580B3355}" dt="2026-02-07T15:27:21.655" v="6240" actId="20577"/>
        <pc:sldMkLst>
          <pc:docMk/>
          <pc:sldMk cId="442015705" sldId="483"/>
        </pc:sldMkLst>
        <pc:spChg chg="mod">
          <ac:chgData name="faik bilgen" userId="9fcb1696e65a161f" providerId="LiveId" clId="{0C3A4C9E-717D-4ADE-97E0-B0AD580B3355}" dt="2026-02-07T15:27:21.655" v="6240" actId="20577"/>
          <ac:spMkLst>
            <pc:docMk/>
            <pc:sldMk cId="442015705" sldId="483"/>
            <ac:spMk id="2" creationId="{62C63230-797C-ED66-DE44-2FBF2BE1D177}"/>
          </ac:spMkLst>
        </pc:spChg>
      </pc:sldChg>
      <pc:sldChg chg="modSp add replId">
        <pc:chgData name="faik bilgen" userId="9fcb1696e65a161f" providerId="LiveId" clId="{0C3A4C9E-717D-4ADE-97E0-B0AD580B3355}" dt="2026-02-07T15:27:26.825" v="6241"/>
        <pc:sldMkLst>
          <pc:docMk/>
          <pc:sldMk cId="1939188570" sldId="484"/>
        </pc:sldMkLst>
        <pc:spChg chg="mod">
          <ac:chgData name="faik bilgen" userId="9fcb1696e65a161f" providerId="LiveId" clId="{0C3A4C9E-717D-4ADE-97E0-B0AD580B3355}" dt="2026-02-07T15:27:26.825" v="6241"/>
          <ac:spMkLst>
            <pc:docMk/>
            <pc:sldMk cId="1939188570" sldId="484"/>
            <ac:spMk id="3" creationId="{4274347C-6296-1FD4-1CFE-D615F7F3D13F}"/>
          </ac:spMkLst>
        </pc:spChg>
      </pc:sldChg>
      <pc:sldChg chg="modSp add mod">
        <pc:chgData name="faik bilgen" userId="9fcb1696e65a161f" providerId="LiveId" clId="{0C3A4C9E-717D-4ADE-97E0-B0AD580B3355}" dt="2026-02-07T15:28:10.713" v="6252" actId="20577"/>
        <pc:sldMkLst>
          <pc:docMk/>
          <pc:sldMk cId="2095919864" sldId="485"/>
        </pc:sldMkLst>
        <pc:spChg chg="mod">
          <ac:chgData name="faik bilgen" userId="9fcb1696e65a161f" providerId="LiveId" clId="{0C3A4C9E-717D-4ADE-97E0-B0AD580B3355}" dt="2026-02-07T15:28:10.713" v="6252" actId="20577"/>
          <ac:spMkLst>
            <pc:docMk/>
            <pc:sldMk cId="2095919864" sldId="485"/>
            <ac:spMk id="2" creationId="{F0C460A4-D8D3-42F6-BA81-8669FD081A4F}"/>
          </ac:spMkLst>
        </pc:spChg>
      </pc:sldChg>
      <pc:sldChg chg="modSp add replId">
        <pc:chgData name="faik bilgen" userId="9fcb1696e65a161f" providerId="LiveId" clId="{0C3A4C9E-717D-4ADE-97E0-B0AD580B3355}" dt="2026-02-07T15:28:14.927" v="6253"/>
        <pc:sldMkLst>
          <pc:docMk/>
          <pc:sldMk cId="660992868" sldId="486"/>
        </pc:sldMkLst>
        <pc:spChg chg="mod">
          <ac:chgData name="faik bilgen" userId="9fcb1696e65a161f" providerId="LiveId" clId="{0C3A4C9E-717D-4ADE-97E0-B0AD580B3355}" dt="2026-02-07T15:28:14.927" v="6253"/>
          <ac:spMkLst>
            <pc:docMk/>
            <pc:sldMk cId="660992868" sldId="486"/>
            <ac:spMk id="3" creationId="{071718AA-24BA-0D86-5449-0659A8BF9BF3}"/>
          </ac:spMkLst>
        </pc:spChg>
      </pc:sldChg>
      <pc:sldChg chg="modSp add mod">
        <pc:chgData name="faik bilgen" userId="9fcb1696e65a161f" providerId="LiveId" clId="{0C3A4C9E-717D-4ADE-97E0-B0AD580B3355}" dt="2026-02-07T15:28:40.533" v="6263" actId="20577"/>
        <pc:sldMkLst>
          <pc:docMk/>
          <pc:sldMk cId="1426225832" sldId="487"/>
        </pc:sldMkLst>
        <pc:spChg chg="mod">
          <ac:chgData name="faik bilgen" userId="9fcb1696e65a161f" providerId="LiveId" clId="{0C3A4C9E-717D-4ADE-97E0-B0AD580B3355}" dt="2026-02-07T15:28:40.533" v="6263" actId="20577"/>
          <ac:spMkLst>
            <pc:docMk/>
            <pc:sldMk cId="1426225832" sldId="487"/>
            <ac:spMk id="2" creationId="{EBA03E7D-A5B7-8292-B848-0178DD2F2511}"/>
          </ac:spMkLst>
        </pc:spChg>
      </pc:sldChg>
      <pc:sldChg chg="modSp add replId">
        <pc:chgData name="faik bilgen" userId="9fcb1696e65a161f" providerId="LiveId" clId="{0C3A4C9E-717D-4ADE-97E0-B0AD580B3355}" dt="2026-02-07T15:28:46.590" v="6264"/>
        <pc:sldMkLst>
          <pc:docMk/>
          <pc:sldMk cId="53090348" sldId="488"/>
        </pc:sldMkLst>
        <pc:spChg chg="mod">
          <ac:chgData name="faik bilgen" userId="9fcb1696e65a161f" providerId="LiveId" clId="{0C3A4C9E-717D-4ADE-97E0-B0AD580B3355}" dt="2026-02-07T15:28:46.590" v="6264"/>
          <ac:spMkLst>
            <pc:docMk/>
            <pc:sldMk cId="53090348" sldId="488"/>
            <ac:spMk id="3" creationId="{573C9983-A13C-CFB7-ACE1-88415AC81725}"/>
          </ac:spMkLst>
        </pc:spChg>
      </pc:sldChg>
      <pc:sldChg chg="modSp add mod">
        <pc:chgData name="faik bilgen" userId="9fcb1696e65a161f" providerId="LiveId" clId="{0C3A4C9E-717D-4ADE-97E0-B0AD580B3355}" dt="2026-02-07T15:29:56.903" v="6275" actId="122"/>
        <pc:sldMkLst>
          <pc:docMk/>
          <pc:sldMk cId="3791352277" sldId="489"/>
        </pc:sldMkLst>
        <pc:spChg chg="mod">
          <ac:chgData name="faik bilgen" userId="9fcb1696e65a161f" providerId="LiveId" clId="{0C3A4C9E-717D-4ADE-97E0-B0AD580B3355}" dt="2026-02-07T15:29:56.903" v="6275" actId="122"/>
          <ac:spMkLst>
            <pc:docMk/>
            <pc:sldMk cId="3791352277" sldId="489"/>
            <ac:spMk id="2" creationId="{ACD9F24A-1D00-3DD5-810C-51DFADC91C2B}"/>
          </ac:spMkLst>
        </pc:spChg>
      </pc:sldChg>
      <pc:sldChg chg="modSp add replId">
        <pc:chgData name="faik bilgen" userId="9fcb1696e65a161f" providerId="LiveId" clId="{0C3A4C9E-717D-4ADE-97E0-B0AD580B3355}" dt="2026-02-07T15:30:03.766" v="6276"/>
        <pc:sldMkLst>
          <pc:docMk/>
          <pc:sldMk cId="1249675574" sldId="490"/>
        </pc:sldMkLst>
        <pc:spChg chg="mod">
          <ac:chgData name="faik bilgen" userId="9fcb1696e65a161f" providerId="LiveId" clId="{0C3A4C9E-717D-4ADE-97E0-B0AD580B3355}" dt="2026-02-07T15:30:03.766" v="6276"/>
          <ac:spMkLst>
            <pc:docMk/>
            <pc:sldMk cId="1249675574" sldId="490"/>
            <ac:spMk id="3" creationId="{7993CE9B-CFAF-D462-D36F-E81658D37C65}"/>
          </ac:spMkLst>
        </pc:spChg>
      </pc:sldChg>
      <pc:sldChg chg="modSp add mod">
        <pc:chgData name="faik bilgen" userId="9fcb1696e65a161f" providerId="LiveId" clId="{0C3A4C9E-717D-4ADE-97E0-B0AD580B3355}" dt="2026-02-07T15:30:37.591" v="6282" actId="20577"/>
        <pc:sldMkLst>
          <pc:docMk/>
          <pc:sldMk cId="4067232509" sldId="491"/>
        </pc:sldMkLst>
        <pc:spChg chg="mod">
          <ac:chgData name="faik bilgen" userId="9fcb1696e65a161f" providerId="LiveId" clId="{0C3A4C9E-717D-4ADE-97E0-B0AD580B3355}" dt="2026-02-07T15:30:37.591" v="6282" actId="20577"/>
          <ac:spMkLst>
            <pc:docMk/>
            <pc:sldMk cId="4067232509" sldId="491"/>
            <ac:spMk id="2" creationId="{5CA867DA-7EAE-EC15-1B2D-111AC2090E1C}"/>
          </ac:spMkLst>
        </pc:spChg>
      </pc:sldChg>
      <pc:sldChg chg="modSp add mod">
        <pc:chgData name="faik bilgen" userId="9fcb1696e65a161f" providerId="LiveId" clId="{0C3A4C9E-717D-4ADE-97E0-B0AD580B3355}" dt="2026-02-07T15:31:19.909" v="6286" actId="120"/>
        <pc:sldMkLst>
          <pc:docMk/>
          <pc:sldMk cId="3424851945" sldId="493"/>
        </pc:sldMkLst>
        <pc:spChg chg="mod">
          <ac:chgData name="faik bilgen" userId="9fcb1696e65a161f" providerId="LiveId" clId="{0C3A4C9E-717D-4ADE-97E0-B0AD580B3355}" dt="2026-02-07T15:31:19.909" v="6286" actId="120"/>
          <ac:spMkLst>
            <pc:docMk/>
            <pc:sldMk cId="3424851945" sldId="493"/>
            <ac:spMk id="2" creationId="{512B1FBB-2AE1-10A2-B599-8F5931EA2AED}"/>
          </ac:spMkLst>
        </pc:spChg>
      </pc:sldChg>
      <pc:sldChg chg="modSp add replId">
        <pc:chgData name="faik bilgen" userId="9fcb1696e65a161f" providerId="LiveId" clId="{0C3A4C9E-717D-4ADE-97E0-B0AD580B3355}" dt="2026-02-07T15:31:23.345" v="6287"/>
        <pc:sldMkLst>
          <pc:docMk/>
          <pc:sldMk cId="2286194011" sldId="494"/>
        </pc:sldMkLst>
        <pc:spChg chg="mod">
          <ac:chgData name="faik bilgen" userId="9fcb1696e65a161f" providerId="LiveId" clId="{0C3A4C9E-717D-4ADE-97E0-B0AD580B3355}" dt="2026-02-07T15:31:23.345" v="6287"/>
          <ac:spMkLst>
            <pc:docMk/>
            <pc:sldMk cId="2286194011" sldId="494"/>
            <ac:spMk id="3" creationId="{BF8BE9FE-D421-1A99-CC29-4552F3EF19D1}"/>
          </ac:spMkLst>
        </pc:spChg>
      </pc:sldChg>
      <pc:sldChg chg="modSp add mod">
        <pc:chgData name="faik bilgen" userId="9fcb1696e65a161f" providerId="LiveId" clId="{0C3A4C9E-717D-4ADE-97E0-B0AD580B3355}" dt="2026-02-07T15:32:20.545" v="6293" actId="20577"/>
        <pc:sldMkLst>
          <pc:docMk/>
          <pc:sldMk cId="688717977" sldId="495"/>
        </pc:sldMkLst>
        <pc:spChg chg="mod">
          <ac:chgData name="faik bilgen" userId="9fcb1696e65a161f" providerId="LiveId" clId="{0C3A4C9E-717D-4ADE-97E0-B0AD580B3355}" dt="2026-02-07T15:32:20.545" v="6293" actId="20577"/>
          <ac:spMkLst>
            <pc:docMk/>
            <pc:sldMk cId="688717977" sldId="495"/>
            <ac:spMk id="2" creationId="{EC70F2A5-0EB5-5DAC-B210-B25D114C80E4}"/>
          </ac:spMkLst>
        </pc:spChg>
      </pc:sldChg>
      <pc:sldChg chg="modSp add replId">
        <pc:chgData name="faik bilgen" userId="9fcb1696e65a161f" providerId="LiveId" clId="{0C3A4C9E-717D-4ADE-97E0-B0AD580B3355}" dt="2026-02-07T15:32:26.233" v="6294"/>
        <pc:sldMkLst>
          <pc:docMk/>
          <pc:sldMk cId="444276095" sldId="496"/>
        </pc:sldMkLst>
        <pc:spChg chg="mod">
          <ac:chgData name="faik bilgen" userId="9fcb1696e65a161f" providerId="LiveId" clId="{0C3A4C9E-717D-4ADE-97E0-B0AD580B3355}" dt="2026-02-07T15:32:26.233" v="6294"/>
          <ac:spMkLst>
            <pc:docMk/>
            <pc:sldMk cId="444276095" sldId="496"/>
            <ac:spMk id="3" creationId="{05DE59B6-2385-B366-018B-BA6FDEA9F3A5}"/>
          </ac:spMkLst>
        </pc:spChg>
      </pc:sldChg>
      <pc:sldChg chg="modSp add mod">
        <pc:chgData name="faik bilgen" userId="9fcb1696e65a161f" providerId="LiveId" clId="{0C3A4C9E-717D-4ADE-97E0-B0AD580B3355}" dt="2026-02-07T15:33:07.414" v="6298" actId="20577"/>
        <pc:sldMkLst>
          <pc:docMk/>
          <pc:sldMk cId="505376268" sldId="497"/>
        </pc:sldMkLst>
        <pc:spChg chg="mod">
          <ac:chgData name="faik bilgen" userId="9fcb1696e65a161f" providerId="LiveId" clId="{0C3A4C9E-717D-4ADE-97E0-B0AD580B3355}" dt="2026-02-07T15:33:07.414" v="6298" actId="20577"/>
          <ac:spMkLst>
            <pc:docMk/>
            <pc:sldMk cId="505376268" sldId="497"/>
            <ac:spMk id="2" creationId="{2D32774E-79AC-3DE2-36A7-8D2151B83A7F}"/>
          </ac:spMkLst>
        </pc:spChg>
      </pc:sldChg>
      <pc:sldChg chg="modSp add mod">
        <pc:chgData name="faik bilgen" userId="9fcb1696e65a161f" providerId="LiveId" clId="{0C3A4C9E-717D-4ADE-97E0-B0AD580B3355}" dt="2026-02-07T15:33:45.645" v="6303" actId="20577"/>
        <pc:sldMkLst>
          <pc:docMk/>
          <pc:sldMk cId="3983578156" sldId="499"/>
        </pc:sldMkLst>
        <pc:spChg chg="mod">
          <ac:chgData name="faik bilgen" userId="9fcb1696e65a161f" providerId="LiveId" clId="{0C3A4C9E-717D-4ADE-97E0-B0AD580B3355}" dt="2026-02-07T15:33:45.645" v="6303" actId="20577"/>
          <ac:spMkLst>
            <pc:docMk/>
            <pc:sldMk cId="3983578156" sldId="499"/>
            <ac:spMk id="2" creationId="{8654D932-CBBF-6DC7-8E13-2EB519E9DB21}"/>
          </ac:spMkLst>
        </pc:spChg>
      </pc:sldChg>
      <pc:sldChg chg="modSp add">
        <pc:chgData name="faik bilgen" userId="9fcb1696e65a161f" providerId="LiveId" clId="{0C3A4C9E-717D-4ADE-97E0-B0AD580B3355}" dt="2026-02-07T15:34:12.974" v="6307"/>
        <pc:sldMkLst>
          <pc:docMk/>
          <pc:sldMk cId="164272476" sldId="501"/>
        </pc:sldMkLst>
        <pc:spChg chg="mod">
          <ac:chgData name="faik bilgen" userId="9fcb1696e65a161f" providerId="LiveId" clId="{0C3A4C9E-717D-4ADE-97E0-B0AD580B3355}" dt="2026-02-07T15:34:12.974" v="6307"/>
          <ac:spMkLst>
            <pc:docMk/>
            <pc:sldMk cId="164272476" sldId="501"/>
            <ac:spMk id="2" creationId="{1AFBAA50-2E4C-3D1E-470F-280FB71D93DE}"/>
          </ac:spMkLst>
        </pc:spChg>
      </pc:sldChg>
      <pc:sldChg chg="modSp add replId">
        <pc:chgData name="faik bilgen" userId="9fcb1696e65a161f" providerId="LiveId" clId="{0C3A4C9E-717D-4ADE-97E0-B0AD580B3355}" dt="2026-02-07T15:34:17.946" v="6308"/>
        <pc:sldMkLst>
          <pc:docMk/>
          <pc:sldMk cId="860803913" sldId="502"/>
        </pc:sldMkLst>
        <pc:spChg chg="mod">
          <ac:chgData name="faik bilgen" userId="9fcb1696e65a161f" providerId="LiveId" clId="{0C3A4C9E-717D-4ADE-97E0-B0AD580B3355}" dt="2026-02-07T15:34:17.946" v="6308"/>
          <ac:spMkLst>
            <pc:docMk/>
            <pc:sldMk cId="860803913" sldId="502"/>
            <ac:spMk id="3" creationId="{9732B477-CC46-113F-0F96-BC9E30599399}"/>
          </ac:spMkLst>
        </pc:spChg>
      </pc:sldChg>
      <pc:sldChg chg="modSp add mod">
        <pc:chgData name="faik bilgen" userId="9fcb1696e65a161f" providerId="LiveId" clId="{0C3A4C9E-717D-4ADE-97E0-B0AD580B3355}" dt="2026-02-07T15:35:43.208" v="6318" actId="20577"/>
        <pc:sldMkLst>
          <pc:docMk/>
          <pc:sldMk cId="1135404949" sldId="503"/>
        </pc:sldMkLst>
        <pc:spChg chg="mod">
          <ac:chgData name="faik bilgen" userId="9fcb1696e65a161f" providerId="LiveId" clId="{0C3A4C9E-717D-4ADE-97E0-B0AD580B3355}" dt="2026-02-07T15:35:43.208" v="6318" actId="20577"/>
          <ac:spMkLst>
            <pc:docMk/>
            <pc:sldMk cId="1135404949" sldId="503"/>
            <ac:spMk id="2" creationId="{649F0EF5-D006-135D-5F6A-045B8541CFFF}"/>
          </ac:spMkLst>
        </pc:spChg>
      </pc:sldChg>
      <pc:sldChg chg="modSp add replId">
        <pc:chgData name="faik bilgen" userId="9fcb1696e65a161f" providerId="LiveId" clId="{0C3A4C9E-717D-4ADE-97E0-B0AD580B3355}" dt="2026-02-07T15:35:48.617" v="6319"/>
        <pc:sldMkLst>
          <pc:docMk/>
          <pc:sldMk cId="1709779384" sldId="504"/>
        </pc:sldMkLst>
        <pc:spChg chg="mod">
          <ac:chgData name="faik bilgen" userId="9fcb1696e65a161f" providerId="LiveId" clId="{0C3A4C9E-717D-4ADE-97E0-B0AD580B3355}" dt="2026-02-07T15:35:48.617" v="6319"/>
          <ac:spMkLst>
            <pc:docMk/>
            <pc:sldMk cId="1709779384" sldId="504"/>
            <ac:spMk id="3" creationId="{42BC2152-7ECA-6DD6-C716-1DA7305291B0}"/>
          </ac:spMkLst>
        </pc:spChg>
      </pc:sldChg>
      <pc:sldChg chg="modSp add mod">
        <pc:chgData name="faik bilgen" userId="9fcb1696e65a161f" providerId="LiveId" clId="{0C3A4C9E-717D-4ADE-97E0-B0AD580B3355}" dt="2026-02-07T15:36:23.963" v="6327" actId="20577"/>
        <pc:sldMkLst>
          <pc:docMk/>
          <pc:sldMk cId="643407306" sldId="505"/>
        </pc:sldMkLst>
        <pc:spChg chg="mod">
          <ac:chgData name="faik bilgen" userId="9fcb1696e65a161f" providerId="LiveId" clId="{0C3A4C9E-717D-4ADE-97E0-B0AD580B3355}" dt="2026-02-07T15:36:23.963" v="6327" actId="20577"/>
          <ac:spMkLst>
            <pc:docMk/>
            <pc:sldMk cId="643407306" sldId="505"/>
            <ac:spMk id="2" creationId="{1043BE30-59BD-2C8B-FD92-D5B417BD625F}"/>
          </ac:spMkLst>
        </pc:spChg>
      </pc:sldChg>
      <pc:sldChg chg="modSp add replId">
        <pc:chgData name="faik bilgen" userId="9fcb1696e65a161f" providerId="LiveId" clId="{0C3A4C9E-717D-4ADE-97E0-B0AD580B3355}" dt="2026-02-07T15:36:28.962" v="6328"/>
        <pc:sldMkLst>
          <pc:docMk/>
          <pc:sldMk cId="3453870819" sldId="506"/>
        </pc:sldMkLst>
        <pc:spChg chg="mod">
          <ac:chgData name="faik bilgen" userId="9fcb1696e65a161f" providerId="LiveId" clId="{0C3A4C9E-717D-4ADE-97E0-B0AD580B3355}" dt="2026-02-07T15:36:28.962" v="6328"/>
          <ac:spMkLst>
            <pc:docMk/>
            <pc:sldMk cId="3453870819" sldId="506"/>
            <ac:spMk id="3" creationId="{721CCBA3-D7DB-B9C7-C346-B77FCFB5F97F}"/>
          </ac:spMkLst>
        </pc:spChg>
      </pc:sldChg>
      <pc:sldChg chg="modSp add mod">
        <pc:chgData name="faik bilgen" userId="9fcb1696e65a161f" providerId="LiveId" clId="{0C3A4C9E-717D-4ADE-97E0-B0AD580B3355}" dt="2026-02-07T15:38:07.750" v="6339" actId="20577"/>
        <pc:sldMkLst>
          <pc:docMk/>
          <pc:sldMk cId="3791785021" sldId="508"/>
        </pc:sldMkLst>
        <pc:spChg chg="mod">
          <ac:chgData name="faik bilgen" userId="9fcb1696e65a161f" providerId="LiveId" clId="{0C3A4C9E-717D-4ADE-97E0-B0AD580B3355}" dt="2026-02-07T15:38:07.750" v="6339" actId="20577"/>
          <ac:spMkLst>
            <pc:docMk/>
            <pc:sldMk cId="3791785021" sldId="508"/>
            <ac:spMk id="2" creationId="{8706B1FB-5036-2327-D3AD-7590A752A3E4}"/>
          </ac:spMkLst>
        </pc:spChg>
      </pc:sldChg>
      <pc:sldChg chg="modSp add replId">
        <pc:chgData name="faik bilgen" userId="9fcb1696e65a161f" providerId="LiveId" clId="{0C3A4C9E-717D-4ADE-97E0-B0AD580B3355}" dt="2026-02-07T15:38:12.796" v="6340"/>
        <pc:sldMkLst>
          <pc:docMk/>
          <pc:sldMk cId="4027244050" sldId="509"/>
        </pc:sldMkLst>
        <pc:spChg chg="mod">
          <ac:chgData name="faik bilgen" userId="9fcb1696e65a161f" providerId="LiveId" clId="{0C3A4C9E-717D-4ADE-97E0-B0AD580B3355}" dt="2026-02-07T15:38:12.796" v="6340"/>
          <ac:spMkLst>
            <pc:docMk/>
            <pc:sldMk cId="4027244050" sldId="509"/>
            <ac:spMk id="3" creationId="{CC27BD83-1BE8-C3CA-0213-A709CC448A10}"/>
          </ac:spMkLst>
        </pc:spChg>
      </pc:sldChg>
      <pc:sldChg chg="modSp add mod">
        <pc:chgData name="faik bilgen" userId="9fcb1696e65a161f" providerId="LiveId" clId="{0C3A4C9E-717D-4ADE-97E0-B0AD580B3355}" dt="2026-02-07T15:39:03.814" v="6346" actId="20577"/>
        <pc:sldMkLst>
          <pc:docMk/>
          <pc:sldMk cId="498931912" sldId="510"/>
        </pc:sldMkLst>
        <pc:spChg chg="mod">
          <ac:chgData name="faik bilgen" userId="9fcb1696e65a161f" providerId="LiveId" clId="{0C3A4C9E-717D-4ADE-97E0-B0AD580B3355}" dt="2026-02-07T15:39:03.814" v="6346" actId="20577"/>
          <ac:spMkLst>
            <pc:docMk/>
            <pc:sldMk cId="498931912" sldId="510"/>
            <ac:spMk id="2" creationId="{B53A6859-5C29-3820-DDD6-B520D71BBB24}"/>
          </ac:spMkLst>
        </pc:spChg>
      </pc:sldChg>
      <pc:sldChg chg="modSp add replId">
        <pc:chgData name="faik bilgen" userId="9fcb1696e65a161f" providerId="LiveId" clId="{0C3A4C9E-717D-4ADE-97E0-B0AD580B3355}" dt="2026-02-07T15:39:09.473" v="6347"/>
        <pc:sldMkLst>
          <pc:docMk/>
          <pc:sldMk cId="1281743134" sldId="511"/>
        </pc:sldMkLst>
        <pc:spChg chg="mod">
          <ac:chgData name="faik bilgen" userId="9fcb1696e65a161f" providerId="LiveId" clId="{0C3A4C9E-717D-4ADE-97E0-B0AD580B3355}" dt="2026-02-07T15:39:09.473" v="6347"/>
          <ac:spMkLst>
            <pc:docMk/>
            <pc:sldMk cId="1281743134" sldId="511"/>
            <ac:spMk id="3" creationId="{2582ED3E-9988-9965-5D39-0C9EC0686538}"/>
          </ac:spMkLst>
        </pc:spChg>
      </pc:sldChg>
      <pc:sldChg chg="modSp add mod">
        <pc:chgData name="faik bilgen" userId="9fcb1696e65a161f" providerId="LiveId" clId="{0C3A4C9E-717D-4ADE-97E0-B0AD580B3355}" dt="2026-02-07T15:40:22.984" v="6355" actId="20577"/>
        <pc:sldMkLst>
          <pc:docMk/>
          <pc:sldMk cId="3649195866" sldId="512"/>
        </pc:sldMkLst>
        <pc:spChg chg="mod">
          <ac:chgData name="faik bilgen" userId="9fcb1696e65a161f" providerId="LiveId" clId="{0C3A4C9E-717D-4ADE-97E0-B0AD580B3355}" dt="2026-02-07T15:40:22.984" v="6355" actId="20577"/>
          <ac:spMkLst>
            <pc:docMk/>
            <pc:sldMk cId="3649195866" sldId="512"/>
            <ac:spMk id="2" creationId="{C853E534-A21D-B8D9-0314-31E48420DE39}"/>
          </ac:spMkLst>
        </pc:spChg>
      </pc:sldChg>
      <pc:sldChg chg="modSp add mod">
        <pc:chgData name="faik bilgen" userId="9fcb1696e65a161f" providerId="LiveId" clId="{0C3A4C9E-717D-4ADE-97E0-B0AD580B3355}" dt="2026-02-07T15:41:15.025" v="6365" actId="20577"/>
        <pc:sldMkLst>
          <pc:docMk/>
          <pc:sldMk cId="442847385" sldId="514"/>
        </pc:sldMkLst>
        <pc:spChg chg="mod">
          <ac:chgData name="faik bilgen" userId="9fcb1696e65a161f" providerId="LiveId" clId="{0C3A4C9E-717D-4ADE-97E0-B0AD580B3355}" dt="2026-02-07T15:41:15.025" v="6365" actId="20577"/>
          <ac:spMkLst>
            <pc:docMk/>
            <pc:sldMk cId="442847385" sldId="514"/>
            <ac:spMk id="2" creationId="{BD81A0C3-2EAC-2CB0-B55D-AF8C6B188776}"/>
          </ac:spMkLst>
        </pc:spChg>
      </pc:sldChg>
      <pc:sldChg chg="modSp add ord">
        <pc:chgData name="faik bilgen" userId="9fcb1696e65a161f" providerId="LiveId" clId="{0C3A4C9E-717D-4ADE-97E0-B0AD580B3355}" dt="2026-02-07T15:42:04.103" v="6370"/>
        <pc:sldMkLst>
          <pc:docMk/>
          <pc:sldMk cId="1835990213" sldId="515"/>
        </pc:sldMkLst>
        <pc:spChg chg="mod">
          <ac:chgData name="faik bilgen" userId="9fcb1696e65a161f" providerId="LiveId" clId="{0C3A4C9E-717D-4ADE-97E0-B0AD580B3355}" dt="2026-02-07T15:42:04.103" v="6370"/>
          <ac:spMkLst>
            <pc:docMk/>
            <pc:sldMk cId="1835990213" sldId="515"/>
            <ac:spMk id="2" creationId="{1F4AE92A-F126-97D1-CA0E-E39C3F90613B}"/>
          </ac:spMkLst>
        </pc:spChg>
      </pc:sldChg>
      <pc:sldChg chg="modSp add ord">
        <pc:chgData name="faik bilgen" userId="9fcb1696e65a161f" providerId="LiveId" clId="{0C3A4C9E-717D-4ADE-97E0-B0AD580B3355}" dt="2026-02-07T15:43:50.612" v="6377"/>
        <pc:sldMkLst>
          <pc:docMk/>
          <pc:sldMk cId="4125772906" sldId="516"/>
        </pc:sldMkLst>
        <pc:spChg chg="mod">
          <ac:chgData name="faik bilgen" userId="9fcb1696e65a161f" providerId="LiveId" clId="{0C3A4C9E-717D-4ADE-97E0-B0AD580B3355}" dt="2026-02-07T15:43:50.612" v="6377"/>
          <ac:spMkLst>
            <pc:docMk/>
            <pc:sldMk cId="4125772906" sldId="516"/>
            <ac:spMk id="2" creationId="{B76B9DDD-D2A8-B2ED-9450-8498AFDA3CCE}"/>
          </ac:spMkLst>
        </pc:spChg>
      </pc:sldChg>
      <pc:sldChg chg="modSp add ord replId">
        <pc:chgData name="faik bilgen" userId="9fcb1696e65a161f" providerId="LiveId" clId="{0C3A4C9E-717D-4ADE-97E0-B0AD580B3355}" dt="2026-02-07T15:43:55.999" v="6378"/>
        <pc:sldMkLst>
          <pc:docMk/>
          <pc:sldMk cId="424071483" sldId="517"/>
        </pc:sldMkLst>
        <pc:spChg chg="mod">
          <ac:chgData name="faik bilgen" userId="9fcb1696e65a161f" providerId="LiveId" clId="{0C3A4C9E-717D-4ADE-97E0-B0AD580B3355}" dt="2026-02-07T15:43:55.999" v="6378"/>
          <ac:spMkLst>
            <pc:docMk/>
            <pc:sldMk cId="424071483" sldId="517"/>
            <ac:spMk id="3" creationId="{D5A9AA4D-F9E2-ACAB-559A-74AD2FE245ED}"/>
          </ac:spMkLst>
        </pc:spChg>
      </pc:sldChg>
      <pc:sldChg chg="modSp add">
        <pc:chgData name="faik bilgen" userId="9fcb1696e65a161f" providerId="LiveId" clId="{0C3A4C9E-717D-4ADE-97E0-B0AD580B3355}" dt="2026-02-07T15:44:14.993" v="6380"/>
        <pc:sldMkLst>
          <pc:docMk/>
          <pc:sldMk cId="1097750979" sldId="518"/>
        </pc:sldMkLst>
        <pc:spChg chg="mod">
          <ac:chgData name="faik bilgen" userId="9fcb1696e65a161f" providerId="LiveId" clId="{0C3A4C9E-717D-4ADE-97E0-B0AD580B3355}" dt="2026-02-07T15:44:14.993" v="6380"/>
          <ac:spMkLst>
            <pc:docMk/>
            <pc:sldMk cId="1097750979" sldId="518"/>
            <ac:spMk id="2" creationId="{1D9F7EBB-6415-8831-36AD-C87E13CC10C0}"/>
          </ac:spMkLst>
        </pc:spChg>
      </pc:sldChg>
      <pc:sldChg chg="modSp add replId">
        <pc:chgData name="faik bilgen" userId="9fcb1696e65a161f" providerId="LiveId" clId="{0C3A4C9E-717D-4ADE-97E0-B0AD580B3355}" dt="2026-02-07T15:44:19.391" v="6381"/>
        <pc:sldMkLst>
          <pc:docMk/>
          <pc:sldMk cId="3317060031" sldId="519"/>
        </pc:sldMkLst>
        <pc:spChg chg="mod">
          <ac:chgData name="faik bilgen" userId="9fcb1696e65a161f" providerId="LiveId" clId="{0C3A4C9E-717D-4ADE-97E0-B0AD580B3355}" dt="2026-02-07T15:44:19.391" v="6381"/>
          <ac:spMkLst>
            <pc:docMk/>
            <pc:sldMk cId="3317060031" sldId="519"/>
            <ac:spMk id="3" creationId="{98473647-28F9-59F2-A81C-F8749EEE83FE}"/>
          </ac:spMkLst>
        </pc:spChg>
      </pc:sldChg>
      <pc:sldChg chg="modSp add mod">
        <pc:chgData name="faik bilgen" userId="9fcb1696e65a161f" providerId="LiveId" clId="{0C3A4C9E-717D-4ADE-97E0-B0AD580B3355}" dt="2026-02-07T15:45:09.738" v="6396" actId="122"/>
        <pc:sldMkLst>
          <pc:docMk/>
          <pc:sldMk cId="3758626798" sldId="520"/>
        </pc:sldMkLst>
        <pc:spChg chg="mod">
          <ac:chgData name="faik bilgen" userId="9fcb1696e65a161f" providerId="LiveId" clId="{0C3A4C9E-717D-4ADE-97E0-B0AD580B3355}" dt="2026-02-07T15:45:09.738" v="6396" actId="122"/>
          <ac:spMkLst>
            <pc:docMk/>
            <pc:sldMk cId="3758626798" sldId="520"/>
            <ac:spMk id="2" creationId="{643B127E-6EED-76DF-F985-002358681455}"/>
          </ac:spMkLst>
        </pc:spChg>
      </pc:sldChg>
      <pc:sldChg chg="modSp add replId">
        <pc:chgData name="faik bilgen" userId="9fcb1696e65a161f" providerId="LiveId" clId="{0C3A4C9E-717D-4ADE-97E0-B0AD580B3355}" dt="2026-02-07T15:45:16.776" v="6397"/>
        <pc:sldMkLst>
          <pc:docMk/>
          <pc:sldMk cId="2672811610" sldId="521"/>
        </pc:sldMkLst>
        <pc:spChg chg="mod">
          <ac:chgData name="faik bilgen" userId="9fcb1696e65a161f" providerId="LiveId" clId="{0C3A4C9E-717D-4ADE-97E0-B0AD580B3355}" dt="2026-02-07T15:45:16.776" v="6397"/>
          <ac:spMkLst>
            <pc:docMk/>
            <pc:sldMk cId="2672811610" sldId="521"/>
            <ac:spMk id="3" creationId="{F6D92FD4-418B-1436-577D-1082FAEE19C0}"/>
          </ac:spMkLst>
        </pc:spChg>
      </pc:sldChg>
      <pc:sldChg chg="addSp modSp add mod modNotesTx">
        <pc:chgData name="faik bilgen" userId="9fcb1696e65a161f" providerId="LiveId" clId="{0C3A4C9E-717D-4ADE-97E0-B0AD580B3355}" dt="2026-02-08T07:23:26.161" v="6682" actId="14100"/>
        <pc:sldMkLst>
          <pc:docMk/>
          <pc:sldMk cId="1519119066" sldId="522"/>
        </pc:sldMkLst>
        <pc:spChg chg="mod">
          <ac:chgData name="faik bilgen" userId="9fcb1696e65a161f" providerId="LiveId" clId="{0C3A4C9E-717D-4ADE-97E0-B0AD580B3355}" dt="2026-02-08T07:09:38.991" v="6567" actId="20577"/>
          <ac:spMkLst>
            <pc:docMk/>
            <pc:sldMk cId="1519119066" sldId="522"/>
            <ac:spMk id="2" creationId="{2972CE16-0D70-BA13-5D3F-E401C4C33B88}"/>
          </ac:spMkLst>
        </pc:spChg>
        <pc:spChg chg="add mod">
          <ac:chgData name="faik bilgen" userId="9fcb1696e65a161f" providerId="LiveId" clId="{0C3A4C9E-717D-4ADE-97E0-B0AD580B3355}" dt="2026-02-08T07:22:02.021" v="6659" actId="1038"/>
          <ac:spMkLst>
            <pc:docMk/>
            <pc:sldMk cId="1519119066" sldId="522"/>
            <ac:spMk id="4" creationId="{A30DEA1E-6B45-7C7C-7BA9-BA0C32A77EC7}"/>
          </ac:spMkLst>
        </pc:spChg>
        <pc:spChg chg="mod">
          <ac:chgData name="faik bilgen" userId="9fcb1696e65a161f" providerId="LiveId" clId="{0C3A4C9E-717D-4ADE-97E0-B0AD580B3355}" dt="2026-02-08T07:21:32.077" v="6638" actId="1076"/>
          <ac:spMkLst>
            <pc:docMk/>
            <pc:sldMk cId="1519119066" sldId="522"/>
            <ac:spMk id="5" creationId="{5E4E4CED-DAD0-F408-F44C-EB831E4B2D81}"/>
          </ac:spMkLst>
        </pc:spChg>
        <pc:spChg chg="add mod">
          <ac:chgData name="faik bilgen" userId="9fcb1696e65a161f" providerId="LiveId" clId="{0C3A4C9E-717D-4ADE-97E0-B0AD580B3355}" dt="2026-02-08T07:22:02.021" v="6659" actId="1038"/>
          <ac:spMkLst>
            <pc:docMk/>
            <pc:sldMk cId="1519119066" sldId="522"/>
            <ac:spMk id="7" creationId="{2406FC0B-8856-70A3-E237-5BB0DEFA3DB2}"/>
          </ac:spMkLst>
        </pc:spChg>
        <pc:spChg chg="add mod">
          <ac:chgData name="faik bilgen" userId="9fcb1696e65a161f" providerId="LiveId" clId="{0C3A4C9E-717D-4ADE-97E0-B0AD580B3355}" dt="2026-02-08T07:23:26.161" v="6682" actId="14100"/>
          <ac:spMkLst>
            <pc:docMk/>
            <pc:sldMk cId="1519119066" sldId="522"/>
            <ac:spMk id="9" creationId="{09B6BAE4-1EC8-F5E2-F768-3F8AEE21347D}"/>
          </ac:spMkLst>
        </pc:spChg>
        <pc:spChg chg="add mod">
          <ac:chgData name="faik bilgen" userId="9fcb1696e65a161f" providerId="LiveId" clId="{0C3A4C9E-717D-4ADE-97E0-B0AD580B3355}" dt="2026-02-08T07:21:51.104" v="6641" actId="552"/>
          <ac:spMkLst>
            <pc:docMk/>
            <pc:sldMk cId="1519119066" sldId="522"/>
            <ac:spMk id="13" creationId="{45A1CC29-D387-61B4-16FA-5E941554A4DB}"/>
          </ac:spMkLst>
        </pc:spChg>
      </pc:sldChg>
      <pc:sldChg chg="delSp modSp add mod modNotesTx">
        <pc:chgData name="faik bilgen" userId="9fcb1696e65a161f" providerId="LiveId" clId="{0C3A4C9E-717D-4ADE-97E0-B0AD580B3355}" dt="2026-02-08T07:32:04.307" v="6746" actId="1036"/>
        <pc:sldMkLst>
          <pc:docMk/>
          <pc:sldMk cId="1822410731" sldId="523"/>
        </pc:sldMkLst>
        <pc:spChg chg="mod">
          <ac:chgData name="faik bilgen" userId="9fcb1696e65a161f" providerId="LiveId" clId="{0C3A4C9E-717D-4ADE-97E0-B0AD580B3355}" dt="2026-02-08T07:23:16.841" v="6680" actId="20577"/>
          <ac:spMkLst>
            <pc:docMk/>
            <pc:sldMk cId="1822410731" sldId="523"/>
            <ac:spMk id="2" creationId="{A7977160-EC01-F955-D2F2-84FF18F4C10D}"/>
          </ac:spMkLst>
        </pc:spChg>
        <pc:spChg chg="mod">
          <ac:chgData name="faik bilgen" userId="9fcb1696e65a161f" providerId="LiveId" clId="{0C3A4C9E-717D-4ADE-97E0-B0AD580B3355}" dt="2026-02-08T07:32:04.307" v="6746" actId="1036"/>
          <ac:spMkLst>
            <pc:docMk/>
            <pc:sldMk cId="1822410731" sldId="523"/>
            <ac:spMk id="5" creationId="{220A8E59-96F7-3DDE-2DE1-20C762E4FCAB}"/>
          </ac:spMkLst>
        </pc:spChg>
      </pc:sldChg>
      <pc:sldChg chg="addSp modSp add mod modNotesTx">
        <pc:chgData name="faik bilgen" userId="9fcb1696e65a161f" providerId="LiveId" clId="{0C3A4C9E-717D-4ADE-97E0-B0AD580B3355}" dt="2026-02-08T07:37:17.977" v="6863" actId="1036"/>
        <pc:sldMkLst>
          <pc:docMk/>
          <pc:sldMk cId="2106305080" sldId="524"/>
        </pc:sldMkLst>
        <pc:spChg chg="mod">
          <ac:chgData name="faik bilgen" userId="9fcb1696e65a161f" providerId="LiveId" clId="{0C3A4C9E-717D-4ADE-97E0-B0AD580B3355}" dt="2026-02-08T07:33:21.995" v="6760"/>
          <ac:spMkLst>
            <pc:docMk/>
            <pc:sldMk cId="2106305080" sldId="524"/>
            <ac:spMk id="2" creationId="{654E0E7A-16D3-A6D5-C8D4-AAEE6EE50A75}"/>
          </ac:spMkLst>
        </pc:spChg>
        <pc:spChg chg="add mod">
          <ac:chgData name="faik bilgen" userId="9fcb1696e65a161f" providerId="LiveId" clId="{0C3A4C9E-717D-4ADE-97E0-B0AD580B3355}" dt="2026-02-08T07:37:17.977" v="6863" actId="1036"/>
          <ac:spMkLst>
            <pc:docMk/>
            <pc:sldMk cId="2106305080" sldId="524"/>
            <ac:spMk id="3" creationId="{42A6C5A9-AEB7-A74E-BEC2-F4823054DC5B}"/>
          </ac:spMkLst>
        </pc:spChg>
        <pc:spChg chg="add mod">
          <ac:chgData name="faik bilgen" userId="9fcb1696e65a161f" providerId="LiveId" clId="{0C3A4C9E-717D-4ADE-97E0-B0AD580B3355}" dt="2026-02-08T07:37:17.977" v="6863" actId="1036"/>
          <ac:spMkLst>
            <pc:docMk/>
            <pc:sldMk cId="2106305080" sldId="524"/>
            <ac:spMk id="4" creationId="{104A1DFD-1F8E-4CFE-0A01-340529AB97AF}"/>
          </ac:spMkLst>
        </pc:spChg>
        <pc:spChg chg="mod">
          <ac:chgData name="faik bilgen" userId="9fcb1696e65a161f" providerId="LiveId" clId="{0C3A4C9E-717D-4ADE-97E0-B0AD580B3355}" dt="2026-02-08T07:37:17.977" v="6863" actId="1036"/>
          <ac:spMkLst>
            <pc:docMk/>
            <pc:sldMk cId="2106305080" sldId="524"/>
            <ac:spMk id="5" creationId="{FC4E5C80-BA1D-D222-4F69-832DA4EB7CE1}"/>
          </ac:spMkLst>
        </pc:spChg>
      </pc:sldChg>
      <pc:sldChg chg="addSp delSp modSp add mod modNotesTx">
        <pc:chgData name="faik bilgen" userId="9fcb1696e65a161f" providerId="LiveId" clId="{0C3A4C9E-717D-4ADE-97E0-B0AD580B3355}" dt="2026-02-08T07:43:16.159" v="6906" actId="14100"/>
        <pc:sldMkLst>
          <pc:docMk/>
          <pc:sldMk cId="2401619879" sldId="525"/>
        </pc:sldMkLst>
        <pc:spChg chg="mod">
          <ac:chgData name="faik bilgen" userId="9fcb1696e65a161f" providerId="LiveId" clId="{0C3A4C9E-717D-4ADE-97E0-B0AD580B3355}" dt="2026-02-08T07:37:49.233" v="6881" actId="20577"/>
          <ac:spMkLst>
            <pc:docMk/>
            <pc:sldMk cId="2401619879" sldId="525"/>
            <ac:spMk id="2" creationId="{30387AF1-CF2E-500F-EC9E-BF681454B00C}"/>
          </ac:spMkLst>
        </pc:spChg>
        <pc:spChg chg="add mod">
          <ac:chgData name="faik bilgen" userId="9fcb1696e65a161f" providerId="LiveId" clId="{0C3A4C9E-717D-4ADE-97E0-B0AD580B3355}" dt="2026-02-08T07:43:16.159" v="6906" actId="14100"/>
          <ac:spMkLst>
            <pc:docMk/>
            <pc:sldMk cId="2401619879" sldId="525"/>
            <ac:spMk id="8" creationId="{FF91DC5C-C5D5-BD5E-4BBC-286D6342B4A8}"/>
          </ac:spMkLst>
        </pc:spChg>
        <pc:graphicFrameChg chg="add mod modGraphic">
          <ac:chgData name="faik bilgen" userId="9fcb1696e65a161f" providerId="LiveId" clId="{0C3A4C9E-717D-4ADE-97E0-B0AD580B3355}" dt="2026-02-08T07:41:08.909" v="6894" actId="14734"/>
          <ac:graphicFrameMkLst>
            <pc:docMk/>
            <pc:sldMk cId="2401619879" sldId="525"/>
            <ac:graphicFrameMk id="6" creationId="{97A21CD0-5B97-4B24-3B96-CFDAEF46DD5B}"/>
          </ac:graphicFrameMkLst>
        </pc:graphicFrameChg>
      </pc:sldChg>
      <pc:sldChg chg="addSp delSp modSp add mod modNotesTx">
        <pc:chgData name="faik bilgen" userId="9fcb1696e65a161f" providerId="LiveId" clId="{0C3A4C9E-717D-4ADE-97E0-B0AD580B3355}" dt="2026-02-13T19:45:15.017" v="6997" actId="20577"/>
        <pc:sldMkLst>
          <pc:docMk/>
          <pc:sldMk cId="1827954586" sldId="526"/>
        </pc:sldMkLst>
        <pc:spChg chg="mod">
          <ac:chgData name="faik bilgen" userId="9fcb1696e65a161f" providerId="LiveId" clId="{0C3A4C9E-717D-4ADE-97E0-B0AD580B3355}" dt="2026-02-13T19:36:47.387" v="6947" actId="26606"/>
          <ac:spMkLst>
            <pc:docMk/>
            <pc:sldMk cId="1827954586" sldId="526"/>
            <ac:spMk id="2" creationId="{3C2397D9-EF84-75CC-8710-59B0EE00F9F2}"/>
          </ac:spMkLst>
        </pc:spChg>
        <pc:spChg chg="add mod">
          <ac:chgData name="faik bilgen" userId="9fcb1696e65a161f" providerId="LiveId" clId="{0C3A4C9E-717D-4ADE-97E0-B0AD580B3355}" dt="2026-02-13T19:43:37.615" v="6993" actId="1038"/>
          <ac:spMkLst>
            <pc:docMk/>
            <pc:sldMk cId="1827954586" sldId="526"/>
            <ac:spMk id="4" creationId="{59EA2BE1-4662-2F3E-B62F-712A51E7DE39}"/>
          </ac:spMkLst>
        </pc:spChg>
        <pc:spChg chg="add">
          <ac:chgData name="faik bilgen" userId="9fcb1696e65a161f" providerId="LiveId" clId="{0C3A4C9E-717D-4ADE-97E0-B0AD580B3355}" dt="2026-02-13T19:36:47.387" v="6947" actId="26606"/>
          <ac:spMkLst>
            <pc:docMk/>
            <pc:sldMk cId="1827954586" sldId="526"/>
            <ac:spMk id="19" creationId="{91E5A9A7-95C6-4F4F-B00E-C82E07FE62EF}"/>
          </ac:spMkLst>
        </pc:spChg>
        <pc:spChg chg="add">
          <ac:chgData name="faik bilgen" userId="9fcb1696e65a161f" providerId="LiveId" clId="{0C3A4C9E-717D-4ADE-97E0-B0AD580B3355}" dt="2026-02-13T19:36:47.387" v="6947" actId="26606"/>
          <ac:spMkLst>
            <pc:docMk/>
            <pc:sldMk cId="1827954586" sldId="526"/>
            <ac:spMk id="20" creationId="{A8384FB5-9ADC-4DDC-881B-597D56F5B15D}"/>
          </ac:spMkLst>
        </pc:spChg>
        <pc:spChg chg="add">
          <ac:chgData name="faik bilgen" userId="9fcb1696e65a161f" providerId="LiveId" clId="{0C3A4C9E-717D-4ADE-97E0-B0AD580B3355}" dt="2026-02-13T19:36:47.387" v="6947" actId="26606"/>
          <ac:spMkLst>
            <pc:docMk/>
            <pc:sldMk cId="1827954586" sldId="526"/>
            <ac:spMk id="21" creationId="{D07DD2DE-F619-49DD-B5E7-03A290FF4ED1}"/>
          </ac:spMkLst>
        </pc:spChg>
        <pc:spChg chg="add">
          <ac:chgData name="faik bilgen" userId="9fcb1696e65a161f" providerId="LiveId" clId="{0C3A4C9E-717D-4ADE-97E0-B0AD580B3355}" dt="2026-02-13T19:36:47.387" v="6947" actId="26606"/>
          <ac:spMkLst>
            <pc:docMk/>
            <pc:sldMk cId="1827954586" sldId="526"/>
            <ac:spMk id="23" creationId="{85149191-5F60-4A28-AAFF-039F96B0F3EC}"/>
          </ac:spMkLst>
        </pc:spChg>
        <pc:spChg chg="add">
          <ac:chgData name="faik bilgen" userId="9fcb1696e65a161f" providerId="LiveId" clId="{0C3A4C9E-717D-4ADE-97E0-B0AD580B3355}" dt="2026-02-13T19:36:47.387" v="6947" actId="26606"/>
          <ac:spMkLst>
            <pc:docMk/>
            <pc:sldMk cId="1827954586" sldId="526"/>
            <ac:spMk id="25" creationId="{F8260ED5-17F7-4158-B241-D51DD4CF1B7E}"/>
          </ac:spMkLst>
        </pc:spChg>
        <pc:picChg chg="add mod">
          <ac:chgData name="faik bilgen" userId="9fcb1696e65a161f" providerId="LiveId" clId="{0C3A4C9E-717D-4ADE-97E0-B0AD580B3355}" dt="2026-02-13T19:43:27.478" v="6976" actId="14100"/>
          <ac:picMkLst>
            <pc:docMk/>
            <pc:sldMk cId="1827954586" sldId="526"/>
            <ac:picMk id="3" creationId="{0DC5FB25-7985-0D25-C34C-C0DED68A0531}"/>
          </ac:picMkLst>
        </pc:picChg>
      </pc:sldChg>
      <pc:sldChg chg="modSp add mod ord">
        <pc:chgData name="faik bilgen" userId="9fcb1696e65a161f" providerId="LiveId" clId="{0C3A4C9E-717D-4ADE-97E0-B0AD580B3355}" dt="2026-02-13T20:08:11.283" v="7026" actId="20577"/>
        <pc:sldMkLst>
          <pc:docMk/>
          <pc:sldMk cId="3924560890" sldId="527"/>
        </pc:sldMkLst>
        <pc:spChg chg="mod">
          <ac:chgData name="faik bilgen" userId="9fcb1696e65a161f" providerId="LiveId" clId="{0C3A4C9E-717D-4ADE-97E0-B0AD580B3355}" dt="2026-02-13T20:08:11.283" v="7026" actId="20577"/>
          <ac:spMkLst>
            <pc:docMk/>
            <pc:sldMk cId="3924560890" sldId="527"/>
            <ac:spMk id="3" creationId="{65577F92-3A00-A7F9-E4FA-3091EE668470}"/>
          </ac:spMkLst>
        </pc:spChg>
      </pc:sldChg>
      <pc:sldChg chg="addSp delSp modSp add mod modNotesTx">
        <pc:chgData name="faik bilgen" userId="9fcb1696e65a161f" providerId="LiveId" clId="{0C3A4C9E-717D-4ADE-97E0-B0AD580B3355}" dt="2026-02-13T20:27:46.219" v="7166" actId="20577"/>
        <pc:sldMkLst>
          <pc:docMk/>
          <pc:sldMk cId="2930503390" sldId="528"/>
        </pc:sldMkLst>
        <pc:spChg chg="mod">
          <ac:chgData name="faik bilgen" userId="9fcb1696e65a161f" providerId="LiveId" clId="{0C3A4C9E-717D-4ADE-97E0-B0AD580B3355}" dt="2026-02-13T20:27:11.403" v="7163" actId="20577"/>
          <ac:spMkLst>
            <pc:docMk/>
            <pc:sldMk cId="2930503390" sldId="528"/>
            <ac:spMk id="2" creationId="{DCA9EE9A-6785-B5A8-9D87-EEDC9A0DAE76}"/>
          </ac:spMkLst>
        </pc:spChg>
        <pc:spChg chg="add mod">
          <ac:chgData name="faik bilgen" userId="9fcb1696e65a161f" providerId="LiveId" clId="{0C3A4C9E-717D-4ADE-97E0-B0AD580B3355}" dt="2026-02-13T20:26:27.695" v="7144" actId="20577"/>
          <ac:spMkLst>
            <pc:docMk/>
            <pc:sldMk cId="2930503390" sldId="528"/>
            <ac:spMk id="8" creationId="{85F14FB2-DC2C-071F-AB45-3F3092A4D28D}"/>
          </ac:spMkLst>
        </pc:spChg>
        <pc:spChg chg="add mod">
          <ac:chgData name="faik bilgen" userId="9fcb1696e65a161f" providerId="LiveId" clId="{0C3A4C9E-717D-4ADE-97E0-B0AD580B3355}" dt="2026-02-13T20:26:39.229" v="7145" actId="1076"/>
          <ac:spMkLst>
            <pc:docMk/>
            <pc:sldMk cId="2930503390" sldId="528"/>
            <ac:spMk id="12" creationId="{E74230B0-4FD0-E92E-95AC-57C76E5277A0}"/>
          </ac:spMkLst>
        </pc:spChg>
        <pc:spChg chg="add mod">
          <ac:chgData name="faik bilgen" userId="9fcb1696e65a161f" providerId="LiveId" clId="{0C3A4C9E-717D-4ADE-97E0-B0AD580B3355}" dt="2026-02-13T20:26:39.229" v="7145" actId="1076"/>
          <ac:spMkLst>
            <pc:docMk/>
            <pc:sldMk cId="2930503390" sldId="528"/>
            <ac:spMk id="13" creationId="{027EBA2C-B6F4-996A-6960-54380EA43FC9}"/>
          </ac:spMkLst>
        </pc:spChg>
        <pc:spChg chg="add mod">
          <ac:chgData name="faik bilgen" userId="9fcb1696e65a161f" providerId="LiveId" clId="{0C3A4C9E-717D-4ADE-97E0-B0AD580B3355}" dt="2026-02-13T20:26:39.229" v="7145" actId="1076"/>
          <ac:spMkLst>
            <pc:docMk/>
            <pc:sldMk cId="2930503390" sldId="528"/>
            <ac:spMk id="14" creationId="{D16377C2-6A25-DA62-73B7-84E4E89E5226}"/>
          </ac:spMkLst>
        </pc:spChg>
        <pc:picChg chg="add mod">
          <ac:chgData name="faik bilgen" userId="9fcb1696e65a161f" providerId="LiveId" clId="{0C3A4C9E-717D-4ADE-97E0-B0AD580B3355}" dt="2026-02-13T20:26:45.957" v="7147" actId="1076"/>
          <ac:picMkLst>
            <pc:docMk/>
            <pc:sldMk cId="2930503390" sldId="528"/>
            <ac:picMk id="6" creationId="{5D98CDE9-BD33-2A90-6DDE-DB98E8249304}"/>
          </ac:picMkLst>
        </pc:picChg>
      </pc:sldChg>
      <pc:sldChg chg="addSp delSp modSp add mod modNotesTx">
        <pc:chgData name="faik bilgen" userId="9fcb1696e65a161f" providerId="LiveId" clId="{0C3A4C9E-717D-4ADE-97E0-B0AD580B3355}" dt="2026-02-18T19:30:45.647" v="7297" actId="20577"/>
        <pc:sldMkLst>
          <pc:docMk/>
          <pc:sldMk cId="2138219503" sldId="529"/>
        </pc:sldMkLst>
        <pc:spChg chg="mod">
          <ac:chgData name="faik bilgen" userId="9fcb1696e65a161f" providerId="LiveId" clId="{0C3A4C9E-717D-4ADE-97E0-B0AD580B3355}" dt="2026-02-18T10:02:52.677" v="7270" actId="26606"/>
          <ac:spMkLst>
            <pc:docMk/>
            <pc:sldMk cId="2138219503" sldId="529"/>
            <ac:spMk id="2" creationId="{D9ED1BFA-F4EE-94B9-3263-198A2EC3B11C}"/>
          </ac:spMkLst>
        </pc:spChg>
        <pc:spChg chg="add del">
          <ac:chgData name="faik bilgen" userId="9fcb1696e65a161f" providerId="LiveId" clId="{0C3A4C9E-717D-4ADE-97E0-B0AD580B3355}" dt="2026-02-18T10:02:52.677" v="7270" actId="26606"/>
          <ac:spMkLst>
            <pc:docMk/>
            <pc:sldMk cId="2138219503" sldId="529"/>
            <ac:spMk id="4" creationId="{ACE04BB0-2CCB-6DB4-99DE-6FC93BC0A21F}"/>
          </ac:spMkLst>
        </pc:spChg>
        <pc:spChg chg="del">
          <ac:chgData name="faik bilgen" userId="9fcb1696e65a161f" providerId="LiveId" clId="{0C3A4C9E-717D-4ADE-97E0-B0AD580B3355}" dt="2026-02-18T10:02:29.343" v="7268" actId="478"/>
          <ac:spMkLst>
            <pc:docMk/>
            <pc:sldMk cId="2138219503" sldId="529"/>
            <ac:spMk id="5" creationId="{35B3DC1E-7B08-1DA5-831C-B698B9D70783}"/>
          </ac:spMkLst>
        </pc:spChg>
        <pc:spChg chg="del">
          <ac:chgData name="faik bilgen" userId="9fcb1696e65a161f" providerId="LiveId" clId="{0C3A4C9E-717D-4ADE-97E0-B0AD580B3355}" dt="2026-02-18T10:02:52.677" v="7270" actId="26606"/>
          <ac:spMkLst>
            <pc:docMk/>
            <pc:sldMk cId="2138219503" sldId="529"/>
            <ac:spMk id="10" creationId="{7A82CD5A-D557-C944-EDBF-AF89EF15D9A3}"/>
          </ac:spMkLst>
        </pc:spChg>
        <pc:spChg chg="del">
          <ac:chgData name="faik bilgen" userId="9fcb1696e65a161f" providerId="LiveId" clId="{0C3A4C9E-717D-4ADE-97E0-B0AD580B3355}" dt="2026-02-18T10:02:52.677" v="7270" actId="26606"/>
          <ac:spMkLst>
            <pc:docMk/>
            <pc:sldMk cId="2138219503" sldId="529"/>
            <ac:spMk id="12" creationId="{AB3C9882-3A4E-8E31-F052-0BDD3CF8C90C}"/>
          </ac:spMkLst>
        </pc:spChg>
        <pc:spChg chg="add">
          <ac:chgData name="faik bilgen" userId="9fcb1696e65a161f" providerId="LiveId" clId="{0C3A4C9E-717D-4ADE-97E0-B0AD580B3355}" dt="2026-02-18T10:02:52.677" v="7270" actId="26606"/>
          <ac:spMkLst>
            <pc:docMk/>
            <pc:sldMk cId="2138219503" sldId="529"/>
            <ac:spMk id="18" creationId="{2659FDB4-FCBE-4A89-B46D-43D4FA54464D}"/>
          </ac:spMkLst>
        </pc:spChg>
        <pc:graphicFrameChg chg="add">
          <ac:chgData name="faik bilgen" userId="9fcb1696e65a161f" providerId="LiveId" clId="{0C3A4C9E-717D-4ADE-97E0-B0AD580B3355}" dt="2026-02-18T10:02:52.677" v="7270" actId="26606"/>
          <ac:graphicFrameMkLst>
            <pc:docMk/>
            <pc:sldMk cId="2138219503" sldId="529"/>
            <ac:graphicFrameMk id="14" creationId="{091E8E8A-9B63-1BD0-2135-BAEF4111BD35}"/>
          </ac:graphicFrameMkLst>
        </pc:graphicFrameChg>
        <pc:cxnChg chg="add">
          <ac:chgData name="faik bilgen" userId="9fcb1696e65a161f" providerId="LiveId" clId="{0C3A4C9E-717D-4ADE-97E0-B0AD580B3355}" dt="2026-02-18T10:02:52.677" v="7270" actId="26606"/>
          <ac:cxnSpMkLst>
            <pc:docMk/>
            <pc:sldMk cId="2138219503" sldId="529"/>
            <ac:cxnSpMk id="20" creationId="{C8F51B3F-8331-4E4A-AE96-D47B1006EEAD}"/>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9538BC-3D7F-475A-9327-0A5A58C8F801}" type="doc">
      <dgm:prSet loTypeId="urn:microsoft.com/office/officeart/2005/8/layout/default" loCatId="list" qsTypeId="urn:microsoft.com/office/officeart/2005/8/quickstyle/simple1" qsCatId="simple" csTypeId="urn:microsoft.com/office/officeart/2005/8/colors/colorful5" csCatId="colorful"/>
      <dgm:spPr/>
      <dgm:t>
        <a:bodyPr/>
        <a:lstStyle/>
        <a:p>
          <a:endParaRPr lang="en-US"/>
        </a:p>
      </dgm:t>
    </dgm:pt>
    <dgm:pt modelId="{DCD0C712-7092-4F2C-AD9B-8C9F2EF56AAA}">
      <dgm:prSet/>
      <dgm:spPr/>
      <dgm:t>
        <a:bodyPr/>
        <a:lstStyle/>
        <a:p>
          <a:r>
            <a:rPr lang="en-US"/>
            <a:t>Build Security</a:t>
          </a:r>
        </a:p>
      </dgm:t>
    </dgm:pt>
    <dgm:pt modelId="{D667C268-9982-4898-B0DD-E7C19A75EB13}" type="parTrans" cxnId="{93354030-3846-4ED7-B638-7A0D10E6A179}">
      <dgm:prSet/>
      <dgm:spPr/>
      <dgm:t>
        <a:bodyPr/>
        <a:lstStyle/>
        <a:p>
          <a:endParaRPr lang="en-US"/>
        </a:p>
      </dgm:t>
    </dgm:pt>
    <dgm:pt modelId="{2DB59A5E-626A-44EB-874E-F4ECED64B502}" type="sibTrans" cxnId="{93354030-3846-4ED7-B638-7A0D10E6A179}">
      <dgm:prSet/>
      <dgm:spPr/>
      <dgm:t>
        <a:bodyPr/>
        <a:lstStyle/>
        <a:p>
          <a:endParaRPr lang="en-US"/>
        </a:p>
      </dgm:t>
    </dgm:pt>
    <dgm:pt modelId="{15E18632-4450-4EFA-861E-C19F503B9F6C}">
      <dgm:prSet/>
      <dgm:spPr/>
      <dgm:t>
        <a:bodyPr/>
        <a:lstStyle/>
        <a:p>
          <a:r>
            <a:rPr lang="en-US"/>
            <a:t>Registry Security</a:t>
          </a:r>
        </a:p>
      </dgm:t>
    </dgm:pt>
    <dgm:pt modelId="{0D11444F-333F-4841-BD5B-D1C8E183C5A7}" type="parTrans" cxnId="{2B1BDEEC-D44E-4C31-BC87-BF563B57D88D}">
      <dgm:prSet/>
      <dgm:spPr/>
      <dgm:t>
        <a:bodyPr/>
        <a:lstStyle/>
        <a:p>
          <a:endParaRPr lang="en-US"/>
        </a:p>
      </dgm:t>
    </dgm:pt>
    <dgm:pt modelId="{6B21F5B1-4F5E-4AEE-A81D-13B0DD1C08B1}" type="sibTrans" cxnId="{2B1BDEEC-D44E-4C31-BC87-BF563B57D88D}">
      <dgm:prSet/>
      <dgm:spPr/>
      <dgm:t>
        <a:bodyPr/>
        <a:lstStyle/>
        <a:p>
          <a:endParaRPr lang="en-US"/>
        </a:p>
      </dgm:t>
    </dgm:pt>
    <dgm:pt modelId="{B4A33C6A-5F16-4DAE-AD56-962C3541E3DB}">
      <dgm:prSet/>
      <dgm:spPr/>
      <dgm:t>
        <a:bodyPr/>
        <a:lstStyle/>
        <a:p>
          <a:r>
            <a:rPr lang="en-US"/>
            <a:t>Cluster security</a:t>
          </a:r>
        </a:p>
      </dgm:t>
    </dgm:pt>
    <dgm:pt modelId="{C3675199-952F-4A92-9152-9449E247CDAA}" type="parTrans" cxnId="{58669AB1-F081-404E-A664-EF57DAA86C3C}">
      <dgm:prSet/>
      <dgm:spPr/>
      <dgm:t>
        <a:bodyPr/>
        <a:lstStyle/>
        <a:p>
          <a:endParaRPr lang="en-US"/>
        </a:p>
      </dgm:t>
    </dgm:pt>
    <dgm:pt modelId="{0C1B8B7F-FEB4-46D1-835A-AF0CF93B654C}" type="sibTrans" cxnId="{58669AB1-F081-404E-A664-EF57DAA86C3C}">
      <dgm:prSet/>
      <dgm:spPr/>
      <dgm:t>
        <a:bodyPr/>
        <a:lstStyle/>
        <a:p>
          <a:endParaRPr lang="en-US"/>
        </a:p>
      </dgm:t>
    </dgm:pt>
    <dgm:pt modelId="{B058E153-2B7F-45C8-A194-7D5B84864E49}">
      <dgm:prSet/>
      <dgm:spPr/>
      <dgm:t>
        <a:bodyPr/>
        <a:lstStyle/>
        <a:p>
          <a:r>
            <a:rPr lang="en-US"/>
            <a:t>Node security</a:t>
          </a:r>
        </a:p>
      </dgm:t>
    </dgm:pt>
    <dgm:pt modelId="{E3898565-4CAD-4DCC-BCCF-025480BD47F0}" type="parTrans" cxnId="{4E32D540-6723-43B2-AD00-7CEF90CC7E42}">
      <dgm:prSet/>
      <dgm:spPr/>
      <dgm:t>
        <a:bodyPr/>
        <a:lstStyle/>
        <a:p>
          <a:endParaRPr lang="en-US"/>
        </a:p>
      </dgm:t>
    </dgm:pt>
    <dgm:pt modelId="{894D2F82-6099-40FC-A9AF-74FE9FFB18D6}" type="sibTrans" cxnId="{4E32D540-6723-43B2-AD00-7CEF90CC7E42}">
      <dgm:prSet/>
      <dgm:spPr/>
      <dgm:t>
        <a:bodyPr/>
        <a:lstStyle/>
        <a:p>
          <a:endParaRPr lang="en-US"/>
        </a:p>
      </dgm:t>
    </dgm:pt>
    <dgm:pt modelId="{A6B7493C-5EF9-4FBE-BE9C-7584F23E2383}">
      <dgm:prSet/>
      <dgm:spPr/>
      <dgm:t>
        <a:bodyPr/>
        <a:lstStyle/>
        <a:p>
          <a:r>
            <a:rPr lang="en-US"/>
            <a:t>Network security</a:t>
          </a:r>
        </a:p>
      </dgm:t>
    </dgm:pt>
    <dgm:pt modelId="{B949DAB8-75F0-493D-868F-AA0E64D54606}" type="parTrans" cxnId="{B04177C6-4E9E-49D6-AB0C-9B4F47C716E8}">
      <dgm:prSet/>
      <dgm:spPr/>
      <dgm:t>
        <a:bodyPr/>
        <a:lstStyle/>
        <a:p>
          <a:endParaRPr lang="en-US"/>
        </a:p>
      </dgm:t>
    </dgm:pt>
    <dgm:pt modelId="{63D413E9-5C69-4E07-806B-F03FBDA89991}" type="sibTrans" cxnId="{B04177C6-4E9E-49D6-AB0C-9B4F47C716E8}">
      <dgm:prSet/>
      <dgm:spPr/>
      <dgm:t>
        <a:bodyPr/>
        <a:lstStyle/>
        <a:p>
          <a:endParaRPr lang="en-US"/>
        </a:p>
      </dgm:t>
    </dgm:pt>
    <dgm:pt modelId="{E24A15EA-5EF4-4A9E-BCC1-7E6BAA70C2A2}">
      <dgm:prSet/>
      <dgm:spPr/>
      <dgm:t>
        <a:bodyPr/>
        <a:lstStyle/>
        <a:p>
          <a:r>
            <a:rPr lang="en-US"/>
            <a:t>Application Security</a:t>
          </a:r>
        </a:p>
      </dgm:t>
    </dgm:pt>
    <dgm:pt modelId="{8C7FA2BF-F8C7-4D4B-B55B-7E15E37BD209}" type="parTrans" cxnId="{DD0BA80B-899A-4DD8-95B5-13D098AE20F6}">
      <dgm:prSet/>
      <dgm:spPr/>
      <dgm:t>
        <a:bodyPr/>
        <a:lstStyle/>
        <a:p>
          <a:endParaRPr lang="en-US"/>
        </a:p>
      </dgm:t>
    </dgm:pt>
    <dgm:pt modelId="{22750F0A-6BFB-4E9C-B875-AA0895C78317}" type="sibTrans" cxnId="{DD0BA80B-899A-4DD8-95B5-13D098AE20F6}">
      <dgm:prSet/>
      <dgm:spPr/>
      <dgm:t>
        <a:bodyPr/>
        <a:lstStyle/>
        <a:p>
          <a:endParaRPr lang="en-US"/>
        </a:p>
      </dgm:t>
    </dgm:pt>
    <dgm:pt modelId="{C29D4894-BEB1-48C5-8304-AA4298F9490C}" type="pres">
      <dgm:prSet presAssocID="{A09538BC-3D7F-475A-9327-0A5A58C8F801}" presName="diagram" presStyleCnt="0">
        <dgm:presLayoutVars>
          <dgm:dir/>
          <dgm:resizeHandles val="exact"/>
        </dgm:presLayoutVars>
      </dgm:prSet>
      <dgm:spPr/>
    </dgm:pt>
    <dgm:pt modelId="{FA3CCA96-5F37-46CE-AACC-9713E68C9C56}" type="pres">
      <dgm:prSet presAssocID="{DCD0C712-7092-4F2C-AD9B-8C9F2EF56AAA}" presName="node" presStyleLbl="node1" presStyleIdx="0" presStyleCnt="6">
        <dgm:presLayoutVars>
          <dgm:bulletEnabled val="1"/>
        </dgm:presLayoutVars>
      </dgm:prSet>
      <dgm:spPr/>
    </dgm:pt>
    <dgm:pt modelId="{81FA2A00-901A-4CED-A8E2-862BD457087B}" type="pres">
      <dgm:prSet presAssocID="{2DB59A5E-626A-44EB-874E-F4ECED64B502}" presName="sibTrans" presStyleCnt="0"/>
      <dgm:spPr/>
    </dgm:pt>
    <dgm:pt modelId="{25894AB8-46EE-417C-A85F-CED486B95897}" type="pres">
      <dgm:prSet presAssocID="{15E18632-4450-4EFA-861E-C19F503B9F6C}" presName="node" presStyleLbl="node1" presStyleIdx="1" presStyleCnt="6">
        <dgm:presLayoutVars>
          <dgm:bulletEnabled val="1"/>
        </dgm:presLayoutVars>
      </dgm:prSet>
      <dgm:spPr/>
    </dgm:pt>
    <dgm:pt modelId="{A1EA46C7-1AE5-4260-A9AD-B8C23E625926}" type="pres">
      <dgm:prSet presAssocID="{6B21F5B1-4F5E-4AEE-A81D-13B0DD1C08B1}" presName="sibTrans" presStyleCnt="0"/>
      <dgm:spPr/>
    </dgm:pt>
    <dgm:pt modelId="{27BF921C-70EB-425B-88B6-C4996B67E771}" type="pres">
      <dgm:prSet presAssocID="{B4A33C6A-5F16-4DAE-AD56-962C3541E3DB}" presName="node" presStyleLbl="node1" presStyleIdx="2" presStyleCnt="6">
        <dgm:presLayoutVars>
          <dgm:bulletEnabled val="1"/>
        </dgm:presLayoutVars>
      </dgm:prSet>
      <dgm:spPr/>
    </dgm:pt>
    <dgm:pt modelId="{1FBCF5F9-E838-4470-941D-48AD093B2CBE}" type="pres">
      <dgm:prSet presAssocID="{0C1B8B7F-FEB4-46D1-835A-AF0CF93B654C}" presName="sibTrans" presStyleCnt="0"/>
      <dgm:spPr/>
    </dgm:pt>
    <dgm:pt modelId="{619A8216-1810-43F4-9C3F-C9BA53F0C472}" type="pres">
      <dgm:prSet presAssocID="{B058E153-2B7F-45C8-A194-7D5B84864E49}" presName="node" presStyleLbl="node1" presStyleIdx="3" presStyleCnt="6">
        <dgm:presLayoutVars>
          <dgm:bulletEnabled val="1"/>
        </dgm:presLayoutVars>
      </dgm:prSet>
      <dgm:spPr/>
    </dgm:pt>
    <dgm:pt modelId="{1B5EE9E2-E999-4914-BEFD-7553DF5AD874}" type="pres">
      <dgm:prSet presAssocID="{894D2F82-6099-40FC-A9AF-74FE9FFB18D6}" presName="sibTrans" presStyleCnt="0"/>
      <dgm:spPr/>
    </dgm:pt>
    <dgm:pt modelId="{C48539CD-F23E-488E-AD2C-14DEBC35AF96}" type="pres">
      <dgm:prSet presAssocID="{A6B7493C-5EF9-4FBE-BE9C-7584F23E2383}" presName="node" presStyleLbl="node1" presStyleIdx="4" presStyleCnt="6">
        <dgm:presLayoutVars>
          <dgm:bulletEnabled val="1"/>
        </dgm:presLayoutVars>
      </dgm:prSet>
      <dgm:spPr/>
    </dgm:pt>
    <dgm:pt modelId="{105CBE9B-65D5-4FC3-BE57-8D83D9D1137C}" type="pres">
      <dgm:prSet presAssocID="{63D413E9-5C69-4E07-806B-F03FBDA89991}" presName="sibTrans" presStyleCnt="0"/>
      <dgm:spPr/>
    </dgm:pt>
    <dgm:pt modelId="{EA8E32A5-6A27-479B-BA01-99991E2427B2}" type="pres">
      <dgm:prSet presAssocID="{E24A15EA-5EF4-4A9E-BCC1-7E6BAA70C2A2}" presName="node" presStyleLbl="node1" presStyleIdx="5" presStyleCnt="6">
        <dgm:presLayoutVars>
          <dgm:bulletEnabled val="1"/>
        </dgm:presLayoutVars>
      </dgm:prSet>
      <dgm:spPr/>
    </dgm:pt>
  </dgm:ptLst>
  <dgm:cxnLst>
    <dgm:cxn modelId="{8981AF04-E289-4E96-95DD-201280BAB670}" type="presOf" srcId="{B4A33C6A-5F16-4DAE-AD56-962C3541E3DB}" destId="{27BF921C-70EB-425B-88B6-C4996B67E771}" srcOrd="0" destOrd="0" presId="urn:microsoft.com/office/officeart/2005/8/layout/default"/>
    <dgm:cxn modelId="{DD0BA80B-899A-4DD8-95B5-13D098AE20F6}" srcId="{A09538BC-3D7F-475A-9327-0A5A58C8F801}" destId="{E24A15EA-5EF4-4A9E-BCC1-7E6BAA70C2A2}" srcOrd="5" destOrd="0" parTransId="{8C7FA2BF-F8C7-4D4B-B55B-7E15E37BD209}" sibTransId="{22750F0A-6BFB-4E9C-B875-AA0895C78317}"/>
    <dgm:cxn modelId="{7AE94228-5673-48CF-8A26-4CF5272EF3EA}" type="presOf" srcId="{A6B7493C-5EF9-4FBE-BE9C-7584F23E2383}" destId="{C48539CD-F23E-488E-AD2C-14DEBC35AF96}" srcOrd="0" destOrd="0" presId="urn:microsoft.com/office/officeart/2005/8/layout/default"/>
    <dgm:cxn modelId="{93354030-3846-4ED7-B638-7A0D10E6A179}" srcId="{A09538BC-3D7F-475A-9327-0A5A58C8F801}" destId="{DCD0C712-7092-4F2C-AD9B-8C9F2EF56AAA}" srcOrd="0" destOrd="0" parTransId="{D667C268-9982-4898-B0DD-E7C19A75EB13}" sibTransId="{2DB59A5E-626A-44EB-874E-F4ECED64B502}"/>
    <dgm:cxn modelId="{4E32D540-6723-43B2-AD00-7CEF90CC7E42}" srcId="{A09538BC-3D7F-475A-9327-0A5A58C8F801}" destId="{B058E153-2B7F-45C8-A194-7D5B84864E49}" srcOrd="3" destOrd="0" parTransId="{E3898565-4CAD-4DCC-BCCF-025480BD47F0}" sibTransId="{894D2F82-6099-40FC-A9AF-74FE9FFB18D6}"/>
    <dgm:cxn modelId="{33080A41-CA1C-4E79-9116-D6889555C9CB}" type="presOf" srcId="{B058E153-2B7F-45C8-A194-7D5B84864E49}" destId="{619A8216-1810-43F4-9C3F-C9BA53F0C472}" srcOrd="0" destOrd="0" presId="urn:microsoft.com/office/officeart/2005/8/layout/default"/>
    <dgm:cxn modelId="{D9D29142-3F6E-46FA-9F0E-329DB6BD58A3}" type="presOf" srcId="{15E18632-4450-4EFA-861E-C19F503B9F6C}" destId="{25894AB8-46EE-417C-A85F-CED486B95897}" srcOrd="0" destOrd="0" presId="urn:microsoft.com/office/officeart/2005/8/layout/default"/>
    <dgm:cxn modelId="{6279194B-8438-45DA-8691-2D2F432C2353}" type="presOf" srcId="{A09538BC-3D7F-475A-9327-0A5A58C8F801}" destId="{C29D4894-BEB1-48C5-8304-AA4298F9490C}" srcOrd="0" destOrd="0" presId="urn:microsoft.com/office/officeart/2005/8/layout/default"/>
    <dgm:cxn modelId="{133830A3-BCD8-4457-A1F3-D0ED50609E3C}" type="presOf" srcId="{DCD0C712-7092-4F2C-AD9B-8C9F2EF56AAA}" destId="{FA3CCA96-5F37-46CE-AACC-9713E68C9C56}" srcOrd="0" destOrd="0" presId="urn:microsoft.com/office/officeart/2005/8/layout/default"/>
    <dgm:cxn modelId="{90159EAA-55FB-4C44-87D8-9717E97F8531}" type="presOf" srcId="{E24A15EA-5EF4-4A9E-BCC1-7E6BAA70C2A2}" destId="{EA8E32A5-6A27-479B-BA01-99991E2427B2}" srcOrd="0" destOrd="0" presId="urn:microsoft.com/office/officeart/2005/8/layout/default"/>
    <dgm:cxn modelId="{58669AB1-F081-404E-A664-EF57DAA86C3C}" srcId="{A09538BC-3D7F-475A-9327-0A5A58C8F801}" destId="{B4A33C6A-5F16-4DAE-AD56-962C3541E3DB}" srcOrd="2" destOrd="0" parTransId="{C3675199-952F-4A92-9152-9449E247CDAA}" sibTransId="{0C1B8B7F-FEB4-46D1-835A-AF0CF93B654C}"/>
    <dgm:cxn modelId="{B04177C6-4E9E-49D6-AB0C-9B4F47C716E8}" srcId="{A09538BC-3D7F-475A-9327-0A5A58C8F801}" destId="{A6B7493C-5EF9-4FBE-BE9C-7584F23E2383}" srcOrd="4" destOrd="0" parTransId="{B949DAB8-75F0-493D-868F-AA0E64D54606}" sibTransId="{63D413E9-5C69-4E07-806B-F03FBDA89991}"/>
    <dgm:cxn modelId="{2B1BDEEC-D44E-4C31-BC87-BF563B57D88D}" srcId="{A09538BC-3D7F-475A-9327-0A5A58C8F801}" destId="{15E18632-4450-4EFA-861E-C19F503B9F6C}" srcOrd="1" destOrd="0" parTransId="{0D11444F-333F-4841-BD5B-D1C8E183C5A7}" sibTransId="{6B21F5B1-4F5E-4AEE-A81D-13B0DD1C08B1}"/>
    <dgm:cxn modelId="{18B4173E-348F-46D4-B69A-BFBFFFDD58A1}" type="presParOf" srcId="{C29D4894-BEB1-48C5-8304-AA4298F9490C}" destId="{FA3CCA96-5F37-46CE-AACC-9713E68C9C56}" srcOrd="0" destOrd="0" presId="urn:microsoft.com/office/officeart/2005/8/layout/default"/>
    <dgm:cxn modelId="{35EA1C3B-A48B-442D-80CD-0AA71B519A18}" type="presParOf" srcId="{C29D4894-BEB1-48C5-8304-AA4298F9490C}" destId="{81FA2A00-901A-4CED-A8E2-862BD457087B}" srcOrd="1" destOrd="0" presId="urn:microsoft.com/office/officeart/2005/8/layout/default"/>
    <dgm:cxn modelId="{62FC5DED-BD2A-47A0-879F-934CDF9274E0}" type="presParOf" srcId="{C29D4894-BEB1-48C5-8304-AA4298F9490C}" destId="{25894AB8-46EE-417C-A85F-CED486B95897}" srcOrd="2" destOrd="0" presId="urn:microsoft.com/office/officeart/2005/8/layout/default"/>
    <dgm:cxn modelId="{48F4E5F6-0299-4CBB-BB9C-469C0D990765}" type="presParOf" srcId="{C29D4894-BEB1-48C5-8304-AA4298F9490C}" destId="{A1EA46C7-1AE5-4260-A9AD-B8C23E625926}" srcOrd="3" destOrd="0" presId="urn:microsoft.com/office/officeart/2005/8/layout/default"/>
    <dgm:cxn modelId="{CF242B81-2025-4A6D-97EC-E6F2D4818F66}" type="presParOf" srcId="{C29D4894-BEB1-48C5-8304-AA4298F9490C}" destId="{27BF921C-70EB-425B-88B6-C4996B67E771}" srcOrd="4" destOrd="0" presId="urn:microsoft.com/office/officeart/2005/8/layout/default"/>
    <dgm:cxn modelId="{C95EF922-763D-4EA2-A3D0-E6E891609014}" type="presParOf" srcId="{C29D4894-BEB1-48C5-8304-AA4298F9490C}" destId="{1FBCF5F9-E838-4470-941D-48AD093B2CBE}" srcOrd="5" destOrd="0" presId="urn:microsoft.com/office/officeart/2005/8/layout/default"/>
    <dgm:cxn modelId="{F429F7AD-9C90-40DD-AD1A-14D35E47C3EB}" type="presParOf" srcId="{C29D4894-BEB1-48C5-8304-AA4298F9490C}" destId="{619A8216-1810-43F4-9C3F-C9BA53F0C472}" srcOrd="6" destOrd="0" presId="urn:microsoft.com/office/officeart/2005/8/layout/default"/>
    <dgm:cxn modelId="{E1D1E7F5-F26B-4F94-AD07-AB96AF116B06}" type="presParOf" srcId="{C29D4894-BEB1-48C5-8304-AA4298F9490C}" destId="{1B5EE9E2-E999-4914-BEFD-7553DF5AD874}" srcOrd="7" destOrd="0" presId="urn:microsoft.com/office/officeart/2005/8/layout/default"/>
    <dgm:cxn modelId="{A9C9AD1E-AFE6-46EE-88DB-F9E960BA71C6}" type="presParOf" srcId="{C29D4894-BEB1-48C5-8304-AA4298F9490C}" destId="{C48539CD-F23E-488E-AD2C-14DEBC35AF96}" srcOrd="8" destOrd="0" presId="urn:microsoft.com/office/officeart/2005/8/layout/default"/>
    <dgm:cxn modelId="{643E2C32-BEDD-4DBB-AAE5-34C43CA534A1}" type="presParOf" srcId="{C29D4894-BEB1-48C5-8304-AA4298F9490C}" destId="{105CBE9B-65D5-4FC3-BE57-8D83D9D1137C}" srcOrd="9" destOrd="0" presId="urn:microsoft.com/office/officeart/2005/8/layout/default"/>
    <dgm:cxn modelId="{90ECE4D1-42CA-4118-95CB-BDC1B03B3926}" type="presParOf" srcId="{C29D4894-BEB1-48C5-8304-AA4298F9490C}" destId="{EA8E32A5-6A27-479B-BA01-99991E2427B2}"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876546-6EB1-4ADC-A43A-1C029F3AB79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B832BE2-B39D-4C7B-9CCC-85E70CAB7FFC}">
      <dgm:prSet/>
      <dgm:spPr/>
      <dgm:t>
        <a:bodyPr/>
        <a:lstStyle/>
        <a:p>
          <a:r>
            <a:rPr lang="en-US"/>
            <a:t>Security posture management </a:t>
          </a:r>
        </a:p>
      </dgm:t>
    </dgm:pt>
    <dgm:pt modelId="{F67908C1-D7C3-49A8-B541-F05B10E19692}" type="parTrans" cxnId="{EFC91865-F211-4F57-8ADA-7BAC543020D4}">
      <dgm:prSet/>
      <dgm:spPr/>
      <dgm:t>
        <a:bodyPr/>
        <a:lstStyle/>
        <a:p>
          <a:endParaRPr lang="en-US"/>
        </a:p>
      </dgm:t>
    </dgm:pt>
    <dgm:pt modelId="{CA2186E0-304C-4DEF-B18C-E2B94F7DBFDA}" type="sibTrans" cxnId="{EFC91865-F211-4F57-8ADA-7BAC543020D4}">
      <dgm:prSet/>
      <dgm:spPr/>
      <dgm:t>
        <a:bodyPr/>
        <a:lstStyle/>
        <a:p>
          <a:endParaRPr lang="en-US"/>
        </a:p>
      </dgm:t>
    </dgm:pt>
    <dgm:pt modelId="{4F2584EF-6A9F-454D-BE33-5F4CF6C48038}">
      <dgm:prSet/>
      <dgm:spPr/>
      <dgm:t>
        <a:bodyPr/>
        <a:lstStyle/>
        <a:p>
          <a:r>
            <a:rPr lang="en-US"/>
            <a:t>Vulnerability assessment </a:t>
          </a:r>
        </a:p>
      </dgm:t>
    </dgm:pt>
    <dgm:pt modelId="{FA5C9E77-F7A1-4F06-AD7D-5BE227DF8807}" type="parTrans" cxnId="{DA333E23-65F8-446B-9178-3EB2A921CA01}">
      <dgm:prSet/>
      <dgm:spPr/>
      <dgm:t>
        <a:bodyPr/>
        <a:lstStyle/>
        <a:p>
          <a:endParaRPr lang="en-US"/>
        </a:p>
      </dgm:t>
    </dgm:pt>
    <dgm:pt modelId="{E25F0D55-4046-454A-9DAB-DB6891AB1352}" type="sibTrans" cxnId="{DA333E23-65F8-446B-9178-3EB2A921CA01}">
      <dgm:prSet/>
      <dgm:spPr/>
      <dgm:t>
        <a:bodyPr/>
        <a:lstStyle/>
        <a:p>
          <a:endParaRPr lang="en-US"/>
        </a:p>
      </dgm:t>
    </dgm:pt>
    <dgm:pt modelId="{EBFFE4E3-0DBC-430C-A214-03EF194F3590}">
      <dgm:prSet/>
      <dgm:spPr/>
      <dgm:t>
        <a:bodyPr/>
        <a:lstStyle/>
        <a:p>
          <a:r>
            <a:rPr lang="en-US"/>
            <a:t>Run-time threat protection</a:t>
          </a:r>
        </a:p>
      </dgm:t>
    </dgm:pt>
    <dgm:pt modelId="{222902B2-2CE2-4F36-BD88-79F0731340E3}" type="parTrans" cxnId="{6876A96E-A040-4221-96BA-1B7AED8DA72B}">
      <dgm:prSet/>
      <dgm:spPr/>
      <dgm:t>
        <a:bodyPr/>
        <a:lstStyle/>
        <a:p>
          <a:endParaRPr lang="en-US"/>
        </a:p>
      </dgm:t>
    </dgm:pt>
    <dgm:pt modelId="{C688FF85-B953-414C-807F-F082CFF41DAE}" type="sibTrans" cxnId="{6876A96E-A040-4221-96BA-1B7AED8DA72B}">
      <dgm:prSet/>
      <dgm:spPr/>
      <dgm:t>
        <a:bodyPr/>
        <a:lstStyle/>
        <a:p>
          <a:endParaRPr lang="en-US"/>
        </a:p>
      </dgm:t>
    </dgm:pt>
    <dgm:pt modelId="{EB74CF38-AB8F-4A9A-BFEA-CF2B32AD9BB2}">
      <dgm:prSet/>
      <dgm:spPr/>
      <dgm:t>
        <a:bodyPr/>
        <a:lstStyle/>
        <a:p>
          <a:r>
            <a:rPr lang="en-US"/>
            <a:t>Containers software supply chain protection</a:t>
          </a:r>
        </a:p>
      </dgm:t>
    </dgm:pt>
    <dgm:pt modelId="{FCEB7896-6EB3-452D-859B-2BE947E8DB4F}" type="parTrans" cxnId="{B5505A0C-5573-44B2-8449-BFF6B12E8289}">
      <dgm:prSet/>
      <dgm:spPr/>
      <dgm:t>
        <a:bodyPr/>
        <a:lstStyle/>
        <a:p>
          <a:endParaRPr lang="en-US"/>
        </a:p>
      </dgm:t>
    </dgm:pt>
    <dgm:pt modelId="{C16E5056-0F44-49D0-AE1C-FC058782C790}" type="sibTrans" cxnId="{B5505A0C-5573-44B2-8449-BFF6B12E8289}">
      <dgm:prSet/>
      <dgm:spPr/>
      <dgm:t>
        <a:bodyPr/>
        <a:lstStyle/>
        <a:p>
          <a:endParaRPr lang="en-US"/>
        </a:p>
      </dgm:t>
    </dgm:pt>
    <dgm:pt modelId="{3CC17E67-7E69-4EFC-9521-181C424D3C35}">
      <dgm:prSet/>
      <dgm:spPr/>
      <dgm:t>
        <a:bodyPr/>
        <a:lstStyle/>
        <a:p>
          <a:r>
            <a:rPr lang="en-US"/>
            <a:t>Deployment &amp; monitoring</a:t>
          </a:r>
        </a:p>
      </dgm:t>
    </dgm:pt>
    <dgm:pt modelId="{E141BD12-A8D9-40DF-BA5B-A35C45DAE192}" type="parTrans" cxnId="{74CB0578-EF54-4C6E-8189-D2AF2E81D922}">
      <dgm:prSet/>
      <dgm:spPr/>
      <dgm:t>
        <a:bodyPr/>
        <a:lstStyle/>
        <a:p>
          <a:endParaRPr lang="en-US"/>
        </a:p>
      </dgm:t>
    </dgm:pt>
    <dgm:pt modelId="{CB41446E-BD58-467B-B83F-66DA079C8B37}" type="sibTrans" cxnId="{74CB0578-EF54-4C6E-8189-D2AF2E81D922}">
      <dgm:prSet/>
      <dgm:spPr/>
      <dgm:t>
        <a:bodyPr/>
        <a:lstStyle/>
        <a:p>
          <a:endParaRPr lang="en-US"/>
        </a:p>
      </dgm:t>
    </dgm:pt>
    <dgm:pt modelId="{BC19E73D-BA88-45BD-A669-25AA69287709}" type="pres">
      <dgm:prSet presAssocID="{9C876546-6EB1-4ADC-A43A-1C029F3AB792}" presName="linear" presStyleCnt="0">
        <dgm:presLayoutVars>
          <dgm:animLvl val="lvl"/>
          <dgm:resizeHandles val="exact"/>
        </dgm:presLayoutVars>
      </dgm:prSet>
      <dgm:spPr/>
    </dgm:pt>
    <dgm:pt modelId="{A528632B-AF98-438E-81B2-557BC2C05ADE}" type="pres">
      <dgm:prSet presAssocID="{EB832BE2-B39D-4C7B-9CCC-85E70CAB7FFC}" presName="parentText" presStyleLbl="node1" presStyleIdx="0" presStyleCnt="5">
        <dgm:presLayoutVars>
          <dgm:chMax val="0"/>
          <dgm:bulletEnabled val="1"/>
        </dgm:presLayoutVars>
      </dgm:prSet>
      <dgm:spPr/>
    </dgm:pt>
    <dgm:pt modelId="{50E2873F-2B6F-450F-8592-6CB798B166D9}" type="pres">
      <dgm:prSet presAssocID="{CA2186E0-304C-4DEF-B18C-E2B94F7DBFDA}" presName="spacer" presStyleCnt="0"/>
      <dgm:spPr/>
    </dgm:pt>
    <dgm:pt modelId="{1835D6A1-99A2-45C3-A36F-26DB94D755E0}" type="pres">
      <dgm:prSet presAssocID="{4F2584EF-6A9F-454D-BE33-5F4CF6C48038}" presName="parentText" presStyleLbl="node1" presStyleIdx="1" presStyleCnt="5">
        <dgm:presLayoutVars>
          <dgm:chMax val="0"/>
          <dgm:bulletEnabled val="1"/>
        </dgm:presLayoutVars>
      </dgm:prSet>
      <dgm:spPr/>
    </dgm:pt>
    <dgm:pt modelId="{E0FC2B12-F293-4146-B7AA-2A523F30E03B}" type="pres">
      <dgm:prSet presAssocID="{E25F0D55-4046-454A-9DAB-DB6891AB1352}" presName="spacer" presStyleCnt="0"/>
      <dgm:spPr/>
    </dgm:pt>
    <dgm:pt modelId="{B42DE1D1-83F3-43CD-8D53-FC3E0892F83A}" type="pres">
      <dgm:prSet presAssocID="{EBFFE4E3-0DBC-430C-A214-03EF194F3590}" presName="parentText" presStyleLbl="node1" presStyleIdx="2" presStyleCnt="5">
        <dgm:presLayoutVars>
          <dgm:chMax val="0"/>
          <dgm:bulletEnabled val="1"/>
        </dgm:presLayoutVars>
      </dgm:prSet>
      <dgm:spPr/>
    </dgm:pt>
    <dgm:pt modelId="{0F66419F-701B-4537-A570-5AC2B8C78F9A}" type="pres">
      <dgm:prSet presAssocID="{C688FF85-B953-414C-807F-F082CFF41DAE}" presName="spacer" presStyleCnt="0"/>
      <dgm:spPr/>
    </dgm:pt>
    <dgm:pt modelId="{46282C84-148B-4BDC-8D5C-458E5677D2D2}" type="pres">
      <dgm:prSet presAssocID="{EB74CF38-AB8F-4A9A-BFEA-CF2B32AD9BB2}" presName="parentText" presStyleLbl="node1" presStyleIdx="3" presStyleCnt="5">
        <dgm:presLayoutVars>
          <dgm:chMax val="0"/>
          <dgm:bulletEnabled val="1"/>
        </dgm:presLayoutVars>
      </dgm:prSet>
      <dgm:spPr/>
    </dgm:pt>
    <dgm:pt modelId="{468FA092-AA20-4A97-85E9-EA4F989A09E8}" type="pres">
      <dgm:prSet presAssocID="{C16E5056-0F44-49D0-AE1C-FC058782C790}" presName="spacer" presStyleCnt="0"/>
      <dgm:spPr/>
    </dgm:pt>
    <dgm:pt modelId="{9D08B39D-73E5-4794-BCF9-5C62C8135CCE}" type="pres">
      <dgm:prSet presAssocID="{3CC17E67-7E69-4EFC-9521-181C424D3C35}" presName="parentText" presStyleLbl="node1" presStyleIdx="4" presStyleCnt="5">
        <dgm:presLayoutVars>
          <dgm:chMax val="0"/>
          <dgm:bulletEnabled val="1"/>
        </dgm:presLayoutVars>
      </dgm:prSet>
      <dgm:spPr/>
    </dgm:pt>
  </dgm:ptLst>
  <dgm:cxnLst>
    <dgm:cxn modelId="{B5505A0C-5573-44B2-8449-BFF6B12E8289}" srcId="{9C876546-6EB1-4ADC-A43A-1C029F3AB792}" destId="{EB74CF38-AB8F-4A9A-BFEA-CF2B32AD9BB2}" srcOrd="3" destOrd="0" parTransId="{FCEB7896-6EB3-452D-859B-2BE947E8DB4F}" sibTransId="{C16E5056-0F44-49D0-AE1C-FC058782C790}"/>
    <dgm:cxn modelId="{DA333E23-65F8-446B-9178-3EB2A921CA01}" srcId="{9C876546-6EB1-4ADC-A43A-1C029F3AB792}" destId="{4F2584EF-6A9F-454D-BE33-5F4CF6C48038}" srcOrd="1" destOrd="0" parTransId="{FA5C9E77-F7A1-4F06-AD7D-5BE227DF8807}" sibTransId="{E25F0D55-4046-454A-9DAB-DB6891AB1352}"/>
    <dgm:cxn modelId="{E1864044-6472-472C-A92A-8D4B87CC1A9E}" type="presOf" srcId="{EB74CF38-AB8F-4A9A-BFEA-CF2B32AD9BB2}" destId="{46282C84-148B-4BDC-8D5C-458E5677D2D2}" srcOrd="0" destOrd="0" presId="urn:microsoft.com/office/officeart/2005/8/layout/vList2"/>
    <dgm:cxn modelId="{EFC91865-F211-4F57-8ADA-7BAC543020D4}" srcId="{9C876546-6EB1-4ADC-A43A-1C029F3AB792}" destId="{EB832BE2-B39D-4C7B-9CCC-85E70CAB7FFC}" srcOrd="0" destOrd="0" parTransId="{F67908C1-D7C3-49A8-B541-F05B10E19692}" sibTransId="{CA2186E0-304C-4DEF-B18C-E2B94F7DBFDA}"/>
    <dgm:cxn modelId="{045A0B46-1D54-4814-8551-98AA09B7B06F}" type="presOf" srcId="{9C876546-6EB1-4ADC-A43A-1C029F3AB792}" destId="{BC19E73D-BA88-45BD-A669-25AA69287709}" srcOrd="0" destOrd="0" presId="urn:microsoft.com/office/officeart/2005/8/layout/vList2"/>
    <dgm:cxn modelId="{6876A96E-A040-4221-96BA-1B7AED8DA72B}" srcId="{9C876546-6EB1-4ADC-A43A-1C029F3AB792}" destId="{EBFFE4E3-0DBC-430C-A214-03EF194F3590}" srcOrd="2" destOrd="0" parTransId="{222902B2-2CE2-4F36-BD88-79F0731340E3}" sibTransId="{C688FF85-B953-414C-807F-F082CFF41DAE}"/>
    <dgm:cxn modelId="{2DE7EC71-B7BD-40F6-B3B9-745DB59D55D7}" type="presOf" srcId="{3CC17E67-7E69-4EFC-9521-181C424D3C35}" destId="{9D08B39D-73E5-4794-BCF9-5C62C8135CCE}" srcOrd="0" destOrd="0" presId="urn:microsoft.com/office/officeart/2005/8/layout/vList2"/>
    <dgm:cxn modelId="{74CB0578-EF54-4C6E-8189-D2AF2E81D922}" srcId="{9C876546-6EB1-4ADC-A43A-1C029F3AB792}" destId="{3CC17E67-7E69-4EFC-9521-181C424D3C35}" srcOrd="4" destOrd="0" parTransId="{E141BD12-A8D9-40DF-BA5B-A35C45DAE192}" sibTransId="{CB41446E-BD58-467B-B83F-66DA079C8B37}"/>
    <dgm:cxn modelId="{19C68682-5C81-44BB-8CAF-FC87F548BF18}" type="presOf" srcId="{EBFFE4E3-0DBC-430C-A214-03EF194F3590}" destId="{B42DE1D1-83F3-43CD-8D53-FC3E0892F83A}" srcOrd="0" destOrd="0" presId="urn:microsoft.com/office/officeart/2005/8/layout/vList2"/>
    <dgm:cxn modelId="{94DD1A9E-148C-455F-8AB7-3142155400CB}" type="presOf" srcId="{4F2584EF-6A9F-454D-BE33-5F4CF6C48038}" destId="{1835D6A1-99A2-45C3-A36F-26DB94D755E0}" srcOrd="0" destOrd="0" presId="urn:microsoft.com/office/officeart/2005/8/layout/vList2"/>
    <dgm:cxn modelId="{3C1278D0-22F8-46EC-9BE1-9A942FC28513}" type="presOf" srcId="{EB832BE2-B39D-4C7B-9CCC-85E70CAB7FFC}" destId="{A528632B-AF98-438E-81B2-557BC2C05ADE}" srcOrd="0" destOrd="0" presId="urn:microsoft.com/office/officeart/2005/8/layout/vList2"/>
    <dgm:cxn modelId="{DAF782B7-F268-478C-946A-0460B24B5A19}" type="presParOf" srcId="{BC19E73D-BA88-45BD-A669-25AA69287709}" destId="{A528632B-AF98-438E-81B2-557BC2C05ADE}" srcOrd="0" destOrd="0" presId="urn:microsoft.com/office/officeart/2005/8/layout/vList2"/>
    <dgm:cxn modelId="{DD035EBA-AEBB-4F57-A939-391DF535BE20}" type="presParOf" srcId="{BC19E73D-BA88-45BD-A669-25AA69287709}" destId="{50E2873F-2B6F-450F-8592-6CB798B166D9}" srcOrd="1" destOrd="0" presId="urn:microsoft.com/office/officeart/2005/8/layout/vList2"/>
    <dgm:cxn modelId="{8DCED74F-34EE-49BE-A2E2-592693D56946}" type="presParOf" srcId="{BC19E73D-BA88-45BD-A669-25AA69287709}" destId="{1835D6A1-99A2-45C3-A36F-26DB94D755E0}" srcOrd="2" destOrd="0" presId="urn:microsoft.com/office/officeart/2005/8/layout/vList2"/>
    <dgm:cxn modelId="{EBAC8040-E80F-46BF-A3B9-D838C6E421AD}" type="presParOf" srcId="{BC19E73D-BA88-45BD-A669-25AA69287709}" destId="{E0FC2B12-F293-4146-B7AA-2A523F30E03B}" srcOrd="3" destOrd="0" presId="urn:microsoft.com/office/officeart/2005/8/layout/vList2"/>
    <dgm:cxn modelId="{E932585C-80C7-4E62-8896-FA3F70EB19F3}" type="presParOf" srcId="{BC19E73D-BA88-45BD-A669-25AA69287709}" destId="{B42DE1D1-83F3-43CD-8D53-FC3E0892F83A}" srcOrd="4" destOrd="0" presId="urn:microsoft.com/office/officeart/2005/8/layout/vList2"/>
    <dgm:cxn modelId="{7A80E044-E516-435C-BB6F-09F55BDD2EAE}" type="presParOf" srcId="{BC19E73D-BA88-45BD-A669-25AA69287709}" destId="{0F66419F-701B-4537-A570-5AC2B8C78F9A}" srcOrd="5" destOrd="0" presId="urn:microsoft.com/office/officeart/2005/8/layout/vList2"/>
    <dgm:cxn modelId="{56F9E766-CE5C-4442-99BC-98FDF26886A4}" type="presParOf" srcId="{BC19E73D-BA88-45BD-A669-25AA69287709}" destId="{46282C84-148B-4BDC-8D5C-458E5677D2D2}" srcOrd="6" destOrd="0" presId="urn:microsoft.com/office/officeart/2005/8/layout/vList2"/>
    <dgm:cxn modelId="{B096D1FB-FD98-4687-A317-1BE316C73D1D}" type="presParOf" srcId="{BC19E73D-BA88-45BD-A669-25AA69287709}" destId="{468FA092-AA20-4A97-85E9-EA4F989A09E8}" srcOrd="7" destOrd="0" presId="urn:microsoft.com/office/officeart/2005/8/layout/vList2"/>
    <dgm:cxn modelId="{5A83D60D-998A-47E6-80BE-77156F454E06}" type="presParOf" srcId="{BC19E73D-BA88-45BD-A669-25AA69287709}" destId="{9D08B39D-73E5-4794-BCF9-5C62C8135CCE}"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3CCA96-5F37-46CE-AACC-9713E68C9C56}">
      <dsp:nvSpPr>
        <dsp:cNvPr id="0" name=""/>
        <dsp:cNvSpPr/>
      </dsp:nvSpPr>
      <dsp:spPr>
        <a:xfrm>
          <a:off x="930572" y="3032"/>
          <a:ext cx="2833338" cy="170000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Build Security</a:t>
          </a:r>
        </a:p>
      </dsp:txBody>
      <dsp:txXfrm>
        <a:off x="930572" y="3032"/>
        <a:ext cx="2833338" cy="1700003"/>
      </dsp:txXfrm>
    </dsp:sp>
    <dsp:sp modelId="{25894AB8-46EE-417C-A85F-CED486B95897}">
      <dsp:nvSpPr>
        <dsp:cNvPr id="0" name=""/>
        <dsp:cNvSpPr/>
      </dsp:nvSpPr>
      <dsp:spPr>
        <a:xfrm>
          <a:off x="4047245" y="3032"/>
          <a:ext cx="2833338" cy="1700003"/>
        </a:xfrm>
        <a:prstGeom prst="rect">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Registry Security</a:t>
          </a:r>
        </a:p>
      </dsp:txBody>
      <dsp:txXfrm>
        <a:off x="4047245" y="3032"/>
        <a:ext cx="2833338" cy="1700003"/>
      </dsp:txXfrm>
    </dsp:sp>
    <dsp:sp modelId="{27BF921C-70EB-425B-88B6-C4996B67E771}">
      <dsp:nvSpPr>
        <dsp:cNvPr id="0" name=""/>
        <dsp:cNvSpPr/>
      </dsp:nvSpPr>
      <dsp:spPr>
        <a:xfrm>
          <a:off x="7163917" y="3032"/>
          <a:ext cx="2833338" cy="1700003"/>
        </a:xfrm>
        <a:prstGeom prst="rect">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Cluster security</a:t>
          </a:r>
        </a:p>
      </dsp:txBody>
      <dsp:txXfrm>
        <a:off x="7163917" y="3032"/>
        <a:ext cx="2833338" cy="1700003"/>
      </dsp:txXfrm>
    </dsp:sp>
    <dsp:sp modelId="{619A8216-1810-43F4-9C3F-C9BA53F0C472}">
      <dsp:nvSpPr>
        <dsp:cNvPr id="0" name=""/>
        <dsp:cNvSpPr/>
      </dsp:nvSpPr>
      <dsp:spPr>
        <a:xfrm>
          <a:off x="930572" y="1986369"/>
          <a:ext cx="2833338" cy="1700003"/>
        </a:xfrm>
        <a:prstGeom prst="rect">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Node security</a:t>
          </a:r>
        </a:p>
      </dsp:txBody>
      <dsp:txXfrm>
        <a:off x="930572" y="1986369"/>
        <a:ext cx="2833338" cy="1700003"/>
      </dsp:txXfrm>
    </dsp:sp>
    <dsp:sp modelId="{C48539CD-F23E-488E-AD2C-14DEBC35AF96}">
      <dsp:nvSpPr>
        <dsp:cNvPr id="0" name=""/>
        <dsp:cNvSpPr/>
      </dsp:nvSpPr>
      <dsp:spPr>
        <a:xfrm>
          <a:off x="4047245" y="1986369"/>
          <a:ext cx="2833338" cy="1700003"/>
        </a:xfrm>
        <a:prstGeom prst="rect">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Network security</a:t>
          </a:r>
        </a:p>
      </dsp:txBody>
      <dsp:txXfrm>
        <a:off x="4047245" y="1986369"/>
        <a:ext cx="2833338" cy="1700003"/>
      </dsp:txXfrm>
    </dsp:sp>
    <dsp:sp modelId="{EA8E32A5-6A27-479B-BA01-99991E2427B2}">
      <dsp:nvSpPr>
        <dsp:cNvPr id="0" name=""/>
        <dsp:cNvSpPr/>
      </dsp:nvSpPr>
      <dsp:spPr>
        <a:xfrm>
          <a:off x="7163917" y="1986369"/>
          <a:ext cx="2833338" cy="1700003"/>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Application Security</a:t>
          </a:r>
        </a:p>
      </dsp:txBody>
      <dsp:txXfrm>
        <a:off x="7163917" y="1986369"/>
        <a:ext cx="2833338" cy="17000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28632B-AF98-438E-81B2-557BC2C05ADE}">
      <dsp:nvSpPr>
        <dsp:cNvPr id="0" name=""/>
        <dsp:cNvSpPr/>
      </dsp:nvSpPr>
      <dsp:spPr>
        <a:xfrm>
          <a:off x="0" y="49707"/>
          <a:ext cx="6245265" cy="1038082"/>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Security posture management </a:t>
          </a:r>
        </a:p>
      </dsp:txBody>
      <dsp:txXfrm>
        <a:off x="50675" y="100382"/>
        <a:ext cx="6143915" cy="936732"/>
      </dsp:txXfrm>
    </dsp:sp>
    <dsp:sp modelId="{1835D6A1-99A2-45C3-A36F-26DB94D755E0}">
      <dsp:nvSpPr>
        <dsp:cNvPr id="0" name=""/>
        <dsp:cNvSpPr/>
      </dsp:nvSpPr>
      <dsp:spPr>
        <a:xfrm>
          <a:off x="0" y="1162669"/>
          <a:ext cx="6245265" cy="1038082"/>
        </a:xfrm>
        <a:prstGeom prst="round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Vulnerability assessment </a:t>
          </a:r>
        </a:p>
      </dsp:txBody>
      <dsp:txXfrm>
        <a:off x="50675" y="1213344"/>
        <a:ext cx="6143915" cy="936732"/>
      </dsp:txXfrm>
    </dsp:sp>
    <dsp:sp modelId="{B42DE1D1-83F3-43CD-8D53-FC3E0892F83A}">
      <dsp:nvSpPr>
        <dsp:cNvPr id="0" name=""/>
        <dsp:cNvSpPr/>
      </dsp:nvSpPr>
      <dsp:spPr>
        <a:xfrm>
          <a:off x="0" y="2275632"/>
          <a:ext cx="6245265" cy="1038082"/>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Run-time threat protection</a:t>
          </a:r>
        </a:p>
      </dsp:txBody>
      <dsp:txXfrm>
        <a:off x="50675" y="2326307"/>
        <a:ext cx="6143915" cy="936732"/>
      </dsp:txXfrm>
    </dsp:sp>
    <dsp:sp modelId="{46282C84-148B-4BDC-8D5C-458E5677D2D2}">
      <dsp:nvSpPr>
        <dsp:cNvPr id="0" name=""/>
        <dsp:cNvSpPr/>
      </dsp:nvSpPr>
      <dsp:spPr>
        <a:xfrm>
          <a:off x="0" y="3388594"/>
          <a:ext cx="6245265" cy="1038082"/>
        </a:xfrm>
        <a:prstGeom prst="roundRect">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Containers software supply chain protection</a:t>
          </a:r>
        </a:p>
      </dsp:txBody>
      <dsp:txXfrm>
        <a:off x="50675" y="3439269"/>
        <a:ext cx="6143915" cy="936732"/>
      </dsp:txXfrm>
    </dsp:sp>
    <dsp:sp modelId="{9D08B39D-73E5-4794-BCF9-5C62C8135CCE}">
      <dsp:nvSpPr>
        <dsp:cNvPr id="0" name=""/>
        <dsp:cNvSpPr/>
      </dsp:nvSpPr>
      <dsp:spPr>
        <a:xfrm>
          <a:off x="0" y="4501557"/>
          <a:ext cx="6245265" cy="1038082"/>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Deployment &amp; monitoring</a:t>
          </a:r>
        </a:p>
      </dsp:txBody>
      <dsp:txXfrm>
        <a:off x="50675" y="4552232"/>
        <a:ext cx="6143915" cy="93673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5D07E-B132-4C8F-A144-2D501431D798}"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A7B8A6-DC2C-4E66-899B-3FF6576B90A7}" type="slidenum">
              <a:rPr lang="en-US" smtClean="0"/>
              <a:t>‹#›</a:t>
            </a:fld>
            <a:endParaRPr lang="en-US"/>
          </a:p>
        </p:txBody>
      </p:sp>
    </p:spTree>
    <p:extLst>
      <p:ext uri="{BB962C8B-B14F-4D97-AF65-F5344CB8AC3E}">
        <p14:creationId xmlns:p14="http://schemas.microsoft.com/office/powerpoint/2010/main" val="3232706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github.com/kata-containers/kata-containers/blob/main/docs/design/architecture/history.md#kata-2x-architecture" TargetMode="External"/><Relationship Id="rId2" Type="http://schemas.openxmlformats.org/officeDocument/2006/relationships/slide" Target="../slides/slide11.xml"/><Relationship Id="rId1" Type="http://schemas.openxmlformats.org/officeDocument/2006/relationships/notesMaster" Target="../notesMasters/notesMaster1.xml"/><Relationship Id="rId5" Type="http://schemas.openxmlformats.org/officeDocument/2006/relationships/hyperlink" Target="https://github.com/containerd/ttrpc" TargetMode="External"/><Relationship Id="rId4" Type="http://schemas.openxmlformats.org/officeDocument/2006/relationships/hyperlink" Target="https://github.com/kata-containers/kata-containers/blob/main/docs/design/architecture/README.md#agent"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3" Type="http://schemas.openxmlformats.org/officeDocument/2006/relationships/hyperlink" Target="https://github.com/kubernetes-sigs/secrets-store-csi-driver" TargetMode="External"/><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3" Type="http://schemas.openxmlformats.org/officeDocument/2006/relationships/hyperlink" Target="https://github.com/kubernetes-sigs/secrets-store-csi-driver" TargetMode="External"/><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8A7B8A6-DC2C-4E66-899B-3FF6576B90A7}" type="slidenum">
              <a:rPr lang="en-US" smtClean="0"/>
              <a:t>2</a:t>
            </a:fld>
            <a:endParaRPr lang="en-US"/>
          </a:p>
        </p:txBody>
      </p:sp>
    </p:spTree>
    <p:extLst>
      <p:ext uri="{BB962C8B-B14F-4D97-AF65-F5344CB8AC3E}">
        <p14:creationId xmlns:p14="http://schemas.microsoft.com/office/powerpoint/2010/main" val="2910751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965DD-AEE7-7ED4-EEAB-1821340E7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1360E-5A98-8086-BD5B-3CC46D5A6D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04AFF1-C753-2F20-F1C5-01FD2CDFA290}"/>
              </a:ext>
            </a:extLst>
          </p:cNvPr>
          <p:cNvSpPr>
            <a:spLocks noGrp="1"/>
          </p:cNvSpPr>
          <p:nvPr>
            <p:ph type="body" idx="1"/>
          </p:nvPr>
        </p:nvSpPr>
        <p:spPr/>
        <p:txBody>
          <a:bodyPr/>
          <a:lstStyle/>
          <a:p>
            <a:r>
              <a:rPr lang="fr-FR" err="1"/>
              <a:t>Explain</a:t>
            </a:r>
            <a:r>
              <a:rPr lang="fr-FR"/>
              <a:t> the concepts in </a:t>
            </a:r>
            <a:r>
              <a:rPr lang="en-US"/>
              <a:t>https://learn.microsoft.com/en-us/azure/aks/concepts-security </a:t>
            </a:r>
          </a:p>
        </p:txBody>
      </p:sp>
      <p:sp>
        <p:nvSpPr>
          <p:cNvPr id="4" name="Slide Number Placeholder 3">
            <a:extLst>
              <a:ext uri="{FF2B5EF4-FFF2-40B4-BE49-F238E27FC236}">
                <a16:creationId xmlns:a16="http://schemas.microsoft.com/office/drawing/2014/main" id="{F2B04C6C-820E-DF48-3BB0-15B496CDF5EB}"/>
              </a:ext>
            </a:extLst>
          </p:cNvPr>
          <p:cNvSpPr>
            <a:spLocks noGrp="1"/>
          </p:cNvSpPr>
          <p:nvPr>
            <p:ph type="sldNum" sz="quarter" idx="5"/>
          </p:nvPr>
        </p:nvSpPr>
        <p:spPr/>
        <p:txBody>
          <a:bodyPr/>
          <a:lstStyle/>
          <a:p>
            <a:fld id="{08A7B8A6-DC2C-4E66-899B-3FF6576B90A7}" type="slidenum">
              <a:rPr lang="en-US" smtClean="0"/>
              <a:t>3</a:t>
            </a:fld>
            <a:endParaRPr lang="en-US"/>
          </a:p>
        </p:txBody>
      </p:sp>
    </p:spTree>
    <p:extLst>
      <p:ext uri="{BB962C8B-B14F-4D97-AF65-F5344CB8AC3E}">
        <p14:creationId xmlns:p14="http://schemas.microsoft.com/office/powerpoint/2010/main" val="2323617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595B8-67BD-ABAA-6ADB-465FDE9C0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AF032-D82B-B88D-0E9C-2DA606109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9C91D-1987-341E-56A0-F127E10DF277}"/>
              </a:ext>
            </a:extLst>
          </p:cNvPr>
          <p:cNvSpPr>
            <a:spLocks noGrp="1"/>
          </p:cNvSpPr>
          <p:nvPr>
            <p:ph type="body" idx="1"/>
          </p:nvPr>
        </p:nvSpPr>
        <p:spPr/>
        <p:txBody>
          <a:bodyPr/>
          <a:lstStyle/>
          <a:p>
            <a:endParaRPr lang="fr-FR"/>
          </a:p>
          <a:p>
            <a:endParaRPr lang="en-US"/>
          </a:p>
        </p:txBody>
      </p:sp>
      <p:sp>
        <p:nvSpPr>
          <p:cNvPr id="4" name="Slide Number Placeholder 3">
            <a:extLst>
              <a:ext uri="{FF2B5EF4-FFF2-40B4-BE49-F238E27FC236}">
                <a16:creationId xmlns:a16="http://schemas.microsoft.com/office/drawing/2014/main" id="{A6C37711-D805-BC8D-C5DA-7082EBB15ED9}"/>
              </a:ext>
            </a:extLst>
          </p:cNvPr>
          <p:cNvSpPr>
            <a:spLocks noGrp="1"/>
          </p:cNvSpPr>
          <p:nvPr>
            <p:ph type="sldNum" sz="quarter" idx="5"/>
          </p:nvPr>
        </p:nvSpPr>
        <p:spPr/>
        <p:txBody>
          <a:bodyPr/>
          <a:lstStyle/>
          <a:p>
            <a:fld id="{08A7B8A6-DC2C-4E66-899B-3FF6576B90A7}" type="slidenum">
              <a:rPr lang="en-US" smtClean="0"/>
              <a:t>4</a:t>
            </a:fld>
            <a:endParaRPr lang="en-US"/>
          </a:p>
        </p:txBody>
      </p:sp>
    </p:spTree>
    <p:extLst>
      <p:ext uri="{BB962C8B-B14F-4D97-AF65-F5344CB8AC3E}">
        <p14:creationId xmlns:p14="http://schemas.microsoft.com/office/powerpoint/2010/main" val="481215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A087B-0507-84BB-A305-489FA9FD7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0A0B10-D8AE-1425-B378-6256552E5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2926D-4F51-2934-602F-AAE9627C88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2D97DB-3E4A-6EAE-ABC9-FB73615A9406}"/>
              </a:ext>
            </a:extLst>
          </p:cNvPr>
          <p:cNvSpPr>
            <a:spLocks noGrp="1"/>
          </p:cNvSpPr>
          <p:nvPr>
            <p:ph type="sldNum" sz="quarter" idx="5"/>
          </p:nvPr>
        </p:nvSpPr>
        <p:spPr/>
        <p:txBody>
          <a:bodyPr/>
          <a:lstStyle/>
          <a:p>
            <a:fld id="{08A7B8A6-DC2C-4E66-899B-3FF6576B90A7}" type="slidenum">
              <a:rPr lang="en-US" smtClean="0"/>
              <a:t>5</a:t>
            </a:fld>
            <a:endParaRPr lang="en-US"/>
          </a:p>
        </p:txBody>
      </p:sp>
    </p:spTree>
    <p:extLst>
      <p:ext uri="{BB962C8B-B14F-4D97-AF65-F5344CB8AC3E}">
        <p14:creationId xmlns:p14="http://schemas.microsoft.com/office/powerpoint/2010/main" val="1403010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22E1A-9A36-0601-0225-1B89FBEE6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0B443-0BEA-E11E-CFAF-20C3BE27E2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6CF078-6A4E-BB79-4A34-4BFCA960A7D7}"/>
              </a:ext>
            </a:extLst>
          </p:cNvPr>
          <p:cNvSpPr>
            <a:spLocks noGrp="1"/>
          </p:cNvSpPr>
          <p:nvPr>
            <p:ph type="body" idx="1"/>
          </p:nvPr>
        </p:nvSpPr>
        <p:spPr/>
        <p:txBody>
          <a:bodyPr/>
          <a:lstStyle/>
          <a:p>
            <a:r>
              <a:rPr lang="en-US"/>
              <a:t>Check the same title in https://learn.microsoft.com/en-us/azure/aks/concepts-vulnerability-management for the details</a:t>
            </a:r>
          </a:p>
        </p:txBody>
      </p:sp>
      <p:sp>
        <p:nvSpPr>
          <p:cNvPr id="4" name="Slide Number Placeholder 3">
            <a:extLst>
              <a:ext uri="{FF2B5EF4-FFF2-40B4-BE49-F238E27FC236}">
                <a16:creationId xmlns:a16="http://schemas.microsoft.com/office/drawing/2014/main" id="{B19DBA0D-527A-09C2-4DE2-54F3A257F8C7}"/>
              </a:ext>
            </a:extLst>
          </p:cNvPr>
          <p:cNvSpPr>
            <a:spLocks noGrp="1"/>
          </p:cNvSpPr>
          <p:nvPr>
            <p:ph type="sldNum" sz="quarter" idx="5"/>
          </p:nvPr>
        </p:nvSpPr>
        <p:spPr/>
        <p:txBody>
          <a:bodyPr/>
          <a:lstStyle/>
          <a:p>
            <a:fld id="{08A7B8A6-DC2C-4E66-899B-3FF6576B90A7}" type="slidenum">
              <a:rPr lang="en-US" smtClean="0"/>
              <a:t>6</a:t>
            </a:fld>
            <a:endParaRPr lang="en-US"/>
          </a:p>
        </p:txBody>
      </p:sp>
    </p:spTree>
    <p:extLst>
      <p:ext uri="{BB962C8B-B14F-4D97-AF65-F5344CB8AC3E}">
        <p14:creationId xmlns:p14="http://schemas.microsoft.com/office/powerpoint/2010/main" val="784564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A365D-11B6-C05A-FF73-000C922599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FE821-CB93-210E-6FC5-41C34ACF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A49F79-ABC0-4C0A-9062-2472ABE09932}"/>
              </a:ext>
            </a:extLst>
          </p:cNvPr>
          <p:cNvSpPr>
            <a:spLocks noGrp="1"/>
          </p:cNvSpPr>
          <p:nvPr>
            <p:ph type="body" idx="1"/>
          </p:nvPr>
        </p:nvSpPr>
        <p:spPr/>
        <p:txBody>
          <a:bodyPr/>
          <a:lstStyle/>
          <a:p>
            <a:r>
              <a:rPr lang="en-US"/>
              <a:t>Check https://learn.microsoft.com/en-us/azure/aks/concepts-vulnerability-management#worker-nodes for the details</a:t>
            </a:r>
          </a:p>
        </p:txBody>
      </p:sp>
      <p:sp>
        <p:nvSpPr>
          <p:cNvPr id="4" name="Slide Number Placeholder 3">
            <a:extLst>
              <a:ext uri="{FF2B5EF4-FFF2-40B4-BE49-F238E27FC236}">
                <a16:creationId xmlns:a16="http://schemas.microsoft.com/office/drawing/2014/main" id="{B6713D50-0089-01BC-96A4-9219D3BD9508}"/>
              </a:ext>
            </a:extLst>
          </p:cNvPr>
          <p:cNvSpPr>
            <a:spLocks noGrp="1"/>
          </p:cNvSpPr>
          <p:nvPr>
            <p:ph type="sldNum" sz="quarter" idx="5"/>
          </p:nvPr>
        </p:nvSpPr>
        <p:spPr/>
        <p:txBody>
          <a:bodyPr/>
          <a:lstStyle/>
          <a:p>
            <a:fld id="{08A7B8A6-DC2C-4E66-899B-3FF6576B90A7}" type="slidenum">
              <a:rPr lang="en-US" smtClean="0"/>
              <a:t>7</a:t>
            </a:fld>
            <a:endParaRPr lang="en-US"/>
          </a:p>
        </p:txBody>
      </p:sp>
    </p:spTree>
    <p:extLst>
      <p:ext uri="{BB962C8B-B14F-4D97-AF65-F5344CB8AC3E}">
        <p14:creationId xmlns:p14="http://schemas.microsoft.com/office/powerpoint/2010/main" val="1672809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237C1-A7AE-F51C-1C13-2BA9A6994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6FF46-64E2-7734-16BA-B31FBB8142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6F860-47CF-6E66-7F16-B8489AF8E987}"/>
              </a:ext>
            </a:extLst>
          </p:cNvPr>
          <p:cNvSpPr>
            <a:spLocks noGrp="1"/>
          </p:cNvSpPr>
          <p:nvPr>
            <p:ph type="body" idx="1"/>
          </p:nvPr>
        </p:nvSpPr>
        <p:spPr/>
        <p:txBody>
          <a:bodyPr/>
          <a:lstStyle/>
          <a:p>
            <a:r>
              <a:rPr lang="en-US"/>
              <a:t>Check https://learn.microsoft.com/en-us/azure/aks/concepts-vulnerability-management#how-vulnerabilities-are-classified for the details</a:t>
            </a:r>
          </a:p>
        </p:txBody>
      </p:sp>
      <p:sp>
        <p:nvSpPr>
          <p:cNvPr id="4" name="Slide Number Placeholder 3">
            <a:extLst>
              <a:ext uri="{FF2B5EF4-FFF2-40B4-BE49-F238E27FC236}">
                <a16:creationId xmlns:a16="http://schemas.microsoft.com/office/drawing/2014/main" id="{9400A2A6-DB4A-A486-9547-6A29C3F31079}"/>
              </a:ext>
            </a:extLst>
          </p:cNvPr>
          <p:cNvSpPr>
            <a:spLocks noGrp="1"/>
          </p:cNvSpPr>
          <p:nvPr>
            <p:ph type="sldNum" sz="quarter" idx="5"/>
          </p:nvPr>
        </p:nvSpPr>
        <p:spPr/>
        <p:txBody>
          <a:bodyPr/>
          <a:lstStyle/>
          <a:p>
            <a:fld id="{08A7B8A6-DC2C-4E66-899B-3FF6576B90A7}" type="slidenum">
              <a:rPr lang="en-US" smtClean="0"/>
              <a:t>8</a:t>
            </a:fld>
            <a:endParaRPr lang="en-US"/>
          </a:p>
        </p:txBody>
      </p:sp>
    </p:spTree>
    <p:extLst>
      <p:ext uri="{BB962C8B-B14F-4D97-AF65-F5344CB8AC3E}">
        <p14:creationId xmlns:p14="http://schemas.microsoft.com/office/powerpoint/2010/main" val="1026063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A561-B04A-E7F7-CE41-526A3A0F3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D6C2D-1807-56B6-0BE6-18E783D248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12F11-36F8-3507-9771-D61446B4345D}"/>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6DDE799-28BA-2CBE-179F-99E7F4785A5E}"/>
              </a:ext>
            </a:extLst>
          </p:cNvPr>
          <p:cNvSpPr>
            <a:spLocks noGrp="1"/>
          </p:cNvSpPr>
          <p:nvPr>
            <p:ph type="sldNum" sz="quarter" idx="5"/>
          </p:nvPr>
        </p:nvSpPr>
        <p:spPr/>
        <p:txBody>
          <a:bodyPr/>
          <a:lstStyle/>
          <a:p>
            <a:fld id="{08A7B8A6-DC2C-4E66-899B-3FF6576B90A7}" type="slidenum">
              <a:rPr lang="en-US" smtClean="0"/>
              <a:t>9</a:t>
            </a:fld>
            <a:endParaRPr lang="en-US"/>
          </a:p>
        </p:txBody>
      </p:sp>
    </p:spTree>
    <p:extLst>
      <p:ext uri="{BB962C8B-B14F-4D97-AF65-F5344CB8AC3E}">
        <p14:creationId xmlns:p14="http://schemas.microsoft.com/office/powerpoint/2010/main" val="230189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F61F3-D4E3-8A23-CEDC-419E0D024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E3755E-DB6D-56CC-8CA7-38437FBD83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417138-22FF-2996-A681-420970F9D3E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9566E9F-9DC7-89D3-21FF-D003E7ED9B4C}"/>
              </a:ext>
            </a:extLst>
          </p:cNvPr>
          <p:cNvSpPr>
            <a:spLocks noGrp="1"/>
          </p:cNvSpPr>
          <p:nvPr>
            <p:ph type="sldNum" sz="quarter" idx="5"/>
          </p:nvPr>
        </p:nvSpPr>
        <p:spPr/>
        <p:txBody>
          <a:bodyPr/>
          <a:lstStyle/>
          <a:p>
            <a:fld id="{08A7B8A6-DC2C-4E66-899B-3FF6576B90A7}" type="slidenum">
              <a:rPr lang="en-US" smtClean="0"/>
              <a:t>10</a:t>
            </a:fld>
            <a:endParaRPr lang="en-US"/>
          </a:p>
        </p:txBody>
      </p:sp>
    </p:spTree>
    <p:extLst>
      <p:ext uri="{BB962C8B-B14F-4D97-AF65-F5344CB8AC3E}">
        <p14:creationId xmlns:p14="http://schemas.microsoft.com/office/powerpoint/2010/main" val="2143051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969F3-3A96-8030-28D3-9119776D9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69618-0606-00F8-19CE-23B521D79D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61138-B890-8480-57BE-E7CAC90A6DD5}"/>
              </a:ext>
            </a:extLst>
          </p:cNvPr>
          <p:cNvSpPr>
            <a:spLocks noGrp="1"/>
          </p:cNvSpPr>
          <p:nvPr>
            <p:ph type="body" idx="1"/>
          </p:nvPr>
        </p:nvSpPr>
        <p:spPr/>
        <p:txBody>
          <a:bodyPr/>
          <a:lstStyle/>
          <a:p>
            <a:r>
              <a:rPr lang="en-US"/>
              <a:t>https://learn.microsoft.com/en-us/azure/confidential-computing/confidential-containers-aks-security-policy?toc=%2Fazure%2Faks%2Ftoc.json&amp;bc=%2Fazure%2Faks%2Fbreadcrumb%2Ftoc.json#security-policy-overview </a:t>
            </a:r>
          </a:p>
          <a:p>
            <a:endParaRPr lang="en-US"/>
          </a:p>
          <a:p>
            <a:r>
              <a:rPr lang="en-US" sz="1200" b="0" i="0" kern="1200">
                <a:solidFill>
                  <a:schemeClr val="tx1"/>
                </a:solidFill>
                <a:effectLst/>
                <a:latin typeface="+mn-lt"/>
                <a:ea typeface="+mn-ea"/>
                <a:cs typeface="+mn-cs"/>
              </a:rPr>
              <a:t>One of the main components of the </a:t>
            </a:r>
            <a:r>
              <a:rPr lang="en-US" sz="1200" b="0" i="0" u="none" strike="noStrike" kern="1200">
                <a:solidFill>
                  <a:schemeClr val="tx1"/>
                </a:solidFill>
                <a:effectLst/>
                <a:latin typeface="+mn-lt"/>
                <a:ea typeface="+mn-ea"/>
                <a:cs typeface="+mn-cs"/>
                <a:hlinkClick r:id="rId3"/>
              </a:rPr>
              <a:t>Kata Containers system architecture</a:t>
            </a:r>
            <a:r>
              <a:rPr lang="en-US" sz="1200" b="0" i="0" kern="1200">
                <a:solidFill>
                  <a:schemeClr val="tx1"/>
                </a:solidFill>
                <a:effectLst/>
                <a:latin typeface="+mn-lt"/>
                <a:ea typeface="+mn-ea"/>
                <a:cs typeface="+mn-cs"/>
              </a:rPr>
              <a:t> is the </a:t>
            </a:r>
            <a:r>
              <a:rPr lang="en-US" sz="1200" b="0" i="0" u="none" strike="noStrike" kern="1200">
                <a:solidFill>
                  <a:schemeClr val="tx1"/>
                </a:solidFill>
                <a:effectLst/>
                <a:latin typeface="+mn-lt"/>
                <a:ea typeface="+mn-ea"/>
                <a:cs typeface="+mn-cs"/>
                <a:hlinkClick r:id="rId4"/>
              </a:rPr>
              <a:t>Kata agent</a:t>
            </a:r>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When using Kata Containers to implement Confidential Containers, the agent is executed inside the hardware-based TEE and therefore is part of the pod's Trusted Computing Base (TCB). As shown in the diagram, the Kata agent provides a set of </a:t>
            </a:r>
            <a:r>
              <a:rPr lang="en-US" sz="1200" b="0" i="0" u="none" strike="noStrike" kern="1200" err="1">
                <a:solidFill>
                  <a:schemeClr val="tx1"/>
                </a:solidFill>
                <a:effectLst/>
                <a:latin typeface="+mn-lt"/>
                <a:ea typeface="+mn-ea"/>
                <a:cs typeface="+mn-cs"/>
                <a:hlinkClick r:id="rId5"/>
              </a:rPr>
              <a:t>ttrpc</a:t>
            </a:r>
            <a:r>
              <a:rPr lang="en-US" sz="1200" b="0" i="0" kern="1200">
                <a:solidFill>
                  <a:schemeClr val="tx1"/>
                </a:solidFill>
                <a:effectLst/>
                <a:latin typeface="+mn-lt"/>
                <a:ea typeface="+mn-ea"/>
                <a:cs typeface="+mn-cs"/>
              </a:rPr>
              <a:t> APIs allowing the system components outside of the TEE to create and manage Confidential-based Kubernetes pods. These other components (for example, the Kata Shim) aren't part of the pod's TCB. Therefore, the agent must protect itself from potentially buggy or malicious API calls.</a:t>
            </a:r>
          </a:p>
          <a:p>
            <a:endParaRPr lang="en-US"/>
          </a:p>
          <a:p>
            <a:r>
              <a:rPr lang="en-US"/>
              <a:t>In AKS Confidential Containers, the Kata agent API self-protection is implemented using a security policy (also known as the Kata Agent Policy), specified by the owners of the confidential pods. The policy document contains rules and data corresponding to each pod, using the industry standard Rego policy language. The enforcement of the policy inside the Utility VM (UVM) is implemented using the Open Policy Agent (OPA) – a graduated project of the Cloud Native Computing Foundation (CNCF).</a:t>
            </a:r>
          </a:p>
        </p:txBody>
      </p:sp>
      <p:sp>
        <p:nvSpPr>
          <p:cNvPr id="4" name="Slide Number Placeholder 3">
            <a:extLst>
              <a:ext uri="{FF2B5EF4-FFF2-40B4-BE49-F238E27FC236}">
                <a16:creationId xmlns:a16="http://schemas.microsoft.com/office/drawing/2014/main" id="{22F88BEA-3140-2653-C6D7-F00A7CF3BE45}"/>
              </a:ext>
            </a:extLst>
          </p:cNvPr>
          <p:cNvSpPr>
            <a:spLocks noGrp="1"/>
          </p:cNvSpPr>
          <p:nvPr>
            <p:ph type="sldNum" sz="quarter" idx="5"/>
          </p:nvPr>
        </p:nvSpPr>
        <p:spPr/>
        <p:txBody>
          <a:bodyPr/>
          <a:lstStyle/>
          <a:p>
            <a:fld id="{08A7B8A6-DC2C-4E66-899B-3FF6576B90A7}" type="slidenum">
              <a:rPr lang="en-US" smtClean="0"/>
              <a:t>11</a:t>
            </a:fld>
            <a:endParaRPr lang="en-US"/>
          </a:p>
        </p:txBody>
      </p:sp>
    </p:spTree>
    <p:extLst>
      <p:ext uri="{BB962C8B-B14F-4D97-AF65-F5344CB8AC3E}">
        <p14:creationId xmlns:p14="http://schemas.microsoft.com/office/powerpoint/2010/main" val="882205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2677A-3501-FDE8-6508-AA824786E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382FE-FE90-D0A0-DCAB-0BC665FA7F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DCE9DF-9820-8348-9EE0-F04777253F30}"/>
              </a:ext>
            </a:extLst>
          </p:cNvPr>
          <p:cNvSpPr>
            <a:spLocks noGrp="1"/>
          </p:cNvSpPr>
          <p:nvPr>
            <p:ph type="body" idx="1"/>
          </p:nvPr>
        </p:nvSpPr>
        <p:spPr/>
        <p:txBody>
          <a:bodyPr/>
          <a:lstStyle/>
          <a:p>
            <a:r>
              <a:rPr lang="en-US"/>
              <a:t>https://learn.microsoft.com/en-us/azure/confidential-computing/confidential-containers-aks-security-policy?toc=%2Fazure%2Faks%2Ftoc.json&amp;bc=%2Fazure%2Faks%2Fbreadcrumb%2Ftoc.json#policy-contents </a:t>
            </a:r>
          </a:p>
        </p:txBody>
      </p:sp>
      <p:sp>
        <p:nvSpPr>
          <p:cNvPr id="4" name="Slide Number Placeholder 3">
            <a:extLst>
              <a:ext uri="{FF2B5EF4-FFF2-40B4-BE49-F238E27FC236}">
                <a16:creationId xmlns:a16="http://schemas.microsoft.com/office/drawing/2014/main" id="{76466529-1F14-CDF2-5F97-7D5A439F1D22}"/>
              </a:ext>
            </a:extLst>
          </p:cNvPr>
          <p:cNvSpPr>
            <a:spLocks noGrp="1"/>
          </p:cNvSpPr>
          <p:nvPr>
            <p:ph type="sldNum" sz="quarter" idx="5"/>
          </p:nvPr>
        </p:nvSpPr>
        <p:spPr/>
        <p:txBody>
          <a:bodyPr/>
          <a:lstStyle/>
          <a:p>
            <a:fld id="{08A7B8A6-DC2C-4E66-899B-3FF6576B90A7}" type="slidenum">
              <a:rPr lang="en-US" smtClean="0"/>
              <a:t>12</a:t>
            </a:fld>
            <a:endParaRPr lang="en-US"/>
          </a:p>
        </p:txBody>
      </p:sp>
    </p:spTree>
    <p:extLst>
      <p:ext uri="{BB962C8B-B14F-4D97-AF65-F5344CB8AC3E}">
        <p14:creationId xmlns:p14="http://schemas.microsoft.com/office/powerpoint/2010/main" val="2673530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D7CA7-EAC9-E7A2-A80E-9306F0301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6AFBE-7D95-AFAB-9324-EAE30DCD1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C71E70-17BD-CDE7-FC0D-B40A6F3554FF}"/>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C88844A4-D8F8-E100-A7B9-7BEB12CA7EDB}"/>
              </a:ext>
            </a:extLst>
          </p:cNvPr>
          <p:cNvSpPr>
            <a:spLocks noGrp="1"/>
          </p:cNvSpPr>
          <p:nvPr>
            <p:ph type="sldNum" sz="quarter" idx="5"/>
          </p:nvPr>
        </p:nvSpPr>
        <p:spPr/>
        <p:txBody>
          <a:bodyPr/>
          <a:lstStyle/>
          <a:p>
            <a:fld id="{08A7B8A6-DC2C-4E66-899B-3FF6576B90A7}" type="slidenum">
              <a:rPr lang="en-US" smtClean="0"/>
              <a:t>14</a:t>
            </a:fld>
            <a:endParaRPr lang="en-US"/>
          </a:p>
        </p:txBody>
      </p:sp>
    </p:spTree>
    <p:extLst>
      <p:ext uri="{BB962C8B-B14F-4D97-AF65-F5344CB8AC3E}">
        <p14:creationId xmlns:p14="http://schemas.microsoft.com/office/powerpoint/2010/main" val="238690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371DF-42D9-41AA-7746-2A8008DF5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4DFCE1-D5B5-5AE5-D03D-445E7C17BB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34E89-753A-A6A1-4137-CDD3469C23AB}"/>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3BB8AB60-85F0-1A40-A49A-F0101528F29B}"/>
              </a:ext>
            </a:extLst>
          </p:cNvPr>
          <p:cNvSpPr>
            <a:spLocks noGrp="1"/>
          </p:cNvSpPr>
          <p:nvPr>
            <p:ph type="sldNum" sz="quarter" idx="5"/>
          </p:nvPr>
        </p:nvSpPr>
        <p:spPr/>
        <p:txBody>
          <a:bodyPr/>
          <a:lstStyle/>
          <a:p>
            <a:fld id="{08A7B8A6-DC2C-4E66-899B-3FF6576B90A7}" type="slidenum">
              <a:rPr lang="en-US" smtClean="0"/>
              <a:t>16</a:t>
            </a:fld>
            <a:endParaRPr lang="en-US"/>
          </a:p>
        </p:txBody>
      </p:sp>
    </p:spTree>
    <p:extLst>
      <p:ext uri="{BB962C8B-B14F-4D97-AF65-F5344CB8AC3E}">
        <p14:creationId xmlns:p14="http://schemas.microsoft.com/office/powerpoint/2010/main" val="1099983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962F0-86B7-0343-B325-875E774811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4E4BE-4DE3-8DFB-066D-11102DA42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DA85DE-46AA-7F7E-DFCB-22FF74FDBD8F}"/>
              </a:ext>
            </a:extLst>
          </p:cNvPr>
          <p:cNvSpPr>
            <a:spLocks noGrp="1"/>
          </p:cNvSpPr>
          <p:nvPr>
            <p:ph type="body" idx="1"/>
          </p:nvPr>
        </p:nvSpPr>
        <p:spPr/>
        <p:txBody>
          <a:bodyPr/>
          <a:lstStyle/>
          <a:p>
            <a:r>
              <a:rPr lang="en-US" dirty="0"/>
              <a:t>Explain the content in https://learn.microsoft.com/en-us/azure/defender-for-cloud/defender-for-containers-introduction </a:t>
            </a:r>
            <a:endParaRPr lang="fr-FR" dirty="0"/>
          </a:p>
        </p:txBody>
      </p:sp>
      <p:sp>
        <p:nvSpPr>
          <p:cNvPr id="4" name="Slide Number Placeholder 3">
            <a:extLst>
              <a:ext uri="{FF2B5EF4-FFF2-40B4-BE49-F238E27FC236}">
                <a16:creationId xmlns:a16="http://schemas.microsoft.com/office/drawing/2014/main" id="{E262DB42-FF2F-4395-A3B9-F1FE16EE3226}"/>
              </a:ext>
            </a:extLst>
          </p:cNvPr>
          <p:cNvSpPr>
            <a:spLocks noGrp="1"/>
          </p:cNvSpPr>
          <p:nvPr>
            <p:ph type="sldNum" sz="quarter" idx="5"/>
          </p:nvPr>
        </p:nvSpPr>
        <p:spPr/>
        <p:txBody>
          <a:bodyPr/>
          <a:lstStyle/>
          <a:p>
            <a:fld id="{08A7B8A6-DC2C-4E66-899B-3FF6576B90A7}" type="slidenum">
              <a:rPr lang="en-US" smtClean="0"/>
              <a:t>17</a:t>
            </a:fld>
            <a:endParaRPr lang="en-US"/>
          </a:p>
        </p:txBody>
      </p:sp>
    </p:spTree>
    <p:extLst>
      <p:ext uri="{BB962C8B-B14F-4D97-AF65-F5344CB8AC3E}">
        <p14:creationId xmlns:p14="http://schemas.microsoft.com/office/powerpoint/2010/main" val="712732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E591E-7E78-7F4B-4746-1E260CA36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41FD8-7A7C-D409-FCC7-768C3FEF1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202838-BF81-B2D0-7C3E-0809704CC15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15CEDB8-137F-8FD5-386A-A3D7A5EF8666}"/>
              </a:ext>
            </a:extLst>
          </p:cNvPr>
          <p:cNvSpPr>
            <a:spLocks noGrp="1"/>
          </p:cNvSpPr>
          <p:nvPr>
            <p:ph type="sldNum" sz="quarter" idx="5"/>
          </p:nvPr>
        </p:nvSpPr>
        <p:spPr/>
        <p:txBody>
          <a:bodyPr/>
          <a:lstStyle/>
          <a:p>
            <a:fld id="{08A7B8A6-DC2C-4E66-899B-3FF6576B90A7}" type="slidenum">
              <a:rPr lang="en-US" smtClean="0"/>
              <a:t>18</a:t>
            </a:fld>
            <a:endParaRPr lang="en-US"/>
          </a:p>
        </p:txBody>
      </p:sp>
    </p:spTree>
    <p:extLst>
      <p:ext uri="{BB962C8B-B14F-4D97-AF65-F5344CB8AC3E}">
        <p14:creationId xmlns:p14="http://schemas.microsoft.com/office/powerpoint/2010/main" val="2891635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Manually setup Defender for AKS via Azure Portal</a:t>
            </a:r>
          </a:p>
          <a:p>
            <a:r>
              <a:rPr lang="en-US" dirty="0"/>
              <a:t>AKSDeepDive\src\DDSecurity\ContainerSecurity\checkDefenderSetup.sh</a:t>
            </a:r>
          </a:p>
          <a:p>
            <a:r>
              <a:rPr lang="en-US" dirty="0"/>
              <a:t>AKSDeepDive\src\DDSecurity\KubernetesAlertSimulator\simulate.sh</a:t>
            </a:r>
          </a:p>
          <a:p>
            <a:endParaRPr lang="en-US" dirty="0"/>
          </a:p>
        </p:txBody>
      </p:sp>
      <p:sp>
        <p:nvSpPr>
          <p:cNvPr id="4" name="Slide Number Placeholder 3"/>
          <p:cNvSpPr>
            <a:spLocks noGrp="1"/>
          </p:cNvSpPr>
          <p:nvPr>
            <p:ph type="sldNum" sz="quarter" idx="5"/>
          </p:nvPr>
        </p:nvSpPr>
        <p:spPr/>
        <p:txBody>
          <a:bodyPr/>
          <a:lstStyle/>
          <a:p>
            <a:fld id="{08A7B8A6-DC2C-4E66-899B-3FF6576B90A7}" type="slidenum">
              <a:rPr lang="en-US" smtClean="0"/>
              <a:t>19</a:t>
            </a:fld>
            <a:endParaRPr lang="en-US"/>
          </a:p>
        </p:txBody>
      </p:sp>
    </p:spTree>
    <p:extLst>
      <p:ext uri="{BB962C8B-B14F-4D97-AF65-F5344CB8AC3E}">
        <p14:creationId xmlns:p14="http://schemas.microsoft.com/office/powerpoint/2010/main" val="366111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A5730-3E8E-64E5-94C5-A56FCF49FB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09576-AE2C-301B-7E3B-AD35EF1DC8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A240B4-A5DD-D152-A297-F88534D2C365}"/>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65B96AF5-D4AA-CC7F-3563-EB5724BEE302}"/>
              </a:ext>
            </a:extLst>
          </p:cNvPr>
          <p:cNvSpPr>
            <a:spLocks noGrp="1"/>
          </p:cNvSpPr>
          <p:nvPr>
            <p:ph type="sldNum" sz="quarter" idx="5"/>
          </p:nvPr>
        </p:nvSpPr>
        <p:spPr/>
        <p:txBody>
          <a:bodyPr/>
          <a:lstStyle/>
          <a:p>
            <a:fld id="{08A7B8A6-DC2C-4E66-899B-3FF6576B90A7}" type="slidenum">
              <a:rPr lang="en-US" smtClean="0"/>
              <a:t>20</a:t>
            </a:fld>
            <a:endParaRPr lang="en-US"/>
          </a:p>
        </p:txBody>
      </p:sp>
    </p:spTree>
    <p:extLst>
      <p:ext uri="{BB962C8B-B14F-4D97-AF65-F5344CB8AC3E}">
        <p14:creationId xmlns:p14="http://schemas.microsoft.com/office/powerpoint/2010/main" val="26654799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026E5-945E-A14C-4D58-544A8528F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4DF11-325C-CA75-E469-D4A642B78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B1241-BA3B-981D-E6C4-4EB7A40698CB}"/>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F24ABB34-D3F6-B65D-8287-370EF31FEFAE}"/>
              </a:ext>
            </a:extLst>
          </p:cNvPr>
          <p:cNvSpPr>
            <a:spLocks noGrp="1"/>
          </p:cNvSpPr>
          <p:nvPr>
            <p:ph type="sldNum" sz="quarter" idx="5"/>
          </p:nvPr>
        </p:nvSpPr>
        <p:spPr/>
        <p:txBody>
          <a:bodyPr/>
          <a:lstStyle/>
          <a:p>
            <a:fld id="{08A7B8A6-DC2C-4E66-899B-3FF6576B90A7}" type="slidenum">
              <a:rPr lang="en-US" smtClean="0"/>
              <a:t>23</a:t>
            </a:fld>
            <a:endParaRPr lang="en-US"/>
          </a:p>
        </p:txBody>
      </p:sp>
    </p:spTree>
    <p:extLst>
      <p:ext uri="{BB962C8B-B14F-4D97-AF65-F5344CB8AC3E}">
        <p14:creationId xmlns:p14="http://schemas.microsoft.com/office/powerpoint/2010/main" val="32144365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7D2E-9DBB-87E1-A80D-CAB3D8DF3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25EE0-281C-9F68-9EEE-3A088ED0B1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35D8C4-EF66-C9A9-02B0-95AA34082333}"/>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A5833DE9-7F2B-272A-E342-18E15B0C2214}"/>
              </a:ext>
            </a:extLst>
          </p:cNvPr>
          <p:cNvSpPr>
            <a:spLocks noGrp="1"/>
          </p:cNvSpPr>
          <p:nvPr>
            <p:ph type="sldNum" sz="quarter" idx="5"/>
          </p:nvPr>
        </p:nvSpPr>
        <p:spPr/>
        <p:txBody>
          <a:bodyPr/>
          <a:lstStyle/>
          <a:p>
            <a:fld id="{08A7B8A6-DC2C-4E66-899B-3FF6576B90A7}" type="slidenum">
              <a:rPr lang="en-US" smtClean="0"/>
              <a:t>24</a:t>
            </a:fld>
            <a:endParaRPr lang="en-US"/>
          </a:p>
        </p:txBody>
      </p:sp>
    </p:spTree>
    <p:extLst>
      <p:ext uri="{BB962C8B-B14F-4D97-AF65-F5344CB8AC3E}">
        <p14:creationId xmlns:p14="http://schemas.microsoft.com/office/powerpoint/2010/main" val="1978174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A2152-3F71-00BB-80FD-AD98FB801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B9B9F-3616-EDFC-45A2-74328C54C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E74762-127C-CED8-0413-BFEE6DC09692}"/>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9B9FEE5A-0760-6805-62F0-05A651A051AA}"/>
              </a:ext>
            </a:extLst>
          </p:cNvPr>
          <p:cNvSpPr>
            <a:spLocks noGrp="1"/>
          </p:cNvSpPr>
          <p:nvPr>
            <p:ph type="sldNum" sz="quarter" idx="5"/>
          </p:nvPr>
        </p:nvSpPr>
        <p:spPr/>
        <p:txBody>
          <a:bodyPr/>
          <a:lstStyle/>
          <a:p>
            <a:fld id="{08A7B8A6-DC2C-4E66-899B-3FF6576B90A7}" type="slidenum">
              <a:rPr lang="en-US" smtClean="0"/>
              <a:t>26</a:t>
            </a:fld>
            <a:endParaRPr lang="en-US"/>
          </a:p>
        </p:txBody>
      </p:sp>
    </p:spTree>
    <p:extLst>
      <p:ext uri="{BB962C8B-B14F-4D97-AF65-F5344CB8AC3E}">
        <p14:creationId xmlns:p14="http://schemas.microsoft.com/office/powerpoint/2010/main" val="23570997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FA733-89FF-0714-AFB3-11C4568CD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7B617-4522-4554-C926-E50E5EAD1C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F4619C-9AF9-D812-AE62-483D7FD383E7}"/>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C7DD909-1A62-230E-30F2-6DDBA850CF77}"/>
              </a:ext>
            </a:extLst>
          </p:cNvPr>
          <p:cNvSpPr>
            <a:spLocks noGrp="1"/>
          </p:cNvSpPr>
          <p:nvPr>
            <p:ph type="sldNum" sz="quarter" idx="5"/>
          </p:nvPr>
        </p:nvSpPr>
        <p:spPr/>
        <p:txBody>
          <a:bodyPr/>
          <a:lstStyle/>
          <a:p>
            <a:fld id="{08A7B8A6-DC2C-4E66-899B-3FF6576B90A7}" type="slidenum">
              <a:rPr lang="en-US" smtClean="0"/>
              <a:t>28</a:t>
            </a:fld>
            <a:endParaRPr lang="en-US"/>
          </a:p>
        </p:txBody>
      </p:sp>
    </p:spTree>
    <p:extLst>
      <p:ext uri="{BB962C8B-B14F-4D97-AF65-F5344CB8AC3E}">
        <p14:creationId xmlns:p14="http://schemas.microsoft.com/office/powerpoint/2010/main" val="26459115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42C48-A92F-1B0F-3813-CD4A1F9C8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F85F3-5875-3C5D-2020-93098F0D3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0BC14-54DB-0411-15E4-9907397DA3D8}"/>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FF02D4D3-212C-ABF6-F6AB-14B168BD65E8}"/>
              </a:ext>
            </a:extLst>
          </p:cNvPr>
          <p:cNvSpPr>
            <a:spLocks noGrp="1"/>
          </p:cNvSpPr>
          <p:nvPr>
            <p:ph type="sldNum" sz="quarter" idx="5"/>
          </p:nvPr>
        </p:nvSpPr>
        <p:spPr/>
        <p:txBody>
          <a:bodyPr/>
          <a:lstStyle/>
          <a:p>
            <a:fld id="{08A7B8A6-DC2C-4E66-899B-3FF6576B90A7}" type="slidenum">
              <a:rPr lang="en-US" smtClean="0"/>
              <a:t>29</a:t>
            </a:fld>
            <a:endParaRPr lang="en-US"/>
          </a:p>
        </p:txBody>
      </p:sp>
    </p:spTree>
    <p:extLst>
      <p:ext uri="{BB962C8B-B14F-4D97-AF65-F5344CB8AC3E}">
        <p14:creationId xmlns:p14="http://schemas.microsoft.com/office/powerpoint/2010/main" val="40944761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BF66A-4B48-F53F-8D7E-69FE15D6F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5BFE8-80D9-5633-3353-C92F71C94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292C26-AB75-6146-822B-48F38F4EF92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FB470DA5-7E69-AFA3-C444-594385D64EF1}"/>
              </a:ext>
            </a:extLst>
          </p:cNvPr>
          <p:cNvSpPr>
            <a:spLocks noGrp="1"/>
          </p:cNvSpPr>
          <p:nvPr>
            <p:ph type="sldNum" sz="quarter" idx="5"/>
          </p:nvPr>
        </p:nvSpPr>
        <p:spPr/>
        <p:txBody>
          <a:bodyPr/>
          <a:lstStyle/>
          <a:p>
            <a:fld id="{08A7B8A6-DC2C-4E66-899B-3FF6576B90A7}" type="slidenum">
              <a:rPr lang="en-US" smtClean="0"/>
              <a:t>31</a:t>
            </a:fld>
            <a:endParaRPr lang="en-US"/>
          </a:p>
        </p:txBody>
      </p:sp>
    </p:spTree>
    <p:extLst>
      <p:ext uri="{BB962C8B-B14F-4D97-AF65-F5344CB8AC3E}">
        <p14:creationId xmlns:p14="http://schemas.microsoft.com/office/powerpoint/2010/main" val="15880149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36CD3-62AE-4D42-4198-33DE41239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66396-E6F4-A289-DB3A-AE946D833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668359-EF6E-7CC1-2088-3B994D0BC78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722171C0-A61F-3D9D-C396-49BA9FF0AEBE}"/>
              </a:ext>
            </a:extLst>
          </p:cNvPr>
          <p:cNvSpPr>
            <a:spLocks noGrp="1"/>
          </p:cNvSpPr>
          <p:nvPr>
            <p:ph type="sldNum" sz="quarter" idx="5"/>
          </p:nvPr>
        </p:nvSpPr>
        <p:spPr/>
        <p:txBody>
          <a:bodyPr/>
          <a:lstStyle/>
          <a:p>
            <a:fld id="{08A7B8A6-DC2C-4E66-899B-3FF6576B90A7}" type="slidenum">
              <a:rPr lang="en-US" smtClean="0"/>
              <a:t>32</a:t>
            </a:fld>
            <a:endParaRPr lang="en-US"/>
          </a:p>
        </p:txBody>
      </p:sp>
    </p:spTree>
    <p:extLst>
      <p:ext uri="{BB962C8B-B14F-4D97-AF65-F5344CB8AC3E}">
        <p14:creationId xmlns:p14="http://schemas.microsoft.com/office/powerpoint/2010/main" val="1923840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11DC6-AC8D-D19D-04E2-D5B866FBD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3E28E-CBA8-799C-1770-973BBC373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03E99C-B3B7-2404-6988-75C38292DD3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D576E50-F15A-9F2F-0068-22E79E5CEE80}"/>
              </a:ext>
            </a:extLst>
          </p:cNvPr>
          <p:cNvSpPr>
            <a:spLocks noGrp="1"/>
          </p:cNvSpPr>
          <p:nvPr>
            <p:ph type="sldNum" sz="quarter" idx="5"/>
          </p:nvPr>
        </p:nvSpPr>
        <p:spPr/>
        <p:txBody>
          <a:bodyPr/>
          <a:lstStyle/>
          <a:p>
            <a:fld id="{08A7B8A6-DC2C-4E66-899B-3FF6576B90A7}" type="slidenum">
              <a:rPr lang="en-US" smtClean="0"/>
              <a:t>34</a:t>
            </a:fld>
            <a:endParaRPr lang="en-US"/>
          </a:p>
        </p:txBody>
      </p:sp>
    </p:spTree>
    <p:extLst>
      <p:ext uri="{BB962C8B-B14F-4D97-AF65-F5344CB8AC3E}">
        <p14:creationId xmlns:p14="http://schemas.microsoft.com/office/powerpoint/2010/main" val="42922743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8C5A1-9272-AB2B-9E8A-50D4BD7B5D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B592C-0831-E6A4-3013-66E17A2A28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BD4884-3FF3-59C5-D19F-EB12E8FBB8F8}"/>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2D947BC-B5D6-D762-26B0-A2E25B7E91D8}"/>
              </a:ext>
            </a:extLst>
          </p:cNvPr>
          <p:cNvSpPr>
            <a:spLocks noGrp="1"/>
          </p:cNvSpPr>
          <p:nvPr>
            <p:ph type="sldNum" sz="quarter" idx="5"/>
          </p:nvPr>
        </p:nvSpPr>
        <p:spPr/>
        <p:txBody>
          <a:bodyPr/>
          <a:lstStyle/>
          <a:p>
            <a:fld id="{08A7B8A6-DC2C-4E66-899B-3FF6576B90A7}" type="slidenum">
              <a:rPr lang="en-US" smtClean="0"/>
              <a:t>35</a:t>
            </a:fld>
            <a:endParaRPr lang="en-US"/>
          </a:p>
        </p:txBody>
      </p:sp>
    </p:spTree>
    <p:extLst>
      <p:ext uri="{BB962C8B-B14F-4D97-AF65-F5344CB8AC3E}">
        <p14:creationId xmlns:p14="http://schemas.microsoft.com/office/powerpoint/2010/main" val="40512667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956E5-E4CD-578F-24D3-19C58DE01D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D45D2-3B26-4B5E-D838-CF78505BF6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1A15DE-8C6E-2193-F7D1-E252900100D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326764DD-BFE3-CF30-9B36-850DA38AE45C}"/>
              </a:ext>
            </a:extLst>
          </p:cNvPr>
          <p:cNvSpPr>
            <a:spLocks noGrp="1"/>
          </p:cNvSpPr>
          <p:nvPr>
            <p:ph type="sldNum" sz="quarter" idx="5"/>
          </p:nvPr>
        </p:nvSpPr>
        <p:spPr/>
        <p:txBody>
          <a:bodyPr/>
          <a:lstStyle/>
          <a:p>
            <a:fld id="{08A7B8A6-DC2C-4E66-899B-3FF6576B90A7}" type="slidenum">
              <a:rPr lang="en-US" smtClean="0"/>
              <a:t>37</a:t>
            </a:fld>
            <a:endParaRPr lang="en-US"/>
          </a:p>
        </p:txBody>
      </p:sp>
    </p:spTree>
    <p:extLst>
      <p:ext uri="{BB962C8B-B14F-4D97-AF65-F5344CB8AC3E}">
        <p14:creationId xmlns:p14="http://schemas.microsoft.com/office/powerpoint/2010/main" val="35056711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311A3-0C74-CF6B-7812-6D13C7FAB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6A5DC-1722-EC84-A06A-72A462E3A3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F81937-5B91-8F54-78A0-02676AE05B9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9E52030D-77D0-BBB4-02DB-3ABEC10EF8D5}"/>
              </a:ext>
            </a:extLst>
          </p:cNvPr>
          <p:cNvSpPr>
            <a:spLocks noGrp="1"/>
          </p:cNvSpPr>
          <p:nvPr>
            <p:ph type="sldNum" sz="quarter" idx="5"/>
          </p:nvPr>
        </p:nvSpPr>
        <p:spPr/>
        <p:txBody>
          <a:bodyPr/>
          <a:lstStyle/>
          <a:p>
            <a:fld id="{08A7B8A6-DC2C-4E66-899B-3FF6576B90A7}" type="slidenum">
              <a:rPr lang="en-US" smtClean="0"/>
              <a:t>39</a:t>
            </a:fld>
            <a:endParaRPr lang="en-US"/>
          </a:p>
        </p:txBody>
      </p:sp>
    </p:spTree>
    <p:extLst>
      <p:ext uri="{BB962C8B-B14F-4D97-AF65-F5344CB8AC3E}">
        <p14:creationId xmlns:p14="http://schemas.microsoft.com/office/powerpoint/2010/main" val="17777449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361BF-87AF-F1A6-8CFF-E2B3B9A3F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D33185-781A-6642-2ED8-E4091AC6A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C0221C-2FAF-2D7B-664C-B6D9F281A4AF}"/>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A0960E67-D1FA-DCF5-8CB1-144A26987ABB}"/>
              </a:ext>
            </a:extLst>
          </p:cNvPr>
          <p:cNvSpPr>
            <a:spLocks noGrp="1"/>
          </p:cNvSpPr>
          <p:nvPr>
            <p:ph type="sldNum" sz="quarter" idx="5"/>
          </p:nvPr>
        </p:nvSpPr>
        <p:spPr/>
        <p:txBody>
          <a:bodyPr/>
          <a:lstStyle/>
          <a:p>
            <a:fld id="{08A7B8A6-DC2C-4E66-899B-3FF6576B90A7}" type="slidenum">
              <a:rPr lang="en-US" smtClean="0"/>
              <a:t>41</a:t>
            </a:fld>
            <a:endParaRPr lang="en-US"/>
          </a:p>
        </p:txBody>
      </p:sp>
    </p:spTree>
    <p:extLst>
      <p:ext uri="{BB962C8B-B14F-4D97-AF65-F5344CB8AC3E}">
        <p14:creationId xmlns:p14="http://schemas.microsoft.com/office/powerpoint/2010/main" val="1132261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22555-1556-085A-C676-2A744AB1C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097B2F-8FB4-5B30-A12A-153A00844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201E00-3A9E-E806-54D8-7B4E183AE16B}"/>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439B137F-C85C-607B-E051-8B780F0B730F}"/>
              </a:ext>
            </a:extLst>
          </p:cNvPr>
          <p:cNvSpPr>
            <a:spLocks noGrp="1"/>
          </p:cNvSpPr>
          <p:nvPr>
            <p:ph type="sldNum" sz="quarter" idx="5"/>
          </p:nvPr>
        </p:nvSpPr>
        <p:spPr/>
        <p:txBody>
          <a:bodyPr/>
          <a:lstStyle/>
          <a:p>
            <a:fld id="{08A7B8A6-DC2C-4E66-899B-3FF6576B90A7}" type="slidenum">
              <a:rPr lang="en-US" smtClean="0"/>
              <a:t>43</a:t>
            </a:fld>
            <a:endParaRPr lang="en-US"/>
          </a:p>
        </p:txBody>
      </p:sp>
    </p:spTree>
    <p:extLst>
      <p:ext uri="{BB962C8B-B14F-4D97-AF65-F5344CB8AC3E}">
        <p14:creationId xmlns:p14="http://schemas.microsoft.com/office/powerpoint/2010/main" val="11709825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035A0-2F77-F434-4BDA-0984CBED45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8A2EF-94D3-FFFC-E3D0-3C65C4675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1E899D-CC60-0C70-8C39-DBB09292DA7F}"/>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B6853320-EA3D-3702-A547-CB845D70C4C2}"/>
              </a:ext>
            </a:extLst>
          </p:cNvPr>
          <p:cNvSpPr>
            <a:spLocks noGrp="1"/>
          </p:cNvSpPr>
          <p:nvPr>
            <p:ph type="sldNum" sz="quarter" idx="5"/>
          </p:nvPr>
        </p:nvSpPr>
        <p:spPr/>
        <p:txBody>
          <a:bodyPr/>
          <a:lstStyle/>
          <a:p>
            <a:fld id="{08A7B8A6-DC2C-4E66-899B-3FF6576B90A7}" type="slidenum">
              <a:rPr lang="en-US" smtClean="0"/>
              <a:t>45</a:t>
            </a:fld>
            <a:endParaRPr lang="en-US"/>
          </a:p>
        </p:txBody>
      </p:sp>
    </p:spTree>
    <p:extLst>
      <p:ext uri="{BB962C8B-B14F-4D97-AF65-F5344CB8AC3E}">
        <p14:creationId xmlns:p14="http://schemas.microsoft.com/office/powerpoint/2010/main" val="36423673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9BD75-BE2D-8090-150C-092B54F70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E0C217-C119-1FCE-9674-ACFB973CF8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B4F4E-B4E3-4856-0628-EEEB0506BDD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EB926454-D94D-9EE2-8DA7-9688C00A74ED}"/>
              </a:ext>
            </a:extLst>
          </p:cNvPr>
          <p:cNvSpPr>
            <a:spLocks noGrp="1"/>
          </p:cNvSpPr>
          <p:nvPr>
            <p:ph type="sldNum" sz="quarter" idx="5"/>
          </p:nvPr>
        </p:nvSpPr>
        <p:spPr/>
        <p:txBody>
          <a:bodyPr/>
          <a:lstStyle/>
          <a:p>
            <a:fld id="{08A7B8A6-DC2C-4E66-899B-3FF6576B90A7}" type="slidenum">
              <a:rPr lang="en-US" smtClean="0"/>
              <a:t>47</a:t>
            </a:fld>
            <a:endParaRPr lang="en-US"/>
          </a:p>
        </p:txBody>
      </p:sp>
    </p:spTree>
    <p:extLst>
      <p:ext uri="{BB962C8B-B14F-4D97-AF65-F5344CB8AC3E}">
        <p14:creationId xmlns:p14="http://schemas.microsoft.com/office/powerpoint/2010/main" val="3738001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BEB29-34BD-8483-FC7C-AC2581A12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7E7D2-962A-B624-481E-832A814E7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4EF3F-C2AA-DCAC-30DF-26103D874C13}"/>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FFD8C0A-443B-D62A-AED4-0361667F129D}"/>
              </a:ext>
            </a:extLst>
          </p:cNvPr>
          <p:cNvSpPr>
            <a:spLocks noGrp="1"/>
          </p:cNvSpPr>
          <p:nvPr>
            <p:ph type="sldNum" sz="quarter" idx="5"/>
          </p:nvPr>
        </p:nvSpPr>
        <p:spPr/>
        <p:txBody>
          <a:bodyPr/>
          <a:lstStyle/>
          <a:p>
            <a:fld id="{08A7B8A6-DC2C-4E66-899B-3FF6576B90A7}" type="slidenum">
              <a:rPr lang="en-US" smtClean="0"/>
              <a:t>49</a:t>
            </a:fld>
            <a:endParaRPr lang="en-US"/>
          </a:p>
        </p:txBody>
      </p:sp>
    </p:spTree>
    <p:extLst>
      <p:ext uri="{BB962C8B-B14F-4D97-AF65-F5344CB8AC3E}">
        <p14:creationId xmlns:p14="http://schemas.microsoft.com/office/powerpoint/2010/main" val="14808983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1AEA3-32A1-B481-D99F-C36B9411A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A397C-F4C3-52BD-BF72-BB15D3CFF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714D14-8F74-0634-5AFD-F148CA6AF46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601690A-DD2D-F657-CBBA-71A7F8CA2ABF}"/>
              </a:ext>
            </a:extLst>
          </p:cNvPr>
          <p:cNvSpPr>
            <a:spLocks noGrp="1"/>
          </p:cNvSpPr>
          <p:nvPr>
            <p:ph type="sldNum" sz="quarter" idx="5"/>
          </p:nvPr>
        </p:nvSpPr>
        <p:spPr/>
        <p:txBody>
          <a:bodyPr/>
          <a:lstStyle/>
          <a:p>
            <a:fld id="{08A7B8A6-DC2C-4E66-899B-3FF6576B90A7}" type="slidenum">
              <a:rPr lang="en-US" smtClean="0"/>
              <a:t>51</a:t>
            </a:fld>
            <a:endParaRPr lang="en-US"/>
          </a:p>
        </p:txBody>
      </p:sp>
    </p:spTree>
    <p:extLst>
      <p:ext uri="{BB962C8B-B14F-4D97-AF65-F5344CB8AC3E}">
        <p14:creationId xmlns:p14="http://schemas.microsoft.com/office/powerpoint/2010/main" val="40352010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0187D-4D85-41C2-3969-3263F0A82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1C6E0-6EE6-A24B-0C59-03DAD42124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DE2F93-93C3-8589-ECB1-EABB0C1E4261}"/>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D958C4C6-DCF1-CED2-3BE6-2B7E4DCF1633}"/>
              </a:ext>
            </a:extLst>
          </p:cNvPr>
          <p:cNvSpPr>
            <a:spLocks noGrp="1"/>
          </p:cNvSpPr>
          <p:nvPr>
            <p:ph type="sldNum" sz="quarter" idx="5"/>
          </p:nvPr>
        </p:nvSpPr>
        <p:spPr/>
        <p:txBody>
          <a:bodyPr/>
          <a:lstStyle/>
          <a:p>
            <a:fld id="{08A7B8A6-DC2C-4E66-899B-3FF6576B90A7}" type="slidenum">
              <a:rPr lang="en-US" smtClean="0"/>
              <a:t>53</a:t>
            </a:fld>
            <a:endParaRPr lang="en-US"/>
          </a:p>
        </p:txBody>
      </p:sp>
    </p:spTree>
    <p:extLst>
      <p:ext uri="{BB962C8B-B14F-4D97-AF65-F5344CB8AC3E}">
        <p14:creationId xmlns:p14="http://schemas.microsoft.com/office/powerpoint/2010/main" val="1254766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D5ECE-177F-42B3-669E-618C8B8A9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05876-1F65-38B8-4D82-115A25C2D2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3DB3F-E57E-5E5C-771E-C4EE8D0FA36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BADF3147-125E-FEE7-E7A5-F227CA1AE699}"/>
              </a:ext>
            </a:extLst>
          </p:cNvPr>
          <p:cNvSpPr>
            <a:spLocks noGrp="1"/>
          </p:cNvSpPr>
          <p:nvPr>
            <p:ph type="sldNum" sz="quarter" idx="5"/>
          </p:nvPr>
        </p:nvSpPr>
        <p:spPr/>
        <p:txBody>
          <a:bodyPr/>
          <a:lstStyle/>
          <a:p>
            <a:fld id="{08A7B8A6-DC2C-4E66-899B-3FF6576B90A7}" type="slidenum">
              <a:rPr lang="en-US" smtClean="0"/>
              <a:t>55</a:t>
            </a:fld>
            <a:endParaRPr lang="en-US"/>
          </a:p>
        </p:txBody>
      </p:sp>
    </p:spTree>
    <p:extLst>
      <p:ext uri="{BB962C8B-B14F-4D97-AF65-F5344CB8AC3E}">
        <p14:creationId xmlns:p14="http://schemas.microsoft.com/office/powerpoint/2010/main" val="9161442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D8EB7-CE61-3D66-BB13-59F00D5558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B0842C-564C-C933-E706-454966E1FB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77A37-6CC6-0DA0-16EB-6A2EBF73944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6D193B99-9469-75C7-BE99-8424181A72E1}"/>
              </a:ext>
            </a:extLst>
          </p:cNvPr>
          <p:cNvSpPr>
            <a:spLocks noGrp="1"/>
          </p:cNvSpPr>
          <p:nvPr>
            <p:ph type="sldNum" sz="quarter" idx="5"/>
          </p:nvPr>
        </p:nvSpPr>
        <p:spPr/>
        <p:txBody>
          <a:bodyPr/>
          <a:lstStyle/>
          <a:p>
            <a:fld id="{08A7B8A6-DC2C-4E66-899B-3FF6576B90A7}" type="slidenum">
              <a:rPr lang="en-US" smtClean="0"/>
              <a:t>57</a:t>
            </a:fld>
            <a:endParaRPr lang="en-US"/>
          </a:p>
        </p:txBody>
      </p:sp>
    </p:spTree>
    <p:extLst>
      <p:ext uri="{BB962C8B-B14F-4D97-AF65-F5344CB8AC3E}">
        <p14:creationId xmlns:p14="http://schemas.microsoft.com/office/powerpoint/2010/main" val="26343563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3F80-87F9-2BB9-6FD2-A31F4F83B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F0B8AD-5852-3746-D443-4B4BE7FA8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F3DB1-0F47-C1B6-2DBD-5C9A450A9E6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74311B8B-FB70-4AF3-853F-02747737C946}"/>
              </a:ext>
            </a:extLst>
          </p:cNvPr>
          <p:cNvSpPr>
            <a:spLocks noGrp="1"/>
          </p:cNvSpPr>
          <p:nvPr>
            <p:ph type="sldNum" sz="quarter" idx="5"/>
          </p:nvPr>
        </p:nvSpPr>
        <p:spPr/>
        <p:txBody>
          <a:bodyPr/>
          <a:lstStyle/>
          <a:p>
            <a:fld id="{08A7B8A6-DC2C-4E66-899B-3FF6576B90A7}" type="slidenum">
              <a:rPr lang="en-US" smtClean="0"/>
              <a:t>59</a:t>
            </a:fld>
            <a:endParaRPr lang="en-US"/>
          </a:p>
        </p:txBody>
      </p:sp>
    </p:spTree>
    <p:extLst>
      <p:ext uri="{BB962C8B-B14F-4D97-AF65-F5344CB8AC3E}">
        <p14:creationId xmlns:p14="http://schemas.microsoft.com/office/powerpoint/2010/main" val="22133837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12A3-5552-87D8-0F52-4C7AEDF07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4FDDC-9FC8-BCED-A8EC-8E050DEC5C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0F0D86-0D6E-DA22-96C0-D0C35D336B8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B29A63DA-6389-10EB-ADE5-AC8A034E35C7}"/>
              </a:ext>
            </a:extLst>
          </p:cNvPr>
          <p:cNvSpPr>
            <a:spLocks noGrp="1"/>
          </p:cNvSpPr>
          <p:nvPr>
            <p:ph type="sldNum" sz="quarter" idx="5"/>
          </p:nvPr>
        </p:nvSpPr>
        <p:spPr/>
        <p:txBody>
          <a:bodyPr/>
          <a:lstStyle/>
          <a:p>
            <a:fld id="{08A7B8A6-DC2C-4E66-899B-3FF6576B90A7}" type="slidenum">
              <a:rPr lang="en-US" smtClean="0"/>
              <a:t>61</a:t>
            </a:fld>
            <a:endParaRPr lang="en-US"/>
          </a:p>
        </p:txBody>
      </p:sp>
    </p:spTree>
    <p:extLst>
      <p:ext uri="{BB962C8B-B14F-4D97-AF65-F5344CB8AC3E}">
        <p14:creationId xmlns:p14="http://schemas.microsoft.com/office/powerpoint/2010/main" val="25047734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80845-E233-7250-5627-5B5B522A3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F512E-376A-7B0D-FC15-C4215878F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C68B23-A349-01EA-7A65-93160A1095A3}"/>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D7D11C8A-A458-A54D-63D1-98AF1EBF168E}"/>
              </a:ext>
            </a:extLst>
          </p:cNvPr>
          <p:cNvSpPr>
            <a:spLocks noGrp="1"/>
          </p:cNvSpPr>
          <p:nvPr>
            <p:ph type="sldNum" sz="quarter" idx="5"/>
          </p:nvPr>
        </p:nvSpPr>
        <p:spPr/>
        <p:txBody>
          <a:bodyPr/>
          <a:lstStyle/>
          <a:p>
            <a:fld id="{08A7B8A6-DC2C-4E66-899B-3FF6576B90A7}" type="slidenum">
              <a:rPr lang="en-US" smtClean="0"/>
              <a:t>63</a:t>
            </a:fld>
            <a:endParaRPr lang="en-US"/>
          </a:p>
        </p:txBody>
      </p:sp>
    </p:spTree>
    <p:extLst>
      <p:ext uri="{BB962C8B-B14F-4D97-AF65-F5344CB8AC3E}">
        <p14:creationId xmlns:p14="http://schemas.microsoft.com/office/powerpoint/2010/main" val="25121647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4725-F29D-379B-20A2-640AB3804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A5EF2-D353-9F04-ACA8-26C6795980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A53F47-E7E1-5B85-F9FC-65ABE1A004D6}"/>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324A69B0-04B1-6C6B-B7CB-3D28CE2D8206}"/>
              </a:ext>
            </a:extLst>
          </p:cNvPr>
          <p:cNvSpPr>
            <a:spLocks noGrp="1"/>
          </p:cNvSpPr>
          <p:nvPr>
            <p:ph type="sldNum" sz="quarter" idx="5"/>
          </p:nvPr>
        </p:nvSpPr>
        <p:spPr/>
        <p:txBody>
          <a:bodyPr/>
          <a:lstStyle/>
          <a:p>
            <a:fld id="{08A7B8A6-DC2C-4E66-899B-3FF6576B90A7}" type="slidenum">
              <a:rPr lang="en-US" smtClean="0"/>
              <a:t>65</a:t>
            </a:fld>
            <a:endParaRPr lang="en-US"/>
          </a:p>
        </p:txBody>
      </p:sp>
    </p:spTree>
    <p:extLst>
      <p:ext uri="{BB962C8B-B14F-4D97-AF65-F5344CB8AC3E}">
        <p14:creationId xmlns:p14="http://schemas.microsoft.com/office/powerpoint/2010/main" val="3266197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5CE31-9FA3-4330-AE0C-2E3F6E2C3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7BF1F-4BFF-CC07-5877-057848D8F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0338C7-DA00-43DD-E405-900F81E7CA82}"/>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8C8D255-975E-D864-1879-6EFFF7F397A0}"/>
              </a:ext>
            </a:extLst>
          </p:cNvPr>
          <p:cNvSpPr>
            <a:spLocks noGrp="1"/>
          </p:cNvSpPr>
          <p:nvPr>
            <p:ph type="sldNum" sz="quarter" idx="5"/>
          </p:nvPr>
        </p:nvSpPr>
        <p:spPr/>
        <p:txBody>
          <a:bodyPr/>
          <a:lstStyle/>
          <a:p>
            <a:fld id="{08A7B8A6-DC2C-4E66-899B-3FF6576B90A7}" type="slidenum">
              <a:rPr lang="en-US" smtClean="0"/>
              <a:t>67</a:t>
            </a:fld>
            <a:endParaRPr lang="en-US"/>
          </a:p>
        </p:txBody>
      </p:sp>
    </p:spTree>
    <p:extLst>
      <p:ext uri="{BB962C8B-B14F-4D97-AF65-F5344CB8AC3E}">
        <p14:creationId xmlns:p14="http://schemas.microsoft.com/office/powerpoint/2010/main" val="25511670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E94FB-EE46-7185-DBFE-A7CAEC060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7C297-17F9-B5E4-BEC6-59B2AAAD7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2C7BFF-1175-DD98-2F39-8AA99253B51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FA8BA54D-2629-C318-5B38-51102F192CFA}"/>
              </a:ext>
            </a:extLst>
          </p:cNvPr>
          <p:cNvSpPr>
            <a:spLocks noGrp="1"/>
          </p:cNvSpPr>
          <p:nvPr>
            <p:ph type="sldNum" sz="quarter" idx="5"/>
          </p:nvPr>
        </p:nvSpPr>
        <p:spPr/>
        <p:txBody>
          <a:bodyPr/>
          <a:lstStyle/>
          <a:p>
            <a:fld id="{08A7B8A6-DC2C-4E66-899B-3FF6576B90A7}" type="slidenum">
              <a:rPr lang="en-US" smtClean="0"/>
              <a:t>69</a:t>
            </a:fld>
            <a:endParaRPr lang="en-US"/>
          </a:p>
        </p:txBody>
      </p:sp>
    </p:spTree>
    <p:extLst>
      <p:ext uri="{BB962C8B-B14F-4D97-AF65-F5344CB8AC3E}">
        <p14:creationId xmlns:p14="http://schemas.microsoft.com/office/powerpoint/2010/main" val="14859781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26139-A8F9-E5EF-152E-44E7656C5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1DFCC-FD0F-486A-CAAF-E47CD7B7FC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39829-FD27-8FAE-03BE-EBEBC474DE85}"/>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F9A38D4-8D2E-C75C-69C1-AAB31319AF6A}"/>
              </a:ext>
            </a:extLst>
          </p:cNvPr>
          <p:cNvSpPr>
            <a:spLocks noGrp="1"/>
          </p:cNvSpPr>
          <p:nvPr>
            <p:ph type="sldNum" sz="quarter" idx="5"/>
          </p:nvPr>
        </p:nvSpPr>
        <p:spPr/>
        <p:txBody>
          <a:bodyPr/>
          <a:lstStyle/>
          <a:p>
            <a:fld id="{08A7B8A6-DC2C-4E66-899B-3FF6576B90A7}" type="slidenum">
              <a:rPr lang="en-US" smtClean="0"/>
              <a:t>71</a:t>
            </a:fld>
            <a:endParaRPr lang="en-US"/>
          </a:p>
        </p:txBody>
      </p:sp>
    </p:spTree>
    <p:extLst>
      <p:ext uri="{BB962C8B-B14F-4D97-AF65-F5344CB8AC3E}">
        <p14:creationId xmlns:p14="http://schemas.microsoft.com/office/powerpoint/2010/main" val="39427166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BCA9A-FC51-E187-F641-534D2B6C79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C8EC2-0D4C-C03D-03C4-4B752F472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B37567-ADB6-6C6E-5359-C093F64075E6}"/>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E2089681-DBCE-8364-492C-BF44ABE02F7F}"/>
              </a:ext>
            </a:extLst>
          </p:cNvPr>
          <p:cNvSpPr>
            <a:spLocks noGrp="1"/>
          </p:cNvSpPr>
          <p:nvPr>
            <p:ph type="sldNum" sz="quarter" idx="5"/>
          </p:nvPr>
        </p:nvSpPr>
        <p:spPr/>
        <p:txBody>
          <a:bodyPr/>
          <a:lstStyle/>
          <a:p>
            <a:fld id="{08A7B8A6-DC2C-4E66-899B-3FF6576B90A7}" type="slidenum">
              <a:rPr lang="en-US" smtClean="0"/>
              <a:t>73</a:t>
            </a:fld>
            <a:endParaRPr lang="en-US"/>
          </a:p>
        </p:txBody>
      </p:sp>
    </p:spTree>
    <p:extLst>
      <p:ext uri="{BB962C8B-B14F-4D97-AF65-F5344CB8AC3E}">
        <p14:creationId xmlns:p14="http://schemas.microsoft.com/office/powerpoint/2010/main" val="32551915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8C262-02AA-D9E4-FB36-3993C7B1C5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72A3E-B262-4EC0-AEAA-783076D0E3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3358CB-13C1-0994-DA8F-9AB1E827F063}"/>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0FD7583D-4108-65CF-DC67-C362A1FFBF0A}"/>
              </a:ext>
            </a:extLst>
          </p:cNvPr>
          <p:cNvSpPr>
            <a:spLocks noGrp="1"/>
          </p:cNvSpPr>
          <p:nvPr>
            <p:ph type="sldNum" sz="quarter" idx="5"/>
          </p:nvPr>
        </p:nvSpPr>
        <p:spPr/>
        <p:txBody>
          <a:bodyPr/>
          <a:lstStyle/>
          <a:p>
            <a:fld id="{08A7B8A6-DC2C-4E66-899B-3FF6576B90A7}" type="slidenum">
              <a:rPr lang="en-US" smtClean="0"/>
              <a:t>76</a:t>
            </a:fld>
            <a:endParaRPr lang="en-US"/>
          </a:p>
        </p:txBody>
      </p:sp>
    </p:spTree>
    <p:extLst>
      <p:ext uri="{BB962C8B-B14F-4D97-AF65-F5344CB8AC3E}">
        <p14:creationId xmlns:p14="http://schemas.microsoft.com/office/powerpoint/2010/main" val="20253340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DD60C-328A-42DD-491D-50F2E2E77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E8FB1-0F0A-D0AF-81BC-3C35A3996F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B4DA8-3E78-5A55-5E21-D10228E87416}"/>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B1BDC0B2-B855-2B2C-E640-C1E509FB7F06}"/>
              </a:ext>
            </a:extLst>
          </p:cNvPr>
          <p:cNvSpPr>
            <a:spLocks noGrp="1"/>
          </p:cNvSpPr>
          <p:nvPr>
            <p:ph type="sldNum" sz="quarter" idx="5"/>
          </p:nvPr>
        </p:nvSpPr>
        <p:spPr/>
        <p:txBody>
          <a:bodyPr/>
          <a:lstStyle/>
          <a:p>
            <a:fld id="{08A7B8A6-DC2C-4E66-899B-3FF6576B90A7}" type="slidenum">
              <a:rPr lang="en-US" smtClean="0"/>
              <a:t>78</a:t>
            </a:fld>
            <a:endParaRPr lang="en-US"/>
          </a:p>
        </p:txBody>
      </p:sp>
    </p:spTree>
    <p:extLst>
      <p:ext uri="{BB962C8B-B14F-4D97-AF65-F5344CB8AC3E}">
        <p14:creationId xmlns:p14="http://schemas.microsoft.com/office/powerpoint/2010/main" val="30293426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C6244-FF8B-AFF3-B8A8-791DC39BD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7D0E0D-7721-371C-6AFD-843D1032D5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17CA9E-EA50-6FFF-44EC-7908E192E79B}"/>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E70C2370-E9D3-28D8-1E3C-6164740EDCA8}"/>
              </a:ext>
            </a:extLst>
          </p:cNvPr>
          <p:cNvSpPr>
            <a:spLocks noGrp="1"/>
          </p:cNvSpPr>
          <p:nvPr>
            <p:ph type="sldNum" sz="quarter" idx="5"/>
          </p:nvPr>
        </p:nvSpPr>
        <p:spPr/>
        <p:txBody>
          <a:bodyPr/>
          <a:lstStyle/>
          <a:p>
            <a:fld id="{08A7B8A6-DC2C-4E66-899B-3FF6576B90A7}" type="slidenum">
              <a:rPr lang="en-US" smtClean="0"/>
              <a:t>80</a:t>
            </a:fld>
            <a:endParaRPr lang="en-US"/>
          </a:p>
        </p:txBody>
      </p:sp>
    </p:spTree>
    <p:extLst>
      <p:ext uri="{BB962C8B-B14F-4D97-AF65-F5344CB8AC3E}">
        <p14:creationId xmlns:p14="http://schemas.microsoft.com/office/powerpoint/2010/main" val="40016905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01B71-154B-8390-E3A6-26FEEF79A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CD88A-9665-AA9E-9C80-98E490D63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5DCFF-D8A5-D96F-200E-D9E42C81AE1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E4ED2BC9-1A25-C17E-17D6-7249920553BD}"/>
              </a:ext>
            </a:extLst>
          </p:cNvPr>
          <p:cNvSpPr>
            <a:spLocks noGrp="1"/>
          </p:cNvSpPr>
          <p:nvPr>
            <p:ph type="sldNum" sz="quarter" idx="5"/>
          </p:nvPr>
        </p:nvSpPr>
        <p:spPr/>
        <p:txBody>
          <a:bodyPr/>
          <a:lstStyle/>
          <a:p>
            <a:fld id="{08A7B8A6-DC2C-4E66-899B-3FF6576B90A7}" type="slidenum">
              <a:rPr lang="en-US" smtClean="0"/>
              <a:t>82</a:t>
            </a:fld>
            <a:endParaRPr lang="en-US"/>
          </a:p>
        </p:txBody>
      </p:sp>
    </p:spTree>
    <p:extLst>
      <p:ext uri="{BB962C8B-B14F-4D97-AF65-F5344CB8AC3E}">
        <p14:creationId xmlns:p14="http://schemas.microsoft.com/office/powerpoint/2010/main" val="41424487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181CA-A722-4DA5-ED56-4DFCDD943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4888AD-CD66-7114-17D1-F9448E5CC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D58CE-BC7B-8FF8-D57F-E1D9E42C03E8}"/>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D5EB495C-018B-56CD-FFA7-DBEF9D5BEA43}"/>
              </a:ext>
            </a:extLst>
          </p:cNvPr>
          <p:cNvSpPr>
            <a:spLocks noGrp="1"/>
          </p:cNvSpPr>
          <p:nvPr>
            <p:ph type="sldNum" sz="quarter" idx="5"/>
          </p:nvPr>
        </p:nvSpPr>
        <p:spPr/>
        <p:txBody>
          <a:bodyPr/>
          <a:lstStyle/>
          <a:p>
            <a:fld id="{08A7B8A6-DC2C-4E66-899B-3FF6576B90A7}" type="slidenum">
              <a:rPr lang="en-US" smtClean="0"/>
              <a:t>84</a:t>
            </a:fld>
            <a:endParaRPr lang="en-US"/>
          </a:p>
        </p:txBody>
      </p:sp>
    </p:spTree>
    <p:extLst>
      <p:ext uri="{BB962C8B-B14F-4D97-AF65-F5344CB8AC3E}">
        <p14:creationId xmlns:p14="http://schemas.microsoft.com/office/powerpoint/2010/main" val="158308589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57A61-C9C8-4841-099E-416A4FD395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CB8E9-E533-0948-103E-6253935AA9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5641F-2806-79B2-7829-21F8EA97DD23}"/>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F4CE08C6-23C0-4A58-ADC0-F7769CCF0B03}"/>
              </a:ext>
            </a:extLst>
          </p:cNvPr>
          <p:cNvSpPr>
            <a:spLocks noGrp="1"/>
          </p:cNvSpPr>
          <p:nvPr>
            <p:ph type="sldNum" sz="quarter" idx="5"/>
          </p:nvPr>
        </p:nvSpPr>
        <p:spPr/>
        <p:txBody>
          <a:bodyPr/>
          <a:lstStyle/>
          <a:p>
            <a:fld id="{08A7B8A6-DC2C-4E66-899B-3FF6576B90A7}" type="slidenum">
              <a:rPr lang="en-US" smtClean="0"/>
              <a:t>86</a:t>
            </a:fld>
            <a:endParaRPr lang="en-US"/>
          </a:p>
        </p:txBody>
      </p:sp>
    </p:spTree>
    <p:extLst>
      <p:ext uri="{BB962C8B-B14F-4D97-AF65-F5344CB8AC3E}">
        <p14:creationId xmlns:p14="http://schemas.microsoft.com/office/powerpoint/2010/main" val="259527720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261A8-644C-7D65-058D-7CCA8592B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51A16-2022-2314-5055-FA6F19F6A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970325-C73A-0AB1-6223-2CF109831083}"/>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82A4DB8B-0CC6-6060-E32D-480D4F6CE026}"/>
              </a:ext>
            </a:extLst>
          </p:cNvPr>
          <p:cNvSpPr>
            <a:spLocks noGrp="1"/>
          </p:cNvSpPr>
          <p:nvPr>
            <p:ph type="sldNum" sz="quarter" idx="5"/>
          </p:nvPr>
        </p:nvSpPr>
        <p:spPr/>
        <p:txBody>
          <a:bodyPr/>
          <a:lstStyle/>
          <a:p>
            <a:fld id="{08A7B8A6-DC2C-4E66-899B-3FF6576B90A7}" type="slidenum">
              <a:rPr lang="en-US" smtClean="0"/>
              <a:t>89</a:t>
            </a:fld>
            <a:endParaRPr lang="en-US"/>
          </a:p>
        </p:txBody>
      </p:sp>
    </p:spTree>
    <p:extLst>
      <p:ext uri="{BB962C8B-B14F-4D97-AF65-F5344CB8AC3E}">
        <p14:creationId xmlns:p14="http://schemas.microsoft.com/office/powerpoint/2010/main" val="16443215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FA8BE-ACD3-E0A2-8FD1-937C7837DC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79DEE-F878-95BA-3ED3-71C8EB85F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AB6202-07E7-16D0-5028-CB0B523A2145}"/>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57A6E94-0FE2-C191-986F-3AEFAB24F87D}"/>
              </a:ext>
            </a:extLst>
          </p:cNvPr>
          <p:cNvSpPr>
            <a:spLocks noGrp="1"/>
          </p:cNvSpPr>
          <p:nvPr>
            <p:ph type="sldNum" sz="quarter" idx="5"/>
          </p:nvPr>
        </p:nvSpPr>
        <p:spPr/>
        <p:txBody>
          <a:bodyPr/>
          <a:lstStyle/>
          <a:p>
            <a:fld id="{08A7B8A6-DC2C-4E66-899B-3FF6576B90A7}" type="slidenum">
              <a:rPr lang="en-US" smtClean="0"/>
              <a:t>90</a:t>
            </a:fld>
            <a:endParaRPr lang="en-US"/>
          </a:p>
        </p:txBody>
      </p:sp>
    </p:spTree>
    <p:extLst>
      <p:ext uri="{BB962C8B-B14F-4D97-AF65-F5344CB8AC3E}">
        <p14:creationId xmlns:p14="http://schemas.microsoft.com/office/powerpoint/2010/main" val="20335150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F4119-0C92-36FD-3E0F-C99257BB46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5DE96-3FCC-A870-0E3E-6A986D291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0A4F74-AB3D-FFBE-B5B5-2D8A5B304C69}"/>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7F192B2D-2DE5-D678-B2A0-3E724E7873FB}"/>
              </a:ext>
            </a:extLst>
          </p:cNvPr>
          <p:cNvSpPr>
            <a:spLocks noGrp="1"/>
          </p:cNvSpPr>
          <p:nvPr>
            <p:ph type="sldNum" sz="quarter" idx="5"/>
          </p:nvPr>
        </p:nvSpPr>
        <p:spPr/>
        <p:txBody>
          <a:bodyPr/>
          <a:lstStyle/>
          <a:p>
            <a:fld id="{08A7B8A6-DC2C-4E66-899B-3FF6576B90A7}" type="slidenum">
              <a:rPr lang="en-US" smtClean="0"/>
              <a:t>91</a:t>
            </a:fld>
            <a:endParaRPr lang="en-US"/>
          </a:p>
        </p:txBody>
      </p:sp>
    </p:spTree>
    <p:extLst>
      <p:ext uri="{BB962C8B-B14F-4D97-AF65-F5344CB8AC3E}">
        <p14:creationId xmlns:p14="http://schemas.microsoft.com/office/powerpoint/2010/main" val="31412801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6F572-9D38-8981-120D-71F3D5F87B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82778-204E-6382-B8FE-AD20B8C2C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06AEF-369C-C646-7E84-8514D754013B}"/>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2D89E9E-E9BE-A15E-4CC3-1253ED2A8A38}"/>
              </a:ext>
            </a:extLst>
          </p:cNvPr>
          <p:cNvSpPr>
            <a:spLocks noGrp="1"/>
          </p:cNvSpPr>
          <p:nvPr>
            <p:ph type="sldNum" sz="quarter" idx="5"/>
          </p:nvPr>
        </p:nvSpPr>
        <p:spPr/>
        <p:txBody>
          <a:bodyPr/>
          <a:lstStyle/>
          <a:p>
            <a:fld id="{08A7B8A6-DC2C-4E66-899B-3FF6576B90A7}" type="slidenum">
              <a:rPr lang="en-US" smtClean="0"/>
              <a:t>93</a:t>
            </a:fld>
            <a:endParaRPr lang="en-US"/>
          </a:p>
        </p:txBody>
      </p:sp>
    </p:spTree>
    <p:extLst>
      <p:ext uri="{BB962C8B-B14F-4D97-AF65-F5344CB8AC3E}">
        <p14:creationId xmlns:p14="http://schemas.microsoft.com/office/powerpoint/2010/main" val="27762212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8D161-4C65-9040-E99E-07D2B8DC4D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3934E-8D40-56AE-86BB-4D032F40EE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02C41-FB85-A702-8DFB-CB95BD8E8342}"/>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425EFBF-C4C2-73B3-1FD6-247B58D8A1C9}"/>
              </a:ext>
            </a:extLst>
          </p:cNvPr>
          <p:cNvSpPr>
            <a:spLocks noGrp="1"/>
          </p:cNvSpPr>
          <p:nvPr>
            <p:ph type="sldNum" sz="quarter" idx="5"/>
          </p:nvPr>
        </p:nvSpPr>
        <p:spPr/>
        <p:txBody>
          <a:bodyPr/>
          <a:lstStyle/>
          <a:p>
            <a:fld id="{08A7B8A6-DC2C-4E66-899B-3FF6576B90A7}" type="slidenum">
              <a:rPr lang="en-US" smtClean="0"/>
              <a:t>95</a:t>
            </a:fld>
            <a:endParaRPr lang="en-US"/>
          </a:p>
        </p:txBody>
      </p:sp>
    </p:spTree>
    <p:extLst>
      <p:ext uri="{BB962C8B-B14F-4D97-AF65-F5344CB8AC3E}">
        <p14:creationId xmlns:p14="http://schemas.microsoft.com/office/powerpoint/2010/main" val="25166748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73972-2F47-86AF-0F1E-634F598DF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87FF3-F9DA-F1D9-73BC-8FF585F12B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B2C75-39E4-6808-C6A6-CA4EFF589D5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991CC54E-B489-4EEE-E694-96F166625F90}"/>
              </a:ext>
            </a:extLst>
          </p:cNvPr>
          <p:cNvSpPr>
            <a:spLocks noGrp="1"/>
          </p:cNvSpPr>
          <p:nvPr>
            <p:ph type="sldNum" sz="quarter" idx="5"/>
          </p:nvPr>
        </p:nvSpPr>
        <p:spPr/>
        <p:txBody>
          <a:bodyPr/>
          <a:lstStyle/>
          <a:p>
            <a:fld id="{08A7B8A6-DC2C-4E66-899B-3FF6576B90A7}" type="slidenum">
              <a:rPr lang="en-US" smtClean="0"/>
              <a:t>97</a:t>
            </a:fld>
            <a:endParaRPr lang="en-US"/>
          </a:p>
        </p:txBody>
      </p:sp>
    </p:spTree>
    <p:extLst>
      <p:ext uri="{BB962C8B-B14F-4D97-AF65-F5344CB8AC3E}">
        <p14:creationId xmlns:p14="http://schemas.microsoft.com/office/powerpoint/2010/main" val="24081885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A1510-50A4-551D-CF1A-816BAF157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68FBE-2E8F-061E-54C1-79D40192A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E097B4-2B6B-185A-D1C5-CA40B0E4526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1B26578-1C36-1FC8-B053-D842E6E22A2C}"/>
              </a:ext>
            </a:extLst>
          </p:cNvPr>
          <p:cNvSpPr>
            <a:spLocks noGrp="1"/>
          </p:cNvSpPr>
          <p:nvPr>
            <p:ph type="sldNum" sz="quarter" idx="5"/>
          </p:nvPr>
        </p:nvSpPr>
        <p:spPr/>
        <p:txBody>
          <a:bodyPr/>
          <a:lstStyle/>
          <a:p>
            <a:fld id="{08A7B8A6-DC2C-4E66-899B-3FF6576B90A7}" type="slidenum">
              <a:rPr lang="en-US" smtClean="0"/>
              <a:t>99</a:t>
            </a:fld>
            <a:endParaRPr lang="en-US"/>
          </a:p>
        </p:txBody>
      </p:sp>
    </p:spTree>
    <p:extLst>
      <p:ext uri="{BB962C8B-B14F-4D97-AF65-F5344CB8AC3E}">
        <p14:creationId xmlns:p14="http://schemas.microsoft.com/office/powerpoint/2010/main" val="9387865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6AFDB-5C11-2455-24F8-E903B53354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339C3D-E9DE-3445-6813-3E8B62806E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4DB3FD-29E3-64A9-BF44-97A2043FB9CD}"/>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5FE95D52-28F4-A99E-D990-D0690AD06407}"/>
              </a:ext>
            </a:extLst>
          </p:cNvPr>
          <p:cNvSpPr>
            <a:spLocks noGrp="1"/>
          </p:cNvSpPr>
          <p:nvPr>
            <p:ph type="sldNum" sz="quarter" idx="5"/>
          </p:nvPr>
        </p:nvSpPr>
        <p:spPr/>
        <p:txBody>
          <a:bodyPr/>
          <a:lstStyle/>
          <a:p>
            <a:fld id="{08A7B8A6-DC2C-4E66-899B-3FF6576B90A7}" type="slidenum">
              <a:rPr lang="en-US" smtClean="0"/>
              <a:t>101</a:t>
            </a:fld>
            <a:endParaRPr lang="en-US"/>
          </a:p>
        </p:txBody>
      </p:sp>
    </p:spTree>
    <p:extLst>
      <p:ext uri="{BB962C8B-B14F-4D97-AF65-F5344CB8AC3E}">
        <p14:creationId xmlns:p14="http://schemas.microsoft.com/office/powerpoint/2010/main" val="356124614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79A0E-3228-FECE-4A9C-E6EB23C891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610DC-C01E-00F7-FD1B-2D1CBBB9FA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FA1DC3-676D-BDAC-6478-19895B6E136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4E74B33F-9BD4-6C82-D7B0-48BB99E03659}"/>
              </a:ext>
            </a:extLst>
          </p:cNvPr>
          <p:cNvSpPr>
            <a:spLocks noGrp="1"/>
          </p:cNvSpPr>
          <p:nvPr>
            <p:ph type="sldNum" sz="quarter" idx="5"/>
          </p:nvPr>
        </p:nvSpPr>
        <p:spPr/>
        <p:txBody>
          <a:bodyPr/>
          <a:lstStyle/>
          <a:p>
            <a:fld id="{08A7B8A6-DC2C-4E66-899B-3FF6576B90A7}" type="slidenum">
              <a:rPr lang="en-US" smtClean="0"/>
              <a:t>103</a:t>
            </a:fld>
            <a:endParaRPr lang="en-US"/>
          </a:p>
        </p:txBody>
      </p:sp>
    </p:spTree>
    <p:extLst>
      <p:ext uri="{BB962C8B-B14F-4D97-AF65-F5344CB8AC3E}">
        <p14:creationId xmlns:p14="http://schemas.microsoft.com/office/powerpoint/2010/main" val="11187548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1FE57-DA4C-C283-BC5B-2407BEF61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CF93B-BB1C-0609-8D38-FFAE48E06B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71F85-A730-CE75-E5C0-2FE701F4E54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5F03C8B5-7F3D-2F79-36DC-79433F80AD87}"/>
              </a:ext>
            </a:extLst>
          </p:cNvPr>
          <p:cNvSpPr>
            <a:spLocks noGrp="1"/>
          </p:cNvSpPr>
          <p:nvPr>
            <p:ph type="sldNum" sz="quarter" idx="5"/>
          </p:nvPr>
        </p:nvSpPr>
        <p:spPr/>
        <p:txBody>
          <a:bodyPr/>
          <a:lstStyle/>
          <a:p>
            <a:fld id="{08A7B8A6-DC2C-4E66-899B-3FF6576B90A7}" type="slidenum">
              <a:rPr lang="en-US" smtClean="0"/>
              <a:t>105</a:t>
            </a:fld>
            <a:endParaRPr lang="en-US"/>
          </a:p>
        </p:txBody>
      </p:sp>
    </p:spTree>
    <p:extLst>
      <p:ext uri="{BB962C8B-B14F-4D97-AF65-F5344CB8AC3E}">
        <p14:creationId xmlns:p14="http://schemas.microsoft.com/office/powerpoint/2010/main" val="20188144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C0BCF-6390-F5DB-B9E6-9818DC450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82DFF-B0E9-6974-FDF4-489CDC6DEE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83C82-D9F3-C433-C8D8-E3DC85953DF6}"/>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971A576E-BE1D-C82E-CA24-CAE3F32BACAD}"/>
              </a:ext>
            </a:extLst>
          </p:cNvPr>
          <p:cNvSpPr>
            <a:spLocks noGrp="1"/>
          </p:cNvSpPr>
          <p:nvPr>
            <p:ph type="sldNum" sz="quarter" idx="5"/>
          </p:nvPr>
        </p:nvSpPr>
        <p:spPr/>
        <p:txBody>
          <a:bodyPr/>
          <a:lstStyle/>
          <a:p>
            <a:fld id="{08A7B8A6-DC2C-4E66-899B-3FF6576B90A7}" type="slidenum">
              <a:rPr lang="en-US" smtClean="0"/>
              <a:t>107</a:t>
            </a:fld>
            <a:endParaRPr lang="en-US"/>
          </a:p>
        </p:txBody>
      </p:sp>
    </p:spTree>
    <p:extLst>
      <p:ext uri="{BB962C8B-B14F-4D97-AF65-F5344CB8AC3E}">
        <p14:creationId xmlns:p14="http://schemas.microsoft.com/office/powerpoint/2010/main" val="8924871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27560-AAD0-5721-29E2-D05F56F02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5E775-0CB0-B338-5038-95AA82B872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7B93FC-CC21-49B1-83D5-6EA4F52FCF59}"/>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7B8D1B50-A86B-FB89-A2E5-A642C98F4AE3}"/>
              </a:ext>
            </a:extLst>
          </p:cNvPr>
          <p:cNvSpPr>
            <a:spLocks noGrp="1"/>
          </p:cNvSpPr>
          <p:nvPr>
            <p:ph type="sldNum" sz="quarter" idx="5"/>
          </p:nvPr>
        </p:nvSpPr>
        <p:spPr/>
        <p:txBody>
          <a:bodyPr/>
          <a:lstStyle/>
          <a:p>
            <a:fld id="{08A7B8A6-DC2C-4E66-899B-3FF6576B90A7}" type="slidenum">
              <a:rPr lang="en-US" smtClean="0"/>
              <a:t>109</a:t>
            </a:fld>
            <a:endParaRPr lang="en-US"/>
          </a:p>
        </p:txBody>
      </p:sp>
    </p:spTree>
    <p:extLst>
      <p:ext uri="{BB962C8B-B14F-4D97-AF65-F5344CB8AC3E}">
        <p14:creationId xmlns:p14="http://schemas.microsoft.com/office/powerpoint/2010/main" val="343486182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9A69C-4A2D-3D18-39E8-58CF3E452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9CB799-47CE-2097-DCEF-54AF12F762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25FA09-445D-7E29-9870-FBA0F696DB1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D6FF43EC-2FB9-103F-9156-8B058C1B0DCA}"/>
              </a:ext>
            </a:extLst>
          </p:cNvPr>
          <p:cNvSpPr>
            <a:spLocks noGrp="1"/>
          </p:cNvSpPr>
          <p:nvPr>
            <p:ph type="sldNum" sz="quarter" idx="5"/>
          </p:nvPr>
        </p:nvSpPr>
        <p:spPr/>
        <p:txBody>
          <a:bodyPr/>
          <a:lstStyle/>
          <a:p>
            <a:fld id="{08A7B8A6-DC2C-4E66-899B-3FF6576B90A7}" type="slidenum">
              <a:rPr lang="en-US" smtClean="0"/>
              <a:t>111</a:t>
            </a:fld>
            <a:endParaRPr lang="en-US"/>
          </a:p>
        </p:txBody>
      </p:sp>
    </p:spTree>
    <p:extLst>
      <p:ext uri="{BB962C8B-B14F-4D97-AF65-F5344CB8AC3E}">
        <p14:creationId xmlns:p14="http://schemas.microsoft.com/office/powerpoint/2010/main" val="321897716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569AC-F7A7-9499-BBC3-69466009B9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508F2A-6958-185F-171E-D80783243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E11B24-B841-7558-14A7-7CC6CDE3036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AEB58236-001D-2AB9-4BF8-F14B8498B9EE}"/>
              </a:ext>
            </a:extLst>
          </p:cNvPr>
          <p:cNvSpPr>
            <a:spLocks noGrp="1"/>
          </p:cNvSpPr>
          <p:nvPr>
            <p:ph type="sldNum" sz="quarter" idx="5"/>
          </p:nvPr>
        </p:nvSpPr>
        <p:spPr/>
        <p:txBody>
          <a:bodyPr/>
          <a:lstStyle/>
          <a:p>
            <a:fld id="{08A7B8A6-DC2C-4E66-899B-3FF6576B90A7}" type="slidenum">
              <a:rPr lang="en-US" smtClean="0"/>
              <a:t>113</a:t>
            </a:fld>
            <a:endParaRPr lang="en-US"/>
          </a:p>
        </p:txBody>
      </p:sp>
    </p:spTree>
    <p:extLst>
      <p:ext uri="{BB962C8B-B14F-4D97-AF65-F5344CB8AC3E}">
        <p14:creationId xmlns:p14="http://schemas.microsoft.com/office/powerpoint/2010/main" val="186365636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BEC3C-A29F-5D25-C05D-FED5BF49F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01B5D-13A7-10D9-28AA-03E64AF8BA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B72CE2-DC75-85FD-AC05-A2B2CF6719A2}"/>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9EF06301-E0CB-38F3-CF9E-305D4ADD708F}"/>
              </a:ext>
            </a:extLst>
          </p:cNvPr>
          <p:cNvSpPr>
            <a:spLocks noGrp="1"/>
          </p:cNvSpPr>
          <p:nvPr>
            <p:ph type="sldNum" sz="quarter" idx="5"/>
          </p:nvPr>
        </p:nvSpPr>
        <p:spPr/>
        <p:txBody>
          <a:bodyPr/>
          <a:lstStyle/>
          <a:p>
            <a:fld id="{08A7B8A6-DC2C-4E66-899B-3FF6576B90A7}" type="slidenum">
              <a:rPr lang="en-US" smtClean="0"/>
              <a:t>115</a:t>
            </a:fld>
            <a:endParaRPr lang="en-US"/>
          </a:p>
        </p:txBody>
      </p:sp>
    </p:spTree>
    <p:extLst>
      <p:ext uri="{BB962C8B-B14F-4D97-AF65-F5344CB8AC3E}">
        <p14:creationId xmlns:p14="http://schemas.microsoft.com/office/powerpoint/2010/main" val="12381339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F0218-55BA-993C-4C54-9457CA58A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DAE172-E0CA-6672-FB85-1FF0174F5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7B80F-15EE-3E17-D9D1-E7BF083D2B2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3EE5D3B2-F992-155C-A5E7-67339DC0BFA2}"/>
              </a:ext>
            </a:extLst>
          </p:cNvPr>
          <p:cNvSpPr>
            <a:spLocks noGrp="1"/>
          </p:cNvSpPr>
          <p:nvPr>
            <p:ph type="sldNum" sz="quarter" idx="5"/>
          </p:nvPr>
        </p:nvSpPr>
        <p:spPr/>
        <p:txBody>
          <a:bodyPr/>
          <a:lstStyle/>
          <a:p>
            <a:fld id="{08A7B8A6-DC2C-4E66-899B-3FF6576B90A7}" type="slidenum">
              <a:rPr lang="en-US" smtClean="0"/>
              <a:t>117</a:t>
            </a:fld>
            <a:endParaRPr lang="en-US"/>
          </a:p>
        </p:txBody>
      </p:sp>
    </p:spTree>
    <p:extLst>
      <p:ext uri="{BB962C8B-B14F-4D97-AF65-F5344CB8AC3E}">
        <p14:creationId xmlns:p14="http://schemas.microsoft.com/office/powerpoint/2010/main" val="376867066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9B754-845C-882A-549D-857FFAAD4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3E1CA-DABF-C6C3-2E8C-D90A3699C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835FA-0602-18A6-0D44-7C57DC471978}"/>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00B8B4FE-AB79-4807-62B5-F1C795737E3D}"/>
              </a:ext>
            </a:extLst>
          </p:cNvPr>
          <p:cNvSpPr>
            <a:spLocks noGrp="1"/>
          </p:cNvSpPr>
          <p:nvPr>
            <p:ph type="sldNum" sz="quarter" idx="5"/>
          </p:nvPr>
        </p:nvSpPr>
        <p:spPr/>
        <p:txBody>
          <a:bodyPr/>
          <a:lstStyle/>
          <a:p>
            <a:fld id="{08A7B8A6-DC2C-4E66-899B-3FF6576B90A7}" type="slidenum">
              <a:rPr lang="en-US" smtClean="0"/>
              <a:t>119</a:t>
            </a:fld>
            <a:endParaRPr lang="en-US"/>
          </a:p>
        </p:txBody>
      </p:sp>
    </p:spTree>
    <p:extLst>
      <p:ext uri="{BB962C8B-B14F-4D97-AF65-F5344CB8AC3E}">
        <p14:creationId xmlns:p14="http://schemas.microsoft.com/office/powerpoint/2010/main" val="148380825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B8CCD-C44F-9C5C-ABE3-045322568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126C1-A56E-8706-E277-1D0A583C5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9653C-47DB-C4DB-B3A9-0AEB54D3536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630C0F97-776B-9D2E-5FC2-DE05785A93FD}"/>
              </a:ext>
            </a:extLst>
          </p:cNvPr>
          <p:cNvSpPr>
            <a:spLocks noGrp="1"/>
          </p:cNvSpPr>
          <p:nvPr>
            <p:ph type="sldNum" sz="quarter" idx="5"/>
          </p:nvPr>
        </p:nvSpPr>
        <p:spPr/>
        <p:txBody>
          <a:bodyPr/>
          <a:lstStyle/>
          <a:p>
            <a:fld id="{08A7B8A6-DC2C-4E66-899B-3FF6576B90A7}" type="slidenum">
              <a:rPr lang="en-US" smtClean="0"/>
              <a:t>121</a:t>
            </a:fld>
            <a:endParaRPr lang="en-US"/>
          </a:p>
        </p:txBody>
      </p:sp>
    </p:spTree>
    <p:extLst>
      <p:ext uri="{BB962C8B-B14F-4D97-AF65-F5344CB8AC3E}">
        <p14:creationId xmlns:p14="http://schemas.microsoft.com/office/powerpoint/2010/main" val="348374885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EB7CD-4C2D-6B90-60B1-FB7B13F57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D1021-FBAC-537E-9B72-2128F405AB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827D1-B89B-E1C4-F0E4-F1AA44A88D15}"/>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DB3B5BC2-6E6F-173D-58D1-EDA7F1CABC11}"/>
              </a:ext>
            </a:extLst>
          </p:cNvPr>
          <p:cNvSpPr>
            <a:spLocks noGrp="1"/>
          </p:cNvSpPr>
          <p:nvPr>
            <p:ph type="sldNum" sz="quarter" idx="5"/>
          </p:nvPr>
        </p:nvSpPr>
        <p:spPr/>
        <p:txBody>
          <a:bodyPr/>
          <a:lstStyle/>
          <a:p>
            <a:fld id="{08A7B8A6-DC2C-4E66-899B-3FF6576B90A7}" type="slidenum">
              <a:rPr lang="en-US" smtClean="0"/>
              <a:t>124</a:t>
            </a:fld>
            <a:endParaRPr lang="en-US"/>
          </a:p>
        </p:txBody>
      </p:sp>
    </p:spTree>
    <p:extLst>
      <p:ext uri="{BB962C8B-B14F-4D97-AF65-F5344CB8AC3E}">
        <p14:creationId xmlns:p14="http://schemas.microsoft.com/office/powerpoint/2010/main" val="179230092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C3B1-9B4C-F741-62CF-EF61EDEC9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6113F-1A16-3BCE-AC61-17BCA43F84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87869-142F-2C13-A91E-F43FC4502B92}"/>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B6BD2F22-92B1-483D-EBF1-D44447773AF7}"/>
              </a:ext>
            </a:extLst>
          </p:cNvPr>
          <p:cNvSpPr>
            <a:spLocks noGrp="1"/>
          </p:cNvSpPr>
          <p:nvPr>
            <p:ph type="sldNum" sz="quarter" idx="5"/>
          </p:nvPr>
        </p:nvSpPr>
        <p:spPr/>
        <p:txBody>
          <a:bodyPr/>
          <a:lstStyle/>
          <a:p>
            <a:fld id="{08A7B8A6-DC2C-4E66-899B-3FF6576B90A7}" type="slidenum">
              <a:rPr lang="en-US" smtClean="0"/>
              <a:t>126</a:t>
            </a:fld>
            <a:endParaRPr lang="en-US"/>
          </a:p>
        </p:txBody>
      </p:sp>
    </p:spTree>
    <p:extLst>
      <p:ext uri="{BB962C8B-B14F-4D97-AF65-F5344CB8AC3E}">
        <p14:creationId xmlns:p14="http://schemas.microsoft.com/office/powerpoint/2010/main" val="55637136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4E756-2BB3-373D-0CA2-7E7A32AE7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AAA657-0D6A-2C84-066F-AC5558BC6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BB922C-4F8A-5D94-62C1-CB864DE564C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8B25259A-6C3F-4C78-1E86-03A1BA98FB84}"/>
              </a:ext>
            </a:extLst>
          </p:cNvPr>
          <p:cNvSpPr>
            <a:spLocks noGrp="1"/>
          </p:cNvSpPr>
          <p:nvPr>
            <p:ph type="sldNum" sz="quarter" idx="5"/>
          </p:nvPr>
        </p:nvSpPr>
        <p:spPr/>
        <p:txBody>
          <a:bodyPr/>
          <a:lstStyle/>
          <a:p>
            <a:fld id="{08A7B8A6-DC2C-4E66-899B-3FF6576B90A7}" type="slidenum">
              <a:rPr lang="en-US" smtClean="0"/>
              <a:t>128</a:t>
            </a:fld>
            <a:endParaRPr lang="en-US"/>
          </a:p>
        </p:txBody>
      </p:sp>
    </p:spTree>
    <p:extLst>
      <p:ext uri="{BB962C8B-B14F-4D97-AF65-F5344CB8AC3E}">
        <p14:creationId xmlns:p14="http://schemas.microsoft.com/office/powerpoint/2010/main" val="307828470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59D79-E683-87B4-6460-0FAABFDBE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152FA-594D-4945-BE8C-01E3D6BDF8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065F28-A42D-ECBD-A369-E528C8D6D3D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DB942D8B-2FD5-B466-FC9C-4F9F5049CB45}"/>
              </a:ext>
            </a:extLst>
          </p:cNvPr>
          <p:cNvSpPr>
            <a:spLocks noGrp="1"/>
          </p:cNvSpPr>
          <p:nvPr>
            <p:ph type="sldNum" sz="quarter" idx="5"/>
          </p:nvPr>
        </p:nvSpPr>
        <p:spPr/>
        <p:txBody>
          <a:bodyPr/>
          <a:lstStyle/>
          <a:p>
            <a:fld id="{08A7B8A6-DC2C-4E66-899B-3FF6576B90A7}" type="slidenum">
              <a:rPr lang="en-US" smtClean="0"/>
              <a:t>130</a:t>
            </a:fld>
            <a:endParaRPr lang="en-US"/>
          </a:p>
        </p:txBody>
      </p:sp>
    </p:spTree>
    <p:extLst>
      <p:ext uri="{BB962C8B-B14F-4D97-AF65-F5344CB8AC3E}">
        <p14:creationId xmlns:p14="http://schemas.microsoft.com/office/powerpoint/2010/main" val="22197769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9652E-EA08-85BC-DE0D-F52C28290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71BE48-6A9D-C85A-FA82-47886732F5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501CD7-01BA-F538-6209-0C5AD08DAE2F}"/>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8EC928E7-3785-0B68-6D92-B739D1E47112}"/>
              </a:ext>
            </a:extLst>
          </p:cNvPr>
          <p:cNvSpPr>
            <a:spLocks noGrp="1"/>
          </p:cNvSpPr>
          <p:nvPr>
            <p:ph type="sldNum" sz="quarter" idx="5"/>
          </p:nvPr>
        </p:nvSpPr>
        <p:spPr/>
        <p:txBody>
          <a:bodyPr/>
          <a:lstStyle/>
          <a:p>
            <a:fld id="{08A7B8A6-DC2C-4E66-899B-3FF6576B90A7}" type="slidenum">
              <a:rPr lang="en-US" smtClean="0"/>
              <a:t>132</a:t>
            </a:fld>
            <a:endParaRPr lang="en-US"/>
          </a:p>
        </p:txBody>
      </p:sp>
    </p:spTree>
    <p:extLst>
      <p:ext uri="{BB962C8B-B14F-4D97-AF65-F5344CB8AC3E}">
        <p14:creationId xmlns:p14="http://schemas.microsoft.com/office/powerpoint/2010/main" val="312710116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4E67E-D8E7-7FC2-0AF8-EC173AE5EC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962C61-8178-6F30-E0B6-CBEDAF4A1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713C87-9CD0-53FE-9D35-03E76FE322E8}"/>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941C82DD-09EB-2C25-FC2E-737C9BDD4876}"/>
              </a:ext>
            </a:extLst>
          </p:cNvPr>
          <p:cNvSpPr>
            <a:spLocks noGrp="1"/>
          </p:cNvSpPr>
          <p:nvPr>
            <p:ph type="sldNum" sz="quarter" idx="5"/>
          </p:nvPr>
        </p:nvSpPr>
        <p:spPr/>
        <p:txBody>
          <a:bodyPr/>
          <a:lstStyle/>
          <a:p>
            <a:fld id="{08A7B8A6-DC2C-4E66-899B-3FF6576B90A7}" type="slidenum">
              <a:rPr lang="en-US" smtClean="0"/>
              <a:t>134</a:t>
            </a:fld>
            <a:endParaRPr lang="en-US"/>
          </a:p>
        </p:txBody>
      </p:sp>
    </p:spTree>
    <p:extLst>
      <p:ext uri="{BB962C8B-B14F-4D97-AF65-F5344CB8AC3E}">
        <p14:creationId xmlns:p14="http://schemas.microsoft.com/office/powerpoint/2010/main" val="70876621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B018E-F56C-EBD0-94F1-A6B92DE18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A5A41-4F3F-9617-0E3D-BDC2373D6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3EDB15-B740-29D2-C16B-D3FB8F53622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FB924393-5D56-6F05-2634-2E6F82E6B197}"/>
              </a:ext>
            </a:extLst>
          </p:cNvPr>
          <p:cNvSpPr>
            <a:spLocks noGrp="1"/>
          </p:cNvSpPr>
          <p:nvPr>
            <p:ph type="sldNum" sz="quarter" idx="5"/>
          </p:nvPr>
        </p:nvSpPr>
        <p:spPr/>
        <p:txBody>
          <a:bodyPr/>
          <a:lstStyle/>
          <a:p>
            <a:fld id="{08A7B8A6-DC2C-4E66-899B-3FF6576B90A7}" type="slidenum">
              <a:rPr lang="en-US" smtClean="0"/>
              <a:t>135</a:t>
            </a:fld>
            <a:endParaRPr lang="en-US"/>
          </a:p>
        </p:txBody>
      </p:sp>
    </p:spTree>
    <p:extLst>
      <p:ext uri="{BB962C8B-B14F-4D97-AF65-F5344CB8AC3E}">
        <p14:creationId xmlns:p14="http://schemas.microsoft.com/office/powerpoint/2010/main" val="348208473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C4380-10DB-0F20-20A1-5A5C11A133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BAEED-9483-E6E3-927A-6EE9E3C3BD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C886D3-F973-AF2C-4D3D-DFA5211F336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1A17196-2C53-EB86-DE64-9904D596971E}"/>
              </a:ext>
            </a:extLst>
          </p:cNvPr>
          <p:cNvSpPr>
            <a:spLocks noGrp="1"/>
          </p:cNvSpPr>
          <p:nvPr>
            <p:ph type="sldNum" sz="quarter" idx="5"/>
          </p:nvPr>
        </p:nvSpPr>
        <p:spPr/>
        <p:txBody>
          <a:bodyPr/>
          <a:lstStyle/>
          <a:p>
            <a:fld id="{08A7B8A6-DC2C-4E66-899B-3FF6576B90A7}" type="slidenum">
              <a:rPr lang="en-US" smtClean="0"/>
              <a:t>137</a:t>
            </a:fld>
            <a:endParaRPr lang="en-US"/>
          </a:p>
        </p:txBody>
      </p:sp>
    </p:spTree>
    <p:extLst>
      <p:ext uri="{BB962C8B-B14F-4D97-AF65-F5344CB8AC3E}">
        <p14:creationId xmlns:p14="http://schemas.microsoft.com/office/powerpoint/2010/main" val="418528925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77D1E-A910-E9EA-6305-FA3C636F22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5B71E-301C-8F97-F0AA-FA25BE00B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B72DC3-5E57-46D2-08BD-856B9F41E78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027CAA71-04DB-75C5-AA7C-14E1F969F42B}"/>
              </a:ext>
            </a:extLst>
          </p:cNvPr>
          <p:cNvSpPr>
            <a:spLocks noGrp="1"/>
          </p:cNvSpPr>
          <p:nvPr>
            <p:ph type="sldNum" sz="quarter" idx="5"/>
          </p:nvPr>
        </p:nvSpPr>
        <p:spPr/>
        <p:txBody>
          <a:bodyPr/>
          <a:lstStyle/>
          <a:p>
            <a:fld id="{08A7B8A6-DC2C-4E66-899B-3FF6576B90A7}" type="slidenum">
              <a:rPr lang="en-US" smtClean="0"/>
              <a:t>139</a:t>
            </a:fld>
            <a:endParaRPr lang="en-US"/>
          </a:p>
        </p:txBody>
      </p:sp>
    </p:spTree>
    <p:extLst>
      <p:ext uri="{BB962C8B-B14F-4D97-AF65-F5344CB8AC3E}">
        <p14:creationId xmlns:p14="http://schemas.microsoft.com/office/powerpoint/2010/main" val="225943461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85353-3D36-E197-8765-CFA4BEF500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F62CF9-ED95-153A-F791-4D2111B326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DA688-B5FC-73B9-F3C9-5E3DD3F0E282}"/>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9440088-520D-F60F-C6BF-EEF6E6997269}"/>
              </a:ext>
            </a:extLst>
          </p:cNvPr>
          <p:cNvSpPr>
            <a:spLocks noGrp="1"/>
          </p:cNvSpPr>
          <p:nvPr>
            <p:ph type="sldNum" sz="quarter" idx="5"/>
          </p:nvPr>
        </p:nvSpPr>
        <p:spPr/>
        <p:txBody>
          <a:bodyPr/>
          <a:lstStyle/>
          <a:p>
            <a:fld id="{08A7B8A6-DC2C-4E66-899B-3FF6576B90A7}" type="slidenum">
              <a:rPr lang="en-US" smtClean="0"/>
              <a:t>140</a:t>
            </a:fld>
            <a:endParaRPr lang="en-US"/>
          </a:p>
        </p:txBody>
      </p:sp>
    </p:spTree>
    <p:extLst>
      <p:ext uri="{BB962C8B-B14F-4D97-AF65-F5344CB8AC3E}">
        <p14:creationId xmlns:p14="http://schemas.microsoft.com/office/powerpoint/2010/main" val="306202143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FFA4D-BEEC-E472-3AE3-27145FE92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C8728-608E-9333-937F-6D4B5CB69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67876B-6677-0E1D-1179-AF74784F54F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A90861E3-C18B-93F8-6818-82F28FC7D34A}"/>
              </a:ext>
            </a:extLst>
          </p:cNvPr>
          <p:cNvSpPr>
            <a:spLocks noGrp="1"/>
          </p:cNvSpPr>
          <p:nvPr>
            <p:ph type="sldNum" sz="quarter" idx="5"/>
          </p:nvPr>
        </p:nvSpPr>
        <p:spPr/>
        <p:txBody>
          <a:bodyPr/>
          <a:lstStyle/>
          <a:p>
            <a:fld id="{08A7B8A6-DC2C-4E66-899B-3FF6576B90A7}" type="slidenum">
              <a:rPr lang="en-US" smtClean="0"/>
              <a:t>141</a:t>
            </a:fld>
            <a:endParaRPr lang="en-US"/>
          </a:p>
        </p:txBody>
      </p:sp>
    </p:spTree>
    <p:extLst>
      <p:ext uri="{BB962C8B-B14F-4D97-AF65-F5344CB8AC3E}">
        <p14:creationId xmlns:p14="http://schemas.microsoft.com/office/powerpoint/2010/main" val="289729741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C439D-1123-B167-A504-42C4C43F7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19B020-40F9-75D0-E935-F252C83D4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7A0D76-27FC-0B1B-0BBF-195D4BC55B2F}"/>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93523EEE-3944-9D93-7909-E82E51BDC902}"/>
              </a:ext>
            </a:extLst>
          </p:cNvPr>
          <p:cNvSpPr>
            <a:spLocks noGrp="1"/>
          </p:cNvSpPr>
          <p:nvPr>
            <p:ph type="sldNum" sz="quarter" idx="5"/>
          </p:nvPr>
        </p:nvSpPr>
        <p:spPr/>
        <p:txBody>
          <a:bodyPr/>
          <a:lstStyle/>
          <a:p>
            <a:fld id="{08A7B8A6-DC2C-4E66-899B-3FF6576B90A7}" type="slidenum">
              <a:rPr lang="en-US" smtClean="0"/>
              <a:t>143</a:t>
            </a:fld>
            <a:endParaRPr lang="en-US"/>
          </a:p>
        </p:txBody>
      </p:sp>
    </p:spTree>
    <p:extLst>
      <p:ext uri="{BB962C8B-B14F-4D97-AF65-F5344CB8AC3E}">
        <p14:creationId xmlns:p14="http://schemas.microsoft.com/office/powerpoint/2010/main" val="19605873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3FCB4-BCB5-E51F-1C7B-E429B6CBE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E570A-A2A8-5E87-E52D-1A65147D86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B3E5D6-D4AD-EB5B-053F-501FAF4E584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64077B89-AA3E-2670-691F-86C3EEC1CD70}"/>
              </a:ext>
            </a:extLst>
          </p:cNvPr>
          <p:cNvSpPr>
            <a:spLocks noGrp="1"/>
          </p:cNvSpPr>
          <p:nvPr>
            <p:ph type="sldNum" sz="quarter" idx="5"/>
          </p:nvPr>
        </p:nvSpPr>
        <p:spPr/>
        <p:txBody>
          <a:bodyPr/>
          <a:lstStyle/>
          <a:p>
            <a:fld id="{08A7B8A6-DC2C-4E66-899B-3FF6576B90A7}" type="slidenum">
              <a:rPr lang="en-US" smtClean="0"/>
              <a:t>145</a:t>
            </a:fld>
            <a:endParaRPr lang="en-US"/>
          </a:p>
        </p:txBody>
      </p:sp>
    </p:spTree>
    <p:extLst>
      <p:ext uri="{BB962C8B-B14F-4D97-AF65-F5344CB8AC3E}">
        <p14:creationId xmlns:p14="http://schemas.microsoft.com/office/powerpoint/2010/main" val="311523964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50F92-27D3-A440-981F-4B29CBF72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90EE5-AC31-BCE3-7769-A09C4619A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0227D-4BFD-53C0-2680-DA249CC6A668}"/>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886CBDB7-A35D-2183-BAB2-EB6A227F7FB2}"/>
              </a:ext>
            </a:extLst>
          </p:cNvPr>
          <p:cNvSpPr>
            <a:spLocks noGrp="1"/>
          </p:cNvSpPr>
          <p:nvPr>
            <p:ph type="sldNum" sz="quarter" idx="5"/>
          </p:nvPr>
        </p:nvSpPr>
        <p:spPr/>
        <p:txBody>
          <a:bodyPr/>
          <a:lstStyle/>
          <a:p>
            <a:fld id="{08A7B8A6-DC2C-4E66-899B-3FF6576B90A7}" type="slidenum">
              <a:rPr lang="en-US" smtClean="0"/>
              <a:t>147</a:t>
            </a:fld>
            <a:endParaRPr lang="en-US"/>
          </a:p>
        </p:txBody>
      </p:sp>
    </p:spTree>
    <p:extLst>
      <p:ext uri="{BB962C8B-B14F-4D97-AF65-F5344CB8AC3E}">
        <p14:creationId xmlns:p14="http://schemas.microsoft.com/office/powerpoint/2010/main" val="271140181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AD1E5-A6BB-4ABD-4F0C-9C3B0B0CD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ABB81-A570-FEEC-E3DA-A15B523F4E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243137-0799-D843-D9C2-258CE7182B17}"/>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6BF43519-205C-0B43-A950-5686ED8578B4}"/>
              </a:ext>
            </a:extLst>
          </p:cNvPr>
          <p:cNvSpPr>
            <a:spLocks noGrp="1"/>
          </p:cNvSpPr>
          <p:nvPr>
            <p:ph type="sldNum" sz="quarter" idx="5"/>
          </p:nvPr>
        </p:nvSpPr>
        <p:spPr/>
        <p:txBody>
          <a:bodyPr/>
          <a:lstStyle/>
          <a:p>
            <a:fld id="{08A7B8A6-DC2C-4E66-899B-3FF6576B90A7}" type="slidenum">
              <a:rPr lang="en-US" smtClean="0"/>
              <a:t>149</a:t>
            </a:fld>
            <a:endParaRPr lang="en-US"/>
          </a:p>
        </p:txBody>
      </p:sp>
    </p:spTree>
    <p:extLst>
      <p:ext uri="{BB962C8B-B14F-4D97-AF65-F5344CB8AC3E}">
        <p14:creationId xmlns:p14="http://schemas.microsoft.com/office/powerpoint/2010/main" val="267655173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2FC52-15FB-D45F-2BC5-B8763A93E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D6783-2901-A1F4-B3A9-7A1FE0F077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5B9B48-AEB2-E627-B66C-FE7CBF8FF179}"/>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0DFA12C4-9A74-B432-E662-A5B9CE30D3F3}"/>
              </a:ext>
            </a:extLst>
          </p:cNvPr>
          <p:cNvSpPr>
            <a:spLocks noGrp="1"/>
          </p:cNvSpPr>
          <p:nvPr>
            <p:ph type="sldNum" sz="quarter" idx="5"/>
          </p:nvPr>
        </p:nvSpPr>
        <p:spPr/>
        <p:txBody>
          <a:bodyPr/>
          <a:lstStyle/>
          <a:p>
            <a:fld id="{08A7B8A6-DC2C-4E66-899B-3FF6576B90A7}" type="slidenum">
              <a:rPr lang="en-US" smtClean="0"/>
              <a:t>151</a:t>
            </a:fld>
            <a:endParaRPr lang="en-US"/>
          </a:p>
        </p:txBody>
      </p:sp>
    </p:spTree>
    <p:extLst>
      <p:ext uri="{BB962C8B-B14F-4D97-AF65-F5344CB8AC3E}">
        <p14:creationId xmlns:p14="http://schemas.microsoft.com/office/powerpoint/2010/main" val="395344908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8067A-EC22-193B-3C1F-B19673689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8639C-9230-164D-6EDC-98FEE635B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33B14-D765-AD01-B10F-A844CB4CC29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3C50928F-33D7-65FA-2044-E714F0121E42}"/>
              </a:ext>
            </a:extLst>
          </p:cNvPr>
          <p:cNvSpPr>
            <a:spLocks noGrp="1"/>
          </p:cNvSpPr>
          <p:nvPr>
            <p:ph type="sldNum" sz="quarter" idx="5"/>
          </p:nvPr>
        </p:nvSpPr>
        <p:spPr/>
        <p:txBody>
          <a:bodyPr/>
          <a:lstStyle/>
          <a:p>
            <a:fld id="{08A7B8A6-DC2C-4E66-899B-3FF6576B90A7}" type="slidenum">
              <a:rPr lang="en-US" smtClean="0"/>
              <a:t>152</a:t>
            </a:fld>
            <a:endParaRPr lang="en-US"/>
          </a:p>
        </p:txBody>
      </p:sp>
    </p:spTree>
    <p:extLst>
      <p:ext uri="{BB962C8B-B14F-4D97-AF65-F5344CB8AC3E}">
        <p14:creationId xmlns:p14="http://schemas.microsoft.com/office/powerpoint/2010/main" val="33835018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79B5B-51D5-B082-532A-0D8A79FA3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696B35-6E6A-CF23-FDE1-615331D12B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A2CD79-0D94-3374-D2EB-2AC2A5A94BEB}"/>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3651D0F2-98D0-9484-6A1C-CA3D86365640}"/>
              </a:ext>
            </a:extLst>
          </p:cNvPr>
          <p:cNvSpPr>
            <a:spLocks noGrp="1"/>
          </p:cNvSpPr>
          <p:nvPr>
            <p:ph type="sldNum" sz="quarter" idx="5"/>
          </p:nvPr>
        </p:nvSpPr>
        <p:spPr/>
        <p:txBody>
          <a:bodyPr/>
          <a:lstStyle/>
          <a:p>
            <a:fld id="{08A7B8A6-DC2C-4E66-899B-3FF6576B90A7}" type="slidenum">
              <a:rPr lang="en-US" smtClean="0"/>
              <a:t>153</a:t>
            </a:fld>
            <a:endParaRPr lang="en-US"/>
          </a:p>
        </p:txBody>
      </p:sp>
    </p:spTree>
    <p:extLst>
      <p:ext uri="{BB962C8B-B14F-4D97-AF65-F5344CB8AC3E}">
        <p14:creationId xmlns:p14="http://schemas.microsoft.com/office/powerpoint/2010/main" val="158982931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C8DF0-3FCF-50BD-BE68-6739497F1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2A799-367B-B6B3-AA59-197433149C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AC4ECD-40F1-E363-6A01-7621B045DEC5}"/>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FAB67943-DC43-0C36-B435-4F4DB2309E9F}"/>
              </a:ext>
            </a:extLst>
          </p:cNvPr>
          <p:cNvSpPr>
            <a:spLocks noGrp="1"/>
          </p:cNvSpPr>
          <p:nvPr>
            <p:ph type="sldNum" sz="quarter" idx="5"/>
          </p:nvPr>
        </p:nvSpPr>
        <p:spPr/>
        <p:txBody>
          <a:bodyPr/>
          <a:lstStyle/>
          <a:p>
            <a:fld id="{08A7B8A6-DC2C-4E66-899B-3FF6576B90A7}" type="slidenum">
              <a:rPr lang="en-US" smtClean="0"/>
              <a:t>154</a:t>
            </a:fld>
            <a:endParaRPr lang="en-US"/>
          </a:p>
        </p:txBody>
      </p:sp>
    </p:spTree>
    <p:extLst>
      <p:ext uri="{BB962C8B-B14F-4D97-AF65-F5344CB8AC3E}">
        <p14:creationId xmlns:p14="http://schemas.microsoft.com/office/powerpoint/2010/main" val="290963765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8604A-7186-181B-4093-4C6FD56D4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CAFCC-E750-93F9-62BA-3B988F6B6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8689B-9110-1E8D-C2BF-58E50CD74DBB}"/>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613572B3-FA66-7ADC-9370-EE1ABBA6F0EF}"/>
              </a:ext>
            </a:extLst>
          </p:cNvPr>
          <p:cNvSpPr>
            <a:spLocks noGrp="1"/>
          </p:cNvSpPr>
          <p:nvPr>
            <p:ph type="sldNum" sz="quarter" idx="5"/>
          </p:nvPr>
        </p:nvSpPr>
        <p:spPr/>
        <p:txBody>
          <a:bodyPr/>
          <a:lstStyle/>
          <a:p>
            <a:fld id="{08A7B8A6-DC2C-4E66-899B-3FF6576B90A7}" type="slidenum">
              <a:rPr lang="en-US" smtClean="0"/>
              <a:t>156</a:t>
            </a:fld>
            <a:endParaRPr lang="en-US"/>
          </a:p>
        </p:txBody>
      </p:sp>
    </p:spTree>
    <p:extLst>
      <p:ext uri="{BB962C8B-B14F-4D97-AF65-F5344CB8AC3E}">
        <p14:creationId xmlns:p14="http://schemas.microsoft.com/office/powerpoint/2010/main" val="368140717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F6ED7-0962-BBC0-066E-F0E69876C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299A1-01C0-B020-4755-44E6F3C3DB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252BBC-D0B3-E95C-405B-BD9CA02C517B}"/>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73486700-D297-231B-9CE1-B59B2B50F4DE}"/>
              </a:ext>
            </a:extLst>
          </p:cNvPr>
          <p:cNvSpPr>
            <a:spLocks noGrp="1"/>
          </p:cNvSpPr>
          <p:nvPr>
            <p:ph type="sldNum" sz="quarter" idx="5"/>
          </p:nvPr>
        </p:nvSpPr>
        <p:spPr/>
        <p:txBody>
          <a:bodyPr/>
          <a:lstStyle/>
          <a:p>
            <a:fld id="{08A7B8A6-DC2C-4E66-899B-3FF6576B90A7}" type="slidenum">
              <a:rPr lang="en-US" smtClean="0"/>
              <a:t>158</a:t>
            </a:fld>
            <a:endParaRPr lang="en-US"/>
          </a:p>
        </p:txBody>
      </p:sp>
    </p:spTree>
    <p:extLst>
      <p:ext uri="{BB962C8B-B14F-4D97-AF65-F5344CB8AC3E}">
        <p14:creationId xmlns:p14="http://schemas.microsoft.com/office/powerpoint/2010/main" val="43835171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p:cNvSpPr>
            <a:spLocks noGrp="1"/>
          </p:cNvSpPr>
          <p:nvPr>
            <p:ph type="sldNum" sz="quarter" idx="5"/>
          </p:nvPr>
        </p:nvSpPr>
        <p:spPr/>
        <p:txBody>
          <a:bodyPr/>
          <a:lstStyle/>
          <a:p>
            <a:fld id="{08A7B8A6-DC2C-4E66-899B-3FF6576B90A7}" type="slidenum">
              <a:rPr lang="en-US" smtClean="0"/>
              <a:t>173</a:t>
            </a:fld>
            <a:endParaRPr lang="en-US"/>
          </a:p>
        </p:txBody>
      </p:sp>
    </p:spTree>
    <p:extLst>
      <p:ext uri="{BB962C8B-B14F-4D97-AF65-F5344CB8AC3E}">
        <p14:creationId xmlns:p14="http://schemas.microsoft.com/office/powerpoint/2010/main" val="111791100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9548E-7889-4FB1-3D34-729249C3C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0EEDC-29B8-F780-BBA7-D70901BEC7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46AC8-C9B6-826D-6F26-916965BE4716}"/>
              </a:ext>
            </a:extLst>
          </p:cNvPr>
          <p:cNvSpPr>
            <a:spLocks noGrp="1"/>
          </p:cNvSpPr>
          <p:nvPr>
            <p:ph type="body" idx="1"/>
          </p:nvPr>
        </p:nvSpPr>
        <p:spPr/>
        <p:txBody>
          <a:bodyPr/>
          <a:lstStyle/>
          <a:p>
            <a:r>
              <a:rPr lang="en-US" err="1">
                <a:hlinkClick r:id="rId3"/>
              </a:rPr>
              <a:t>kubernetes</a:t>
            </a:r>
            <a:r>
              <a:rPr lang="en-US">
                <a:hlinkClick r:id="rId3"/>
              </a:rPr>
              <a:t>-sigs/secrets-store-</a:t>
            </a:r>
            <a:r>
              <a:rPr lang="en-US" err="1">
                <a:hlinkClick r:id="rId3"/>
              </a:rPr>
              <a:t>csi</a:t>
            </a:r>
            <a:r>
              <a:rPr lang="en-US">
                <a:hlinkClick r:id="rId3"/>
              </a:rPr>
              <a:t>-driver: Secrets Store CSI driver for Kubernetes secrets - Integrates secrets stores with Kubernetes via a CSI volume.</a:t>
            </a:r>
            <a:endParaRPr lang="en-US"/>
          </a:p>
        </p:txBody>
      </p:sp>
      <p:sp>
        <p:nvSpPr>
          <p:cNvPr id="4" name="Slide Number Placeholder 3">
            <a:extLst>
              <a:ext uri="{FF2B5EF4-FFF2-40B4-BE49-F238E27FC236}">
                <a16:creationId xmlns:a16="http://schemas.microsoft.com/office/drawing/2014/main" id="{E8F39BF4-27E5-3D6E-1915-93F9048E8E04}"/>
              </a:ext>
            </a:extLst>
          </p:cNvPr>
          <p:cNvSpPr>
            <a:spLocks noGrp="1"/>
          </p:cNvSpPr>
          <p:nvPr>
            <p:ph type="sldNum" sz="quarter" idx="5"/>
          </p:nvPr>
        </p:nvSpPr>
        <p:spPr/>
        <p:txBody>
          <a:bodyPr/>
          <a:lstStyle/>
          <a:p>
            <a:fld id="{08A7B8A6-DC2C-4E66-899B-3FF6576B90A7}" type="slidenum">
              <a:rPr lang="en-US" smtClean="0"/>
              <a:t>174</a:t>
            </a:fld>
            <a:endParaRPr lang="en-US"/>
          </a:p>
        </p:txBody>
      </p:sp>
    </p:spTree>
    <p:extLst>
      <p:ext uri="{BB962C8B-B14F-4D97-AF65-F5344CB8AC3E}">
        <p14:creationId xmlns:p14="http://schemas.microsoft.com/office/powerpoint/2010/main" val="78352528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305F6-65EB-7857-45CF-ED0C34304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BD042-19F7-626C-D78C-675A9CBCA4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A6B38-9548-B04C-8F48-3EB8D8A2B311}"/>
              </a:ext>
            </a:extLst>
          </p:cNvPr>
          <p:cNvSpPr>
            <a:spLocks noGrp="1"/>
          </p:cNvSpPr>
          <p:nvPr>
            <p:ph type="body" idx="1"/>
          </p:nvPr>
        </p:nvSpPr>
        <p:spPr/>
        <p:txBody>
          <a:bodyPr/>
          <a:lstStyle/>
          <a:p>
            <a:r>
              <a:rPr lang="en-US" err="1">
                <a:hlinkClick r:id="rId3"/>
              </a:rPr>
              <a:t>kubernetes</a:t>
            </a:r>
            <a:r>
              <a:rPr lang="en-US">
                <a:hlinkClick r:id="rId3"/>
              </a:rPr>
              <a:t>-sigs/secrets-store-</a:t>
            </a:r>
            <a:r>
              <a:rPr lang="en-US" err="1">
                <a:hlinkClick r:id="rId3"/>
              </a:rPr>
              <a:t>csi</a:t>
            </a:r>
            <a:r>
              <a:rPr lang="en-US">
                <a:hlinkClick r:id="rId3"/>
              </a:rPr>
              <a:t>-driver: Secrets Store CSI driver for Kubernetes secrets - Integrates secrets stores with Kubernetes via a CSI volume.</a:t>
            </a:r>
            <a:endParaRPr lang="en-US"/>
          </a:p>
        </p:txBody>
      </p:sp>
      <p:sp>
        <p:nvSpPr>
          <p:cNvPr id="4" name="Slide Number Placeholder 3">
            <a:extLst>
              <a:ext uri="{FF2B5EF4-FFF2-40B4-BE49-F238E27FC236}">
                <a16:creationId xmlns:a16="http://schemas.microsoft.com/office/drawing/2014/main" id="{E53D028E-3C24-998C-CBB6-4E560BC1DF0D}"/>
              </a:ext>
            </a:extLst>
          </p:cNvPr>
          <p:cNvSpPr>
            <a:spLocks noGrp="1"/>
          </p:cNvSpPr>
          <p:nvPr>
            <p:ph type="sldNum" sz="quarter" idx="5"/>
          </p:nvPr>
        </p:nvSpPr>
        <p:spPr/>
        <p:txBody>
          <a:bodyPr/>
          <a:lstStyle/>
          <a:p>
            <a:fld id="{08A7B8A6-DC2C-4E66-899B-3FF6576B90A7}" type="slidenum">
              <a:rPr lang="en-US" smtClean="0"/>
              <a:t>175</a:t>
            </a:fld>
            <a:endParaRPr lang="en-US"/>
          </a:p>
        </p:txBody>
      </p:sp>
    </p:spTree>
    <p:extLst>
      <p:ext uri="{BB962C8B-B14F-4D97-AF65-F5344CB8AC3E}">
        <p14:creationId xmlns:p14="http://schemas.microsoft.com/office/powerpoint/2010/main" val="305051978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C8050-4EE2-AC6B-FD42-B4E6E7AC11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9C9F8-0C4A-8CCB-4376-34B244F09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72743-0039-3B23-FB40-B2088E9392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851271-9813-3897-029D-75D97204ADDF}"/>
              </a:ext>
            </a:extLst>
          </p:cNvPr>
          <p:cNvSpPr>
            <a:spLocks noGrp="1"/>
          </p:cNvSpPr>
          <p:nvPr>
            <p:ph type="sldNum" sz="quarter" idx="5"/>
          </p:nvPr>
        </p:nvSpPr>
        <p:spPr/>
        <p:txBody>
          <a:bodyPr/>
          <a:lstStyle/>
          <a:p>
            <a:fld id="{08A7B8A6-DC2C-4E66-899B-3FF6576B90A7}" type="slidenum">
              <a:rPr lang="en-US" smtClean="0"/>
              <a:t>176</a:t>
            </a:fld>
            <a:endParaRPr lang="en-US"/>
          </a:p>
        </p:txBody>
      </p:sp>
    </p:spTree>
    <p:extLst>
      <p:ext uri="{BB962C8B-B14F-4D97-AF65-F5344CB8AC3E}">
        <p14:creationId xmlns:p14="http://schemas.microsoft.com/office/powerpoint/2010/main" val="151674328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EE732-6751-9DF3-79FE-DE960E76F8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FFB056-9222-2E2A-1C51-C9AF6481E8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D80FB-4B09-54C7-8772-E351417E1E0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E7BE72-9B29-0882-16B0-6296CA56A522}"/>
              </a:ext>
            </a:extLst>
          </p:cNvPr>
          <p:cNvSpPr>
            <a:spLocks noGrp="1"/>
          </p:cNvSpPr>
          <p:nvPr>
            <p:ph type="sldNum" sz="quarter" idx="5"/>
          </p:nvPr>
        </p:nvSpPr>
        <p:spPr/>
        <p:txBody>
          <a:bodyPr/>
          <a:lstStyle/>
          <a:p>
            <a:fld id="{08A7B8A6-DC2C-4E66-899B-3FF6576B90A7}" type="slidenum">
              <a:rPr lang="en-US" smtClean="0"/>
              <a:t>177</a:t>
            </a:fld>
            <a:endParaRPr lang="en-US"/>
          </a:p>
        </p:txBody>
      </p:sp>
    </p:spTree>
    <p:extLst>
      <p:ext uri="{BB962C8B-B14F-4D97-AF65-F5344CB8AC3E}">
        <p14:creationId xmlns:p14="http://schemas.microsoft.com/office/powerpoint/2010/main" val="110373312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A80F8-15B7-511E-A7C0-DAD77D136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9FCFC9-B6A4-0350-5D22-3BC9A23621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FE247E-2EEA-55BA-3AA1-66F75C7AE3FE}"/>
              </a:ext>
            </a:extLst>
          </p:cNvPr>
          <p:cNvSpPr>
            <a:spLocks noGrp="1"/>
          </p:cNvSpPr>
          <p:nvPr>
            <p:ph type="body" idx="1"/>
          </p:nvPr>
        </p:nvSpPr>
        <p:spPr/>
        <p:txBody>
          <a:bodyPr/>
          <a:lstStyle/>
          <a:p>
            <a:r>
              <a:rPr lang="en-US">
                <a:hlinkClick r:id="rId3"/>
              </a:rPr>
              <a:t>Pod Security Standards | Kubernetes</a:t>
            </a:r>
            <a:endParaRPr lang="en-US"/>
          </a:p>
          <a:p>
            <a:endParaRPr lang="en-US"/>
          </a:p>
        </p:txBody>
      </p:sp>
      <p:sp>
        <p:nvSpPr>
          <p:cNvPr id="4" name="Slide Number Placeholder 3">
            <a:extLst>
              <a:ext uri="{FF2B5EF4-FFF2-40B4-BE49-F238E27FC236}">
                <a16:creationId xmlns:a16="http://schemas.microsoft.com/office/drawing/2014/main" id="{66E89A20-404E-99D7-CBC2-8C91CF5883EA}"/>
              </a:ext>
            </a:extLst>
          </p:cNvPr>
          <p:cNvSpPr>
            <a:spLocks noGrp="1"/>
          </p:cNvSpPr>
          <p:nvPr>
            <p:ph type="sldNum" sz="quarter" idx="5"/>
          </p:nvPr>
        </p:nvSpPr>
        <p:spPr/>
        <p:txBody>
          <a:bodyPr/>
          <a:lstStyle/>
          <a:p>
            <a:fld id="{08A7B8A6-DC2C-4E66-899B-3FF6576B90A7}" type="slidenum">
              <a:rPr lang="en-US" smtClean="0"/>
              <a:t>180</a:t>
            </a:fld>
            <a:endParaRPr lang="en-US"/>
          </a:p>
        </p:txBody>
      </p:sp>
    </p:spTree>
    <p:extLst>
      <p:ext uri="{BB962C8B-B14F-4D97-AF65-F5344CB8AC3E}">
        <p14:creationId xmlns:p14="http://schemas.microsoft.com/office/powerpoint/2010/main" val="272432856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9FB0-311A-8ED3-70B0-6DF0F5763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C9D71-7FA7-5647-0C6D-F5E075E18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D30A1F-0E5A-1874-4705-14886C2EA0A5}"/>
              </a:ext>
            </a:extLst>
          </p:cNvPr>
          <p:cNvSpPr>
            <a:spLocks noGrp="1"/>
          </p:cNvSpPr>
          <p:nvPr>
            <p:ph type="body" idx="1"/>
          </p:nvPr>
        </p:nvSpPr>
        <p:spPr/>
        <p:txBody>
          <a:bodyPr/>
          <a:lstStyle/>
          <a:p>
            <a:r>
              <a:rPr lang="en-US">
                <a:hlinkClick r:id="rId3"/>
              </a:rPr>
              <a:t>Pod Security Standards | Kubernetes</a:t>
            </a:r>
            <a:endParaRPr lang="en-US"/>
          </a:p>
          <a:p>
            <a:endParaRPr lang="en-US"/>
          </a:p>
        </p:txBody>
      </p:sp>
      <p:sp>
        <p:nvSpPr>
          <p:cNvPr id="4" name="Slide Number Placeholder 3">
            <a:extLst>
              <a:ext uri="{FF2B5EF4-FFF2-40B4-BE49-F238E27FC236}">
                <a16:creationId xmlns:a16="http://schemas.microsoft.com/office/drawing/2014/main" id="{3836E833-E1A3-F5E1-CF0C-CFEF8DD21EA4}"/>
              </a:ext>
            </a:extLst>
          </p:cNvPr>
          <p:cNvSpPr>
            <a:spLocks noGrp="1"/>
          </p:cNvSpPr>
          <p:nvPr>
            <p:ph type="sldNum" sz="quarter" idx="5"/>
          </p:nvPr>
        </p:nvSpPr>
        <p:spPr/>
        <p:txBody>
          <a:bodyPr/>
          <a:lstStyle/>
          <a:p>
            <a:fld id="{08A7B8A6-DC2C-4E66-899B-3FF6576B90A7}" type="slidenum">
              <a:rPr lang="en-US" smtClean="0"/>
              <a:t>181</a:t>
            </a:fld>
            <a:endParaRPr lang="en-US"/>
          </a:p>
        </p:txBody>
      </p:sp>
    </p:spTree>
    <p:extLst>
      <p:ext uri="{BB962C8B-B14F-4D97-AF65-F5344CB8AC3E}">
        <p14:creationId xmlns:p14="http://schemas.microsoft.com/office/powerpoint/2010/main" val="418575922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DF422-4DC4-0EA4-73CE-55572F0DC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F17248-8C62-69BF-3FB2-1FC31D61C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18434-866B-090B-5AE4-7ABA5FDC2FC3}"/>
              </a:ext>
            </a:extLst>
          </p:cNvPr>
          <p:cNvSpPr>
            <a:spLocks noGrp="1"/>
          </p:cNvSpPr>
          <p:nvPr>
            <p:ph type="body" idx="1"/>
          </p:nvPr>
        </p:nvSpPr>
        <p:spPr/>
        <p:txBody>
          <a:bodyPr/>
          <a:lstStyle/>
          <a:p>
            <a:r>
              <a:rPr lang="en-US">
                <a:hlinkClick r:id="rId3"/>
              </a:rPr>
              <a:t>Pod Security Standards | Kubernetes</a:t>
            </a:r>
            <a:endParaRPr lang="en-US"/>
          </a:p>
          <a:p>
            <a:endParaRPr lang="en-US"/>
          </a:p>
        </p:txBody>
      </p:sp>
      <p:sp>
        <p:nvSpPr>
          <p:cNvPr id="4" name="Slide Number Placeholder 3">
            <a:extLst>
              <a:ext uri="{FF2B5EF4-FFF2-40B4-BE49-F238E27FC236}">
                <a16:creationId xmlns:a16="http://schemas.microsoft.com/office/drawing/2014/main" id="{20F685D7-4CA6-9B52-80AE-C27D88E10870}"/>
              </a:ext>
            </a:extLst>
          </p:cNvPr>
          <p:cNvSpPr>
            <a:spLocks noGrp="1"/>
          </p:cNvSpPr>
          <p:nvPr>
            <p:ph type="sldNum" sz="quarter" idx="5"/>
          </p:nvPr>
        </p:nvSpPr>
        <p:spPr/>
        <p:txBody>
          <a:bodyPr/>
          <a:lstStyle/>
          <a:p>
            <a:fld id="{08A7B8A6-DC2C-4E66-899B-3FF6576B90A7}" type="slidenum">
              <a:rPr lang="en-US" smtClean="0"/>
              <a:t>182</a:t>
            </a:fld>
            <a:endParaRPr lang="en-US"/>
          </a:p>
        </p:txBody>
      </p:sp>
    </p:spTree>
    <p:extLst>
      <p:ext uri="{BB962C8B-B14F-4D97-AF65-F5344CB8AC3E}">
        <p14:creationId xmlns:p14="http://schemas.microsoft.com/office/powerpoint/2010/main" val="300536181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D0C66-EEB1-CEEE-A665-5CFC2665E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8DB52-EE97-6F5A-3BB5-0C3E9811D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9BB0A7-EA8A-A8C0-978B-74F9509DEF54}"/>
              </a:ext>
            </a:extLst>
          </p:cNvPr>
          <p:cNvSpPr>
            <a:spLocks noGrp="1"/>
          </p:cNvSpPr>
          <p:nvPr>
            <p:ph type="body" idx="1"/>
          </p:nvPr>
        </p:nvSpPr>
        <p:spPr/>
        <p:txBody>
          <a:bodyPr/>
          <a:lstStyle/>
          <a:p>
            <a:r>
              <a:rPr lang="en-US">
                <a:hlinkClick r:id="rId3"/>
              </a:rPr>
              <a:t>Pod Security Standards | Kubernetes</a:t>
            </a:r>
            <a:endParaRPr lang="en-US"/>
          </a:p>
          <a:p>
            <a:endParaRPr lang="en-US"/>
          </a:p>
        </p:txBody>
      </p:sp>
      <p:sp>
        <p:nvSpPr>
          <p:cNvPr id="4" name="Slide Number Placeholder 3">
            <a:extLst>
              <a:ext uri="{FF2B5EF4-FFF2-40B4-BE49-F238E27FC236}">
                <a16:creationId xmlns:a16="http://schemas.microsoft.com/office/drawing/2014/main" id="{85E1A073-AC19-B366-3ADE-DA0605D1AAF0}"/>
              </a:ext>
            </a:extLst>
          </p:cNvPr>
          <p:cNvSpPr>
            <a:spLocks noGrp="1"/>
          </p:cNvSpPr>
          <p:nvPr>
            <p:ph type="sldNum" sz="quarter" idx="5"/>
          </p:nvPr>
        </p:nvSpPr>
        <p:spPr/>
        <p:txBody>
          <a:bodyPr/>
          <a:lstStyle/>
          <a:p>
            <a:fld id="{08A7B8A6-DC2C-4E66-899B-3FF6576B90A7}" type="slidenum">
              <a:rPr lang="en-US" smtClean="0"/>
              <a:t>183</a:t>
            </a:fld>
            <a:endParaRPr lang="en-US"/>
          </a:p>
        </p:txBody>
      </p:sp>
    </p:spTree>
    <p:extLst>
      <p:ext uri="{BB962C8B-B14F-4D97-AF65-F5344CB8AC3E}">
        <p14:creationId xmlns:p14="http://schemas.microsoft.com/office/powerpoint/2010/main" val="135133736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0B535-8DB0-2FA7-4577-D282D282A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63AC1-01C7-21F6-1D8C-BB34FE2112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778B7B-BCF9-9E66-E423-11E460BD758B}"/>
              </a:ext>
            </a:extLst>
          </p:cNvPr>
          <p:cNvSpPr>
            <a:spLocks noGrp="1"/>
          </p:cNvSpPr>
          <p:nvPr>
            <p:ph type="body" idx="1"/>
          </p:nvPr>
        </p:nvSpPr>
        <p:spPr/>
        <p:txBody>
          <a:bodyPr/>
          <a:lstStyle/>
          <a:p>
            <a:r>
              <a:rPr lang="en-US">
                <a:hlinkClick r:id="rId3"/>
              </a:rPr>
              <a:t>Pod Security Standards | Kubernetes</a:t>
            </a:r>
            <a:endParaRPr lang="en-US"/>
          </a:p>
          <a:p>
            <a:endParaRPr lang="en-US"/>
          </a:p>
        </p:txBody>
      </p:sp>
      <p:sp>
        <p:nvSpPr>
          <p:cNvPr id="4" name="Slide Number Placeholder 3">
            <a:extLst>
              <a:ext uri="{FF2B5EF4-FFF2-40B4-BE49-F238E27FC236}">
                <a16:creationId xmlns:a16="http://schemas.microsoft.com/office/drawing/2014/main" id="{1CD9E465-2A57-8963-4C1E-6633455987CE}"/>
              </a:ext>
            </a:extLst>
          </p:cNvPr>
          <p:cNvSpPr>
            <a:spLocks noGrp="1"/>
          </p:cNvSpPr>
          <p:nvPr>
            <p:ph type="sldNum" sz="quarter" idx="5"/>
          </p:nvPr>
        </p:nvSpPr>
        <p:spPr/>
        <p:txBody>
          <a:bodyPr/>
          <a:lstStyle/>
          <a:p>
            <a:fld id="{08A7B8A6-DC2C-4E66-899B-3FF6576B90A7}" type="slidenum">
              <a:rPr lang="en-US" smtClean="0"/>
              <a:t>184</a:t>
            </a:fld>
            <a:endParaRPr lang="en-US"/>
          </a:p>
        </p:txBody>
      </p:sp>
    </p:spTree>
    <p:extLst>
      <p:ext uri="{BB962C8B-B14F-4D97-AF65-F5344CB8AC3E}">
        <p14:creationId xmlns:p14="http://schemas.microsoft.com/office/powerpoint/2010/main" val="1183378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7A376-8521-6577-2D07-990054A88E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01D1AD-C5AE-D5D5-8AEB-3CF00915DA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6218E4-0D79-BDF6-8381-F4230E4C160D}"/>
              </a:ext>
            </a:extLst>
          </p:cNvPr>
          <p:cNvSpPr>
            <a:spLocks noGrp="1"/>
          </p:cNvSpPr>
          <p:nvPr>
            <p:ph type="dt" sz="half" idx="10"/>
          </p:nvPr>
        </p:nvSpPr>
        <p:spPr/>
        <p:txBody>
          <a:bodyPr/>
          <a:lstStyle/>
          <a:p>
            <a:fld id="{B9268321-C9E7-441E-8ECB-F5B48CA38B30}" type="datetimeFigureOut">
              <a:rPr lang="en-US" smtClean="0"/>
              <a:t>2/18/2026</a:t>
            </a:fld>
            <a:endParaRPr lang="en-US"/>
          </a:p>
        </p:txBody>
      </p:sp>
      <p:sp>
        <p:nvSpPr>
          <p:cNvPr id="5" name="Footer Placeholder 4">
            <a:extLst>
              <a:ext uri="{FF2B5EF4-FFF2-40B4-BE49-F238E27FC236}">
                <a16:creationId xmlns:a16="http://schemas.microsoft.com/office/drawing/2014/main" id="{12E1445C-3C43-0979-3BC3-3C50A37643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8579E-F99E-72F7-92FC-E65D1F06D8D2}"/>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138342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A3A46-966F-0889-0D6C-46EF223F72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490CF1-7AE8-CB01-72A6-3E5EC146CE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C82178-CB10-3C0D-9F26-FF03AA7D10AA}"/>
              </a:ext>
            </a:extLst>
          </p:cNvPr>
          <p:cNvSpPr>
            <a:spLocks noGrp="1"/>
          </p:cNvSpPr>
          <p:nvPr>
            <p:ph type="dt" sz="half" idx="10"/>
          </p:nvPr>
        </p:nvSpPr>
        <p:spPr/>
        <p:txBody>
          <a:bodyPr/>
          <a:lstStyle/>
          <a:p>
            <a:fld id="{B9268321-C9E7-441E-8ECB-F5B48CA38B30}" type="datetimeFigureOut">
              <a:rPr lang="en-US" smtClean="0"/>
              <a:t>2/18/2026</a:t>
            </a:fld>
            <a:endParaRPr lang="en-US"/>
          </a:p>
        </p:txBody>
      </p:sp>
      <p:sp>
        <p:nvSpPr>
          <p:cNvPr id="5" name="Footer Placeholder 4">
            <a:extLst>
              <a:ext uri="{FF2B5EF4-FFF2-40B4-BE49-F238E27FC236}">
                <a16:creationId xmlns:a16="http://schemas.microsoft.com/office/drawing/2014/main" id="{F606E56D-AAF0-53B1-2EB3-2B05DB7BE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8C5A6-8A41-BFE5-5181-AD86B0150CF0}"/>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4267615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74A1F-F392-185D-224B-A830DD235E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E378F9-DE95-A055-2AC6-E7157142E7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963784-AC7B-9035-BD5F-CA457D8DE724}"/>
              </a:ext>
            </a:extLst>
          </p:cNvPr>
          <p:cNvSpPr>
            <a:spLocks noGrp="1"/>
          </p:cNvSpPr>
          <p:nvPr>
            <p:ph type="dt" sz="half" idx="10"/>
          </p:nvPr>
        </p:nvSpPr>
        <p:spPr/>
        <p:txBody>
          <a:bodyPr/>
          <a:lstStyle/>
          <a:p>
            <a:fld id="{B9268321-C9E7-441E-8ECB-F5B48CA38B30}" type="datetimeFigureOut">
              <a:rPr lang="en-US" smtClean="0"/>
              <a:t>2/18/2026</a:t>
            </a:fld>
            <a:endParaRPr lang="en-US"/>
          </a:p>
        </p:txBody>
      </p:sp>
      <p:sp>
        <p:nvSpPr>
          <p:cNvPr id="5" name="Footer Placeholder 4">
            <a:extLst>
              <a:ext uri="{FF2B5EF4-FFF2-40B4-BE49-F238E27FC236}">
                <a16:creationId xmlns:a16="http://schemas.microsoft.com/office/drawing/2014/main" id="{A2E98C38-8659-E5D3-AA01-9DBE632E3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2600AF-5C3D-1998-F8D6-2A1AD0195870}"/>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368392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0FF7E-5293-08F1-D9A1-3A1680CEEC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26F6F1-FDCC-6B3B-E060-DBA64E0B8A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695A3E-2804-E8CE-36A7-16F0D67A02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52C1A7-880C-CD35-6519-B44C1C001F65}"/>
              </a:ext>
            </a:extLst>
          </p:cNvPr>
          <p:cNvSpPr>
            <a:spLocks noGrp="1"/>
          </p:cNvSpPr>
          <p:nvPr>
            <p:ph type="dt" sz="half" idx="10"/>
          </p:nvPr>
        </p:nvSpPr>
        <p:spPr/>
        <p:txBody>
          <a:bodyPr/>
          <a:lstStyle/>
          <a:p>
            <a:fld id="{B9268321-C9E7-441E-8ECB-F5B48CA38B30}" type="datetimeFigureOut">
              <a:rPr lang="en-US" smtClean="0"/>
              <a:t>2/18/2026</a:t>
            </a:fld>
            <a:endParaRPr lang="en-US"/>
          </a:p>
        </p:txBody>
      </p:sp>
      <p:sp>
        <p:nvSpPr>
          <p:cNvPr id="6" name="Footer Placeholder 5">
            <a:extLst>
              <a:ext uri="{FF2B5EF4-FFF2-40B4-BE49-F238E27FC236}">
                <a16:creationId xmlns:a16="http://schemas.microsoft.com/office/drawing/2014/main" id="{1787389A-7BA7-00F2-9F0C-3FF625C376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9FFEB-E07F-475A-DC43-D784B049344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459602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5AF15-66DF-0200-BF84-20E7FCAE16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1C9DF7-FFE2-ACA5-598F-2E8D05F024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81AC6B-6EB4-8880-6CF2-B757060F06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F57C6A-70C4-5D49-7AA6-6162923068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2BEDBF-9DCC-3C70-9011-CC3E8927C1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2DCA26-C658-60E2-1424-45272CAB1A0C}"/>
              </a:ext>
            </a:extLst>
          </p:cNvPr>
          <p:cNvSpPr>
            <a:spLocks noGrp="1"/>
          </p:cNvSpPr>
          <p:nvPr>
            <p:ph type="dt" sz="half" idx="10"/>
          </p:nvPr>
        </p:nvSpPr>
        <p:spPr/>
        <p:txBody>
          <a:bodyPr/>
          <a:lstStyle/>
          <a:p>
            <a:fld id="{B9268321-C9E7-441E-8ECB-F5B48CA38B30}" type="datetimeFigureOut">
              <a:rPr lang="en-US" smtClean="0"/>
              <a:t>2/18/2026</a:t>
            </a:fld>
            <a:endParaRPr lang="en-US"/>
          </a:p>
        </p:txBody>
      </p:sp>
      <p:sp>
        <p:nvSpPr>
          <p:cNvPr id="8" name="Footer Placeholder 7">
            <a:extLst>
              <a:ext uri="{FF2B5EF4-FFF2-40B4-BE49-F238E27FC236}">
                <a16:creationId xmlns:a16="http://schemas.microsoft.com/office/drawing/2014/main" id="{EDDD7996-8661-7137-DBB1-48A6E8A73D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E27E70-8897-E13C-10F1-24FFB6B1B6F5}"/>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902714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E71C0-5D8F-1D28-606D-4024F95F39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450D43-A793-90E4-6A35-09A203BFF80D}"/>
              </a:ext>
            </a:extLst>
          </p:cNvPr>
          <p:cNvSpPr>
            <a:spLocks noGrp="1"/>
          </p:cNvSpPr>
          <p:nvPr>
            <p:ph type="dt" sz="half" idx="10"/>
          </p:nvPr>
        </p:nvSpPr>
        <p:spPr/>
        <p:txBody>
          <a:bodyPr/>
          <a:lstStyle/>
          <a:p>
            <a:fld id="{B9268321-C9E7-441E-8ECB-F5B48CA38B30}" type="datetimeFigureOut">
              <a:rPr lang="en-US" smtClean="0"/>
              <a:t>2/18/2026</a:t>
            </a:fld>
            <a:endParaRPr lang="en-US"/>
          </a:p>
        </p:txBody>
      </p:sp>
      <p:sp>
        <p:nvSpPr>
          <p:cNvPr id="4" name="Footer Placeholder 3">
            <a:extLst>
              <a:ext uri="{FF2B5EF4-FFF2-40B4-BE49-F238E27FC236}">
                <a16:creationId xmlns:a16="http://schemas.microsoft.com/office/drawing/2014/main" id="{63D43902-4D2D-7893-9F50-76AD330273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0BBF6F-A580-C66C-7FD8-0CD657578728}"/>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4211496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9A4C65-793A-0452-3B22-EF9BAA6ABE5F}"/>
              </a:ext>
            </a:extLst>
          </p:cNvPr>
          <p:cNvSpPr>
            <a:spLocks noGrp="1"/>
          </p:cNvSpPr>
          <p:nvPr>
            <p:ph type="dt" sz="half" idx="10"/>
          </p:nvPr>
        </p:nvSpPr>
        <p:spPr/>
        <p:txBody>
          <a:bodyPr/>
          <a:lstStyle/>
          <a:p>
            <a:fld id="{B9268321-C9E7-441E-8ECB-F5B48CA38B30}" type="datetimeFigureOut">
              <a:rPr lang="en-US" smtClean="0"/>
              <a:t>2/18/2026</a:t>
            </a:fld>
            <a:endParaRPr lang="en-US"/>
          </a:p>
        </p:txBody>
      </p:sp>
      <p:sp>
        <p:nvSpPr>
          <p:cNvPr id="3" name="Footer Placeholder 2">
            <a:extLst>
              <a:ext uri="{FF2B5EF4-FFF2-40B4-BE49-F238E27FC236}">
                <a16:creationId xmlns:a16="http://schemas.microsoft.com/office/drawing/2014/main" id="{21B1979F-ACA8-3AB5-9C5B-FFA463C1DF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B4F9D8-209E-4082-0939-7461D157A06B}"/>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366844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90A0C-21B5-5B1E-1A71-72C64E1C55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010992-4A91-CA9A-6790-69C97B74CF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D8F628-8009-4622-AD04-87974ADF90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09F7B8-21E1-FDBD-DF34-35B77CC99023}"/>
              </a:ext>
            </a:extLst>
          </p:cNvPr>
          <p:cNvSpPr>
            <a:spLocks noGrp="1"/>
          </p:cNvSpPr>
          <p:nvPr>
            <p:ph type="dt" sz="half" idx="10"/>
          </p:nvPr>
        </p:nvSpPr>
        <p:spPr/>
        <p:txBody>
          <a:bodyPr/>
          <a:lstStyle/>
          <a:p>
            <a:fld id="{B9268321-C9E7-441E-8ECB-F5B48CA38B30}" type="datetimeFigureOut">
              <a:rPr lang="en-US" smtClean="0"/>
              <a:t>2/18/2026</a:t>
            </a:fld>
            <a:endParaRPr lang="en-US"/>
          </a:p>
        </p:txBody>
      </p:sp>
      <p:sp>
        <p:nvSpPr>
          <p:cNvPr id="6" name="Footer Placeholder 5">
            <a:extLst>
              <a:ext uri="{FF2B5EF4-FFF2-40B4-BE49-F238E27FC236}">
                <a16:creationId xmlns:a16="http://schemas.microsoft.com/office/drawing/2014/main" id="{DF8FEC55-0B6B-4ADF-137A-EDE9BBC3C8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617AA9-A09D-95A1-845A-002841584FDB}"/>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531830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A1C2-1457-BA97-E02B-7478A5F75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5BB29C-956B-CB9A-82C7-D1A75368EA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1E78F4-29DC-15C6-EB91-0CB176A9FD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662D2E-911E-E254-4D20-F879D0105D5A}"/>
              </a:ext>
            </a:extLst>
          </p:cNvPr>
          <p:cNvSpPr>
            <a:spLocks noGrp="1"/>
          </p:cNvSpPr>
          <p:nvPr>
            <p:ph type="dt" sz="half" idx="10"/>
          </p:nvPr>
        </p:nvSpPr>
        <p:spPr/>
        <p:txBody>
          <a:bodyPr/>
          <a:lstStyle/>
          <a:p>
            <a:fld id="{B9268321-C9E7-441E-8ECB-F5B48CA38B30}" type="datetimeFigureOut">
              <a:rPr lang="en-US" smtClean="0"/>
              <a:t>2/18/2026</a:t>
            </a:fld>
            <a:endParaRPr lang="en-US"/>
          </a:p>
        </p:txBody>
      </p:sp>
      <p:sp>
        <p:nvSpPr>
          <p:cNvPr id="6" name="Footer Placeholder 5">
            <a:extLst>
              <a:ext uri="{FF2B5EF4-FFF2-40B4-BE49-F238E27FC236}">
                <a16:creationId xmlns:a16="http://schemas.microsoft.com/office/drawing/2014/main" id="{8A272F32-771C-2443-DCDF-49353E2801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3AD2F7-6465-65FF-9CBC-7F6BF47056E3}"/>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202299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23E70-A6AC-9EA6-A861-3E9FAA9E70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81546D-E49F-3CBD-23CB-6B06B2C4FF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91AD8-77DA-E023-CE62-8DB5F66E06B6}"/>
              </a:ext>
            </a:extLst>
          </p:cNvPr>
          <p:cNvSpPr>
            <a:spLocks noGrp="1"/>
          </p:cNvSpPr>
          <p:nvPr>
            <p:ph type="dt" sz="half" idx="10"/>
          </p:nvPr>
        </p:nvSpPr>
        <p:spPr/>
        <p:txBody>
          <a:bodyPr/>
          <a:lstStyle/>
          <a:p>
            <a:fld id="{B9268321-C9E7-441E-8ECB-F5B48CA38B30}" type="datetimeFigureOut">
              <a:rPr lang="en-US" smtClean="0"/>
              <a:t>2/18/2026</a:t>
            </a:fld>
            <a:endParaRPr lang="en-US"/>
          </a:p>
        </p:txBody>
      </p:sp>
      <p:sp>
        <p:nvSpPr>
          <p:cNvPr id="5" name="Footer Placeholder 4">
            <a:extLst>
              <a:ext uri="{FF2B5EF4-FFF2-40B4-BE49-F238E27FC236}">
                <a16:creationId xmlns:a16="http://schemas.microsoft.com/office/drawing/2014/main" id="{3F1C62C2-A50D-B686-F94E-63E71CD7A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8FBBC1-AC3E-2F70-80F3-F31F052F84A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09366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98C326-4850-1342-F77B-8A9CFA2B50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17BE1D-65FF-135C-6662-09A7BCF03C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E94B37-9ED6-9087-1C2A-E654A453F1BD}"/>
              </a:ext>
            </a:extLst>
          </p:cNvPr>
          <p:cNvSpPr>
            <a:spLocks noGrp="1"/>
          </p:cNvSpPr>
          <p:nvPr>
            <p:ph type="dt" sz="half" idx="10"/>
          </p:nvPr>
        </p:nvSpPr>
        <p:spPr/>
        <p:txBody>
          <a:bodyPr/>
          <a:lstStyle/>
          <a:p>
            <a:fld id="{B9268321-C9E7-441E-8ECB-F5B48CA38B30}" type="datetimeFigureOut">
              <a:rPr lang="en-US" smtClean="0"/>
              <a:t>2/18/2026</a:t>
            </a:fld>
            <a:endParaRPr lang="en-US"/>
          </a:p>
        </p:txBody>
      </p:sp>
      <p:sp>
        <p:nvSpPr>
          <p:cNvPr id="5" name="Footer Placeholder 4">
            <a:extLst>
              <a:ext uri="{FF2B5EF4-FFF2-40B4-BE49-F238E27FC236}">
                <a16:creationId xmlns:a16="http://schemas.microsoft.com/office/drawing/2014/main" id="{B67920E9-EEE5-167B-DD70-3972F6A3C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742915-24C5-13A7-5B23-4A192DA2465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104715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10354D-51EE-E6D6-CC86-FEEF104B17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925FF8-2273-6FDB-FD37-C132E518F4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2069AE-095C-7EFB-19E6-EB28335555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268321-C9E7-441E-8ECB-F5B48CA38B30}" type="datetimeFigureOut">
              <a:rPr lang="en-US" smtClean="0"/>
              <a:t>2/18/2026</a:t>
            </a:fld>
            <a:endParaRPr lang="en-US"/>
          </a:p>
        </p:txBody>
      </p:sp>
      <p:sp>
        <p:nvSpPr>
          <p:cNvPr id="5" name="Footer Placeholder 4">
            <a:extLst>
              <a:ext uri="{FF2B5EF4-FFF2-40B4-BE49-F238E27FC236}">
                <a16:creationId xmlns:a16="http://schemas.microsoft.com/office/drawing/2014/main" id="{54A3A893-A31D-AEFC-084A-9F7122082C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1753884-7504-3E14-2818-7885D95322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004913-403C-4409-88C9-C8B79CC53BC2}" type="slidenum">
              <a:rPr lang="en-US" smtClean="0"/>
              <a:t>‹#›</a:t>
            </a:fld>
            <a:endParaRPr lang="en-US"/>
          </a:p>
        </p:txBody>
      </p:sp>
    </p:spTree>
    <p:extLst>
      <p:ext uri="{BB962C8B-B14F-4D97-AF65-F5344CB8AC3E}">
        <p14:creationId xmlns:p14="http://schemas.microsoft.com/office/powerpoint/2010/main" val="38547762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392AE-673E-92C5-303F-25E8450BD96A}"/>
              </a:ext>
            </a:extLst>
          </p:cNvPr>
          <p:cNvSpPr>
            <a:spLocks noGrp="1"/>
          </p:cNvSpPr>
          <p:nvPr>
            <p:ph type="ctrTitle"/>
          </p:nvPr>
        </p:nvSpPr>
        <p:spPr>
          <a:xfrm>
            <a:off x="230909" y="1122363"/>
            <a:ext cx="11240655" cy="2387600"/>
          </a:xfrm>
        </p:spPr>
        <p:txBody>
          <a:bodyPr>
            <a:normAutofit/>
          </a:bodyPr>
          <a:lstStyle/>
          <a:p>
            <a:r>
              <a:rPr lang="en-US"/>
              <a:t>AKS Deep Dive Workshop</a:t>
            </a:r>
            <a:br>
              <a:rPr lang="en-US"/>
            </a:br>
            <a:r>
              <a:rPr lang="en-US"/>
              <a:t>SECURITY</a:t>
            </a:r>
          </a:p>
        </p:txBody>
      </p:sp>
      <p:sp>
        <p:nvSpPr>
          <p:cNvPr id="3" name="Subtitle 2">
            <a:extLst>
              <a:ext uri="{FF2B5EF4-FFF2-40B4-BE49-F238E27FC236}">
                <a16:creationId xmlns:a16="http://schemas.microsoft.com/office/drawing/2014/main" id="{300EBB44-02B4-0E0C-DADA-EC740183DF9D}"/>
              </a:ext>
            </a:extLst>
          </p:cNvPr>
          <p:cNvSpPr>
            <a:spLocks noGrp="1"/>
          </p:cNvSpPr>
          <p:nvPr>
            <p:ph type="subTitle" idx="1"/>
          </p:nvPr>
        </p:nvSpPr>
        <p:spPr>
          <a:xfrm>
            <a:off x="1524000" y="4257820"/>
            <a:ext cx="9144000" cy="1655762"/>
          </a:xfrm>
        </p:spPr>
        <p:txBody>
          <a:bodyPr/>
          <a:lstStyle/>
          <a:p>
            <a:r>
              <a:rPr lang="en-US"/>
              <a:t>Faik Hakan Bilgen, </a:t>
            </a:r>
          </a:p>
          <a:p>
            <a:r>
              <a:rPr lang="en-US"/>
              <a:t>Sr. CSA, Microsoft</a:t>
            </a:r>
          </a:p>
        </p:txBody>
      </p:sp>
    </p:spTree>
    <p:extLst>
      <p:ext uri="{BB962C8B-B14F-4D97-AF65-F5344CB8AC3E}">
        <p14:creationId xmlns:p14="http://schemas.microsoft.com/office/powerpoint/2010/main" val="1785283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5C7DB3-6261-13BA-CFB6-51B82A8A706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EA9B969-ADD1-69B6-086B-02182DCFD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40BBD310-98A1-006F-FA3E-62BF86561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9D7232A9-8766-5242-39EC-AD57E25F1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D27CCCF-AE7A-25E7-BFFF-0DA25929D339}"/>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AKS Security</a:t>
            </a:r>
          </a:p>
        </p:txBody>
      </p:sp>
      <p:sp>
        <p:nvSpPr>
          <p:cNvPr id="13" name="Rectangle 12">
            <a:extLst>
              <a:ext uri="{FF2B5EF4-FFF2-40B4-BE49-F238E27FC236}">
                <a16:creationId xmlns:a16="http://schemas.microsoft.com/office/drawing/2014/main" id="{3443F645-2985-4A7F-5C56-219710EC8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2313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F7CCC1-DDF1-D430-D77F-BEA60F986197}"/>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DEA5C5-A22A-EA40-987A-A5AECB44E2B1}"/>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a:solidFill>
                  <a:srgbClr val="FFFFFF"/>
                </a:solidFill>
                <a:latin typeface="+mj-lt"/>
                <a:ea typeface="+mj-ea"/>
                <a:cs typeface="+mj-cs"/>
              </a:rPr>
              <a:t>Security Concepts</a:t>
            </a:r>
          </a:p>
        </p:txBody>
      </p:sp>
      <p:graphicFrame>
        <p:nvGraphicFramePr>
          <p:cNvPr id="39" name="TextBox 6">
            <a:extLst>
              <a:ext uri="{FF2B5EF4-FFF2-40B4-BE49-F238E27FC236}">
                <a16:creationId xmlns:a16="http://schemas.microsoft.com/office/drawing/2014/main" id="{7BFBBD4E-5D43-00AB-5ABE-B62AF857097C}"/>
              </a:ext>
            </a:extLst>
          </p:cNvPr>
          <p:cNvGraphicFramePr/>
          <p:nvPr>
            <p:extLst>
              <p:ext uri="{D42A27DB-BD31-4B8C-83A1-F6EECF244321}">
                <p14:modId xmlns:p14="http://schemas.microsoft.com/office/powerpoint/2010/main" val="2960991055"/>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56302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494C18-6102-EDEF-9FD4-C204AAE519F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F0AE3C3-DB58-B1D0-0754-14F762387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4DA29E-6C41-84E2-453C-E7E7F4D0B48A}"/>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Security Vulnerability Management</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60046A3E-6244-8C90-ED2F-D98F356472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7ED71E0-F9ED-A7B3-4BD2-4E83591DB7B2}"/>
              </a:ext>
            </a:extLst>
          </p:cNvPr>
          <p:cNvSpPr txBox="1"/>
          <p:nvPr/>
        </p:nvSpPr>
        <p:spPr>
          <a:xfrm>
            <a:off x="669036" y="2158538"/>
            <a:ext cx="10853928" cy="3855193"/>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Vulnerability management involves detecting, assessing, mitigating, and reporting on any security vulnerabilities that exist in an organization's systems and software. </a:t>
            </a:r>
          </a:p>
          <a:p>
            <a:pPr marL="57150">
              <a:lnSpc>
                <a:spcPct val="90000"/>
              </a:lnSpc>
              <a:spcBef>
                <a:spcPts val="600"/>
              </a:spcBef>
              <a:spcAft>
                <a:spcPts val="1200"/>
              </a:spcAft>
            </a:pPr>
            <a:r>
              <a:rPr lang="en-US" sz="2800"/>
              <a:t>Vulnerability management is a shared responsibility between you and Microsoft.</a:t>
            </a:r>
          </a:p>
        </p:txBody>
      </p:sp>
    </p:spTree>
    <p:extLst>
      <p:ext uri="{BB962C8B-B14F-4D97-AF65-F5344CB8AC3E}">
        <p14:creationId xmlns:p14="http://schemas.microsoft.com/office/powerpoint/2010/main" val="3152203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1F3C68-030A-1FD1-E4D3-6705BDFE68B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D0CEAAB-44B0-4C70-36EF-FF8054444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72CE16-0D70-BA13-5D3F-E401C4C33B88}"/>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Finding and Fixing Vulnerabilities</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B2950129-AFEC-31FF-73C0-1C4305858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E4E4CED-DAD0-F408-F44C-EB831E4B2D81}"/>
              </a:ext>
            </a:extLst>
          </p:cNvPr>
          <p:cNvSpPr txBox="1"/>
          <p:nvPr/>
        </p:nvSpPr>
        <p:spPr>
          <a:xfrm>
            <a:off x="667512" y="2055813"/>
            <a:ext cx="10853928" cy="964499"/>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Microsoft identifies and patches vulnerabilities and missing security updates for the following components:</a:t>
            </a:r>
          </a:p>
        </p:txBody>
      </p:sp>
      <p:sp>
        <p:nvSpPr>
          <p:cNvPr id="4" name="TextBox 3">
            <a:extLst>
              <a:ext uri="{FF2B5EF4-FFF2-40B4-BE49-F238E27FC236}">
                <a16:creationId xmlns:a16="http://schemas.microsoft.com/office/drawing/2014/main" id="{A30DEA1E-6B45-7C7C-7BA9-BA0C32A77EC7}"/>
              </a:ext>
            </a:extLst>
          </p:cNvPr>
          <p:cNvSpPr txBox="1"/>
          <p:nvPr/>
        </p:nvSpPr>
        <p:spPr>
          <a:xfrm>
            <a:off x="1600199" y="3379569"/>
            <a:ext cx="2694397" cy="830997"/>
          </a:xfrm>
          <a:prstGeom prst="rect">
            <a:avLst/>
          </a:prstGeom>
          <a:solidFill>
            <a:srgbClr val="EE0000"/>
          </a:solidFill>
          <a:ln w="19050">
            <a:solidFill>
              <a:srgbClr val="EE0000"/>
            </a:solidFill>
          </a:ln>
        </p:spPr>
        <p:txBody>
          <a:bodyPr wrap="square">
            <a:spAutoFit/>
          </a:bodyPr>
          <a:lstStyle/>
          <a:p>
            <a:pPr algn="ctr"/>
            <a:r>
              <a:rPr lang="en-US" sz="2400" b="1">
                <a:solidFill>
                  <a:schemeClr val="bg1"/>
                </a:solidFill>
                <a:latin typeface="Aptos" panose="020B0004020202020204" pitchFamily="34" charset="0"/>
              </a:rPr>
              <a:t>AKS Container Images</a:t>
            </a:r>
          </a:p>
        </p:txBody>
      </p:sp>
      <p:sp>
        <p:nvSpPr>
          <p:cNvPr id="7" name="TextBox 6">
            <a:extLst>
              <a:ext uri="{FF2B5EF4-FFF2-40B4-BE49-F238E27FC236}">
                <a16:creationId xmlns:a16="http://schemas.microsoft.com/office/drawing/2014/main" id="{2406FC0B-8856-70A3-E237-5BB0DEFA3DB2}"/>
              </a:ext>
            </a:extLst>
          </p:cNvPr>
          <p:cNvSpPr txBox="1"/>
          <p:nvPr/>
        </p:nvSpPr>
        <p:spPr>
          <a:xfrm>
            <a:off x="1600199" y="4756531"/>
            <a:ext cx="2694398" cy="830997"/>
          </a:xfrm>
          <a:prstGeom prst="rect">
            <a:avLst/>
          </a:prstGeom>
          <a:solidFill>
            <a:srgbClr val="0070C0"/>
          </a:solidFill>
          <a:ln w="19050">
            <a:solidFill>
              <a:schemeClr val="tx2">
                <a:lumMod val="75000"/>
                <a:lumOff val="25000"/>
              </a:schemeClr>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latin typeface="Aptos" panose="02110004020202020204"/>
                <a:ea typeface="+mn-ea"/>
                <a:cs typeface="+mn-cs"/>
              </a:rPr>
              <a:t>Ubuntu operating system</a:t>
            </a:r>
          </a:p>
        </p:txBody>
      </p:sp>
      <p:sp>
        <p:nvSpPr>
          <p:cNvPr id="9" name="TextBox 8">
            <a:extLst>
              <a:ext uri="{FF2B5EF4-FFF2-40B4-BE49-F238E27FC236}">
                <a16:creationId xmlns:a16="http://schemas.microsoft.com/office/drawing/2014/main" id="{09B6BAE4-1EC8-F5E2-F768-3F8AEE21347D}"/>
              </a:ext>
            </a:extLst>
          </p:cNvPr>
          <p:cNvSpPr txBox="1"/>
          <p:nvPr/>
        </p:nvSpPr>
        <p:spPr>
          <a:xfrm>
            <a:off x="5124235" y="3379569"/>
            <a:ext cx="3464960" cy="830997"/>
          </a:xfrm>
          <a:prstGeom prst="rect">
            <a:avLst/>
          </a:prstGeom>
          <a:solidFill>
            <a:srgbClr val="00B050"/>
          </a:solidFill>
          <a:ln w="19050">
            <a:solidFill>
              <a:srgbClr val="00B050"/>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latin typeface="Aptos" panose="02110004020202020204"/>
                <a:ea typeface="+mn-ea"/>
                <a:cs typeface="+mn-cs"/>
              </a:rPr>
              <a:t>Windows Server worker nodes</a:t>
            </a:r>
          </a:p>
        </p:txBody>
      </p:sp>
      <p:sp>
        <p:nvSpPr>
          <p:cNvPr id="13" name="TextBox 12">
            <a:extLst>
              <a:ext uri="{FF2B5EF4-FFF2-40B4-BE49-F238E27FC236}">
                <a16:creationId xmlns:a16="http://schemas.microsoft.com/office/drawing/2014/main" id="{45A1CC29-D387-61B4-16FA-5E941554A4DB}"/>
              </a:ext>
            </a:extLst>
          </p:cNvPr>
          <p:cNvSpPr txBox="1"/>
          <p:nvPr/>
        </p:nvSpPr>
        <p:spPr>
          <a:xfrm>
            <a:off x="5124235" y="4756531"/>
            <a:ext cx="3464961" cy="830997"/>
          </a:xfrm>
          <a:prstGeom prst="rect">
            <a:avLst/>
          </a:prstGeom>
          <a:solidFill>
            <a:schemeClr val="accent2">
              <a:lumMod val="75000"/>
            </a:schemeClr>
          </a:solidFill>
          <a:ln w="19050">
            <a:solidFill>
              <a:schemeClr val="accent2">
                <a:lumMod val="75000"/>
              </a:schemeClr>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latin typeface="Aptos" panose="02110004020202020204"/>
                <a:ea typeface="+mn-ea"/>
                <a:cs typeface="+mn-cs"/>
              </a:rPr>
              <a:t>Azure Linux OS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latin typeface="Aptos" panose="02110004020202020204"/>
                <a:ea typeface="+mn-ea"/>
                <a:cs typeface="+mn-cs"/>
              </a:rPr>
              <a:t>Nodes</a:t>
            </a:r>
          </a:p>
        </p:txBody>
      </p:sp>
    </p:spTree>
    <p:extLst>
      <p:ext uri="{BB962C8B-B14F-4D97-AF65-F5344CB8AC3E}">
        <p14:creationId xmlns:p14="http://schemas.microsoft.com/office/powerpoint/2010/main" val="1519119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768901-A26C-2B08-0849-DF9A64C9687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F384604-39C9-8D22-8D78-16051AE97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977160-EC01-F955-D2F2-84FF18F4C10D}"/>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AKS Container Images</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8D42C2A0-588D-3623-7444-27B03FDE9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20A8E59-96F7-3DDE-2DE1-20C762E4FCAB}"/>
              </a:ext>
            </a:extLst>
          </p:cNvPr>
          <p:cNvSpPr txBox="1"/>
          <p:nvPr/>
        </p:nvSpPr>
        <p:spPr>
          <a:xfrm>
            <a:off x="667512" y="2158553"/>
            <a:ext cx="10853928" cy="3033375"/>
          </a:xfrm>
          <a:prstGeom prst="rect">
            <a:avLst/>
          </a:prstGeom>
        </p:spPr>
        <p:txBody>
          <a:bodyPr vert="horz" lIns="91440" tIns="45720" rIns="91440" bIns="45720" rtlCol="0">
            <a:normAutofit/>
          </a:bodyPr>
          <a:lstStyle/>
          <a:p>
            <a:pPr marL="400050" indent="-342900">
              <a:lnSpc>
                <a:spcPct val="90000"/>
              </a:lnSpc>
              <a:spcBef>
                <a:spcPts val="600"/>
              </a:spcBef>
              <a:spcAft>
                <a:spcPts val="1200"/>
              </a:spcAft>
              <a:buFont typeface="Arial" panose="020B0604020202020204" pitchFamily="34" charset="0"/>
              <a:buChar char="•"/>
            </a:pPr>
            <a:r>
              <a:rPr lang="en-US" sz="2400"/>
              <a:t>Microsoft takes responsibility for building the open-source packages that is deployed on AKS</a:t>
            </a:r>
          </a:p>
          <a:p>
            <a:pPr marL="400050" indent="-342900">
              <a:lnSpc>
                <a:spcPct val="90000"/>
              </a:lnSpc>
              <a:spcBef>
                <a:spcPts val="600"/>
              </a:spcBef>
              <a:spcAft>
                <a:spcPts val="1200"/>
              </a:spcAft>
              <a:buFont typeface="Arial" panose="020B0604020202020204" pitchFamily="34" charset="0"/>
              <a:buChar char="•"/>
            </a:pPr>
            <a:r>
              <a:rPr lang="en-US" sz="2400"/>
              <a:t>Microsoft is active in the broader Kubernetes ecosystem</a:t>
            </a:r>
          </a:p>
          <a:p>
            <a:pPr marL="400050" indent="-342900">
              <a:lnSpc>
                <a:spcPct val="90000"/>
              </a:lnSpc>
              <a:spcBef>
                <a:spcPts val="600"/>
              </a:spcBef>
              <a:spcAft>
                <a:spcPts val="1200"/>
              </a:spcAft>
              <a:buFont typeface="Arial" panose="020B0604020202020204" pitchFamily="34" charset="0"/>
              <a:buChar char="•"/>
            </a:pPr>
            <a:r>
              <a:rPr lang="en-US" sz="2400"/>
              <a:t>Microsoft scans container images</a:t>
            </a:r>
          </a:p>
          <a:p>
            <a:pPr marL="400050" indent="-342900">
              <a:lnSpc>
                <a:spcPct val="90000"/>
              </a:lnSpc>
              <a:spcBef>
                <a:spcPts val="600"/>
              </a:spcBef>
              <a:spcAft>
                <a:spcPts val="1200"/>
              </a:spcAft>
              <a:buFont typeface="Arial" panose="020B0604020202020204" pitchFamily="34" charset="0"/>
              <a:buChar char="•"/>
            </a:pPr>
            <a:r>
              <a:rPr lang="en-US" sz="2400"/>
              <a:t>Microsoft discovers and updates vulnerabilities unknown to scanners </a:t>
            </a:r>
          </a:p>
        </p:txBody>
      </p:sp>
    </p:spTree>
    <p:extLst>
      <p:ext uri="{BB962C8B-B14F-4D97-AF65-F5344CB8AC3E}">
        <p14:creationId xmlns:p14="http://schemas.microsoft.com/office/powerpoint/2010/main" val="1822410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47FF0E-EEAC-7C8F-10CE-A8E08370265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037F8D9-6CAC-D3AD-82D4-692D324066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4E0E7A-16D3-A6D5-C8D4-AAEE6EE50A7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Security Vulnerability Management</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8C86BFAE-B1A0-0C5F-7BDD-131391BC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C4E5C80-BA1D-D222-4F69-832DA4EB7CE1}"/>
              </a:ext>
            </a:extLst>
          </p:cNvPr>
          <p:cNvSpPr txBox="1"/>
          <p:nvPr/>
        </p:nvSpPr>
        <p:spPr>
          <a:xfrm>
            <a:off x="4240504" y="2756901"/>
            <a:ext cx="2486654" cy="608483"/>
          </a:xfrm>
          <a:prstGeom prst="rect">
            <a:avLst/>
          </a:prstGeom>
        </p:spPr>
        <p:txBody>
          <a:bodyPr vert="horz" lIns="91440" tIns="45720" rIns="91440" bIns="45720" rtlCol="0">
            <a:normAutofit fontScale="92500"/>
          </a:bodyPr>
          <a:lstStyle/>
          <a:p>
            <a:pPr marL="57150">
              <a:lnSpc>
                <a:spcPct val="90000"/>
              </a:lnSpc>
              <a:spcBef>
                <a:spcPts val="600"/>
              </a:spcBef>
              <a:spcAft>
                <a:spcPts val="1200"/>
              </a:spcAft>
            </a:pPr>
            <a:r>
              <a:rPr lang="en-US" sz="2800" b="1"/>
              <a:t>Worker Nodes</a:t>
            </a:r>
          </a:p>
        </p:txBody>
      </p:sp>
      <p:sp>
        <p:nvSpPr>
          <p:cNvPr id="3" name="TextBox 2">
            <a:extLst>
              <a:ext uri="{FF2B5EF4-FFF2-40B4-BE49-F238E27FC236}">
                <a16:creationId xmlns:a16="http://schemas.microsoft.com/office/drawing/2014/main" id="{42A6C5A9-AEB7-A74E-BEC2-F4823054DC5B}"/>
              </a:ext>
            </a:extLst>
          </p:cNvPr>
          <p:cNvSpPr txBox="1"/>
          <p:nvPr/>
        </p:nvSpPr>
        <p:spPr>
          <a:xfrm>
            <a:off x="1094499" y="3902316"/>
            <a:ext cx="3898552" cy="646331"/>
          </a:xfrm>
          <a:prstGeom prst="rect">
            <a:avLst/>
          </a:prstGeom>
          <a:solidFill>
            <a:srgbClr val="0070C0"/>
          </a:solidFill>
          <a:ln w="19050">
            <a:solidFill>
              <a:schemeClr val="tx2">
                <a:lumMod val="75000"/>
                <a:lumOff val="25000"/>
              </a:schemeClr>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chemeClr val="bg1"/>
                </a:solidFill>
                <a:effectLst/>
                <a:uLnTx/>
                <a:uFillTx/>
                <a:latin typeface="Aptos" panose="02110004020202020204"/>
                <a:ea typeface="+mn-ea"/>
                <a:cs typeface="+mn-cs"/>
              </a:rPr>
              <a:t>Linux Nodes</a:t>
            </a:r>
          </a:p>
        </p:txBody>
      </p:sp>
      <p:sp>
        <p:nvSpPr>
          <p:cNvPr id="4" name="TextBox 3">
            <a:extLst>
              <a:ext uri="{FF2B5EF4-FFF2-40B4-BE49-F238E27FC236}">
                <a16:creationId xmlns:a16="http://schemas.microsoft.com/office/drawing/2014/main" id="{104A1DFD-1F8E-4CFE-0A01-340529AB97AF}"/>
              </a:ext>
            </a:extLst>
          </p:cNvPr>
          <p:cNvSpPr txBox="1"/>
          <p:nvPr/>
        </p:nvSpPr>
        <p:spPr>
          <a:xfrm>
            <a:off x="6084014" y="3902316"/>
            <a:ext cx="5013487" cy="646331"/>
          </a:xfrm>
          <a:prstGeom prst="rect">
            <a:avLst/>
          </a:prstGeom>
          <a:solidFill>
            <a:srgbClr val="00B050"/>
          </a:solidFill>
          <a:ln w="19050">
            <a:solidFill>
              <a:srgbClr val="00B050"/>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chemeClr val="bg1"/>
                </a:solidFill>
                <a:effectLst/>
                <a:uLnTx/>
                <a:uFillTx/>
                <a:latin typeface="Aptos" panose="02110004020202020204"/>
                <a:ea typeface="+mn-ea"/>
                <a:cs typeface="+mn-cs"/>
              </a:rPr>
              <a:t>Windows Server Nodes</a:t>
            </a:r>
          </a:p>
        </p:txBody>
      </p:sp>
    </p:spTree>
    <p:extLst>
      <p:ext uri="{BB962C8B-B14F-4D97-AF65-F5344CB8AC3E}">
        <p14:creationId xmlns:p14="http://schemas.microsoft.com/office/powerpoint/2010/main" val="2106305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F5E499-DA95-C3F1-3A01-A300B347BF6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CD88B3A-721D-2F7A-0018-B6024ED573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387AF1-CF2E-500F-EC9E-BF681454B00C}"/>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Vulnerability Classification</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7DB51671-90DB-0432-0563-BD2B6CB29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97A21CD0-5B97-4B24-3B96-CFDAEF46DD5B}"/>
              </a:ext>
            </a:extLst>
          </p:cNvPr>
          <p:cNvGraphicFramePr>
            <a:graphicFrameLocks noGrp="1"/>
          </p:cNvGraphicFramePr>
          <p:nvPr>
            <p:extLst>
              <p:ext uri="{D42A27DB-BD31-4B8C-83A1-F6EECF244321}">
                <p14:modId xmlns:p14="http://schemas.microsoft.com/office/powerpoint/2010/main" val="2498633832"/>
              </p:ext>
            </p:extLst>
          </p:nvPr>
        </p:nvGraphicFramePr>
        <p:xfrm>
          <a:off x="468329" y="2372982"/>
          <a:ext cx="11326403" cy="2443030"/>
        </p:xfrm>
        <a:graphic>
          <a:graphicData uri="http://schemas.openxmlformats.org/drawingml/2006/table">
            <a:tbl>
              <a:tblPr/>
              <a:tblGrid>
                <a:gridCol w="1000875">
                  <a:extLst>
                    <a:ext uri="{9D8B030D-6E8A-4147-A177-3AD203B41FA5}">
                      <a16:colId xmlns:a16="http://schemas.microsoft.com/office/drawing/2014/main" val="2105486670"/>
                    </a:ext>
                  </a:extLst>
                </a:gridCol>
                <a:gridCol w="10325528">
                  <a:extLst>
                    <a:ext uri="{9D8B030D-6E8A-4147-A177-3AD203B41FA5}">
                      <a16:colId xmlns:a16="http://schemas.microsoft.com/office/drawing/2014/main" val="3402482581"/>
                    </a:ext>
                  </a:extLst>
                </a:gridCol>
              </a:tblGrid>
              <a:tr h="198778">
                <a:tc>
                  <a:txBody>
                    <a:bodyPr/>
                    <a:lstStyle/>
                    <a:p>
                      <a:pPr algn="l" fontAlgn="t">
                        <a:buNone/>
                      </a:pPr>
                      <a:r>
                        <a:rPr lang="en-US" sz="1800" b="1">
                          <a:effectLst/>
                        </a:rPr>
                        <a:t>Severity</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b="1">
                          <a:effectLst/>
                        </a:rPr>
                        <a:t>Description</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595859626"/>
                  </a:ext>
                </a:extLst>
              </a:tr>
              <a:tr h="347861">
                <a:tc>
                  <a:txBody>
                    <a:bodyPr/>
                    <a:lstStyle/>
                    <a:p>
                      <a:pPr algn="l" fontAlgn="t">
                        <a:buNone/>
                      </a:pPr>
                      <a:r>
                        <a:rPr lang="en-US" sz="1800">
                          <a:effectLst/>
                        </a:rPr>
                        <a:t>Critical</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A vulnerability easily exploitable in all clusters by an unauthenticated remote attacker that leads to full system compromise.</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199883463"/>
                  </a:ext>
                </a:extLst>
              </a:tr>
              <a:tr h="347861">
                <a:tc>
                  <a:txBody>
                    <a:bodyPr/>
                    <a:lstStyle/>
                    <a:p>
                      <a:pPr algn="l" fontAlgn="t">
                        <a:buNone/>
                      </a:pPr>
                      <a:r>
                        <a:rPr lang="en-US" sz="1800">
                          <a:effectLst/>
                        </a:rPr>
                        <a:t>High</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A vulnerability easily exploitable for many clusters that leads to loss of confidentiality, integrity, or availability.</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269763969"/>
                  </a:ext>
                </a:extLst>
              </a:tr>
              <a:tr h="496944">
                <a:tc>
                  <a:txBody>
                    <a:bodyPr/>
                    <a:lstStyle/>
                    <a:p>
                      <a:pPr algn="l" fontAlgn="t">
                        <a:buNone/>
                      </a:pPr>
                      <a:r>
                        <a:rPr lang="en-US" sz="1800">
                          <a:effectLst/>
                        </a:rPr>
                        <a:t>Medium</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A vulnerability exploitable for some clusters where loss of confidentiality, integrity, or availability is limited by common configurations, difficulty of the exploit itself, required access, or user interaction.</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72702680"/>
                  </a:ext>
                </a:extLst>
              </a:tr>
              <a:tr h="198778">
                <a:tc>
                  <a:txBody>
                    <a:bodyPr/>
                    <a:lstStyle/>
                    <a:p>
                      <a:pPr algn="l" fontAlgn="t">
                        <a:buNone/>
                      </a:pPr>
                      <a:r>
                        <a:rPr lang="en-US" sz="1800">
                          <a:effectLst/>
                        </a:rPr>
                        <a:t>Low</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All other vulnerabilities. Exploitation is unlikely or consequences of exploitation are limited.</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928508942"/>
                  </a:ext>
                </a:extLst>
              </a:tr>
            </a:tbl>
          </a:graphicData>
        </a:graphic>
      </p:graphicFrame>
      <p:sp>
        <p:nvSpPr>
          <p:cNvPr id="8" name="TextBox 7">
            <a:extLst>
              <a:ext uri="{FF2B5EF4-FFF2-40B4-BE49-F238E27FC236}">
                <a16:creationId xmlns:a16="http://schemas.microsoft.com/office/drawing/2014/main" id="{FF91DC5C-C5D5-BD5E-4BBC-286D6342B4A8}"/>
              </a:ext>
            </a:extLst>
          </p:cNvPr>
          <p:cNvSpPr txBox="1"/>
          <p:nvPr/>
        </p:nvSpPr>
        <p:spPr>
          <a:xfrm>
            <a:off x="387850" y="4995961"/>
            <a:ext cx="4256069" cy="338554"/>
          </a:xfrm>
          <a:prstGeom prst="rect">
            <a:avLst/>
          </a:prstGeom>
          <a:noFill/>
        </p:spPr>
        <p:txBody>
          <a:bodyPr wrap="square">
            <a:spAutoFit/>
          </a:bodyPr>
          <a:lstStyle/>
          <a:p>
            <a:r>
              <a:rPr lang="en-US" sz="1600" b="1"/>
              <a:t>Kubernetes vulnerability scoring system</a:t>
            </a:r>
          </a:p>
        </p:txBody>
      </p:sp>
    </p:spTree>
    <p:extLst>
      <p:ext uri="{BB962C8B-B14F-4D97-AF65-F5344CB8AC3E}">
        <p14:creationId xmlns:p14="http://schemas.microsoft.com/office/powerpoint/2010/main" val="2401619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9C2DA5-5308-3F24-CA60-094300E7A3E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8A9BB4-F7AD-0E04-392D-7112EBFC24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4E9542-BF3F-DF78-2791-CEDBC2A37EA6}"/>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Security Baseline</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79363150-8280-6536-B37A-ACFC28663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9C5C387-43C8-C692-F176-13A97168ADF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377011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FF0838-3C71-0400-7685-F824BA8C9D5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80EE80-57F4-7C1E-81A7-1C6CD47BB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791EDF-7A9B-3518-693A-3568EA0FD4A8}"/>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Confidential Containers Security Policy</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499C5107-3220-561C-FE99-7DB05D51F5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4A8A39B-C58C-D237-D3EA-B5F38785D384}"/>
              </a:ext>
            </a:extLst>
          </p:cNvPr>
          <p:cNvSpPr txBox="1"/>
          <p:nvPr/>
        </p:nvSpPr>
        <p:spPr>
          <a:xfrm>
            <a:off x="277402" y="1929282"/>
            <a:ext cx="11414726" cy="4656453"/>
          </a:xfrm>
          <a:prstGeom prst="rect">
            <a:avLst/>
          </a:prstGeom>
        </p:spPr>
        <p:txBody>
          <a:bodyPr vert="horz" lIns="91440" tIns="45720" rIns="91440" bIns="45720" rtlCol="0">
            <a:normAutofit/>
          </a:bodyPr>
          <a:lstStyle/>
          <a:p>
            <a:pPr marL="57150"/>
            <a:r>
              <a:rPr lang="en-US" sz="2400"/>
              <a:t>As described by the Confidential Computing Consortium (CCC), </a:t>
            </a:r>
          </a:p>
          <a:p>
            <a:pPr marL="57150"/>
            <a:r>
              <a:rPr lang="en-US" sz="2400"/>
              <a:t>"Confidential Computing is the protection of data in use by performing computation in a hardware-based, attested Trusted Execution Environment (TEE)." </a:t>
            </a:r>
          </a:p>
          <a:p>
            <a:pPr marL="57150"/>
            <a:endParaRPr lang="en-US" sz="2400"/>
          </a:p>
          <a:p>
            <a:pPr marL="57150"/>
            <a:r>
              <a:rPr lang="en-US" sz="2400"/>
              <a:t>AKS </a:t>
            </a:r>
            <a:r>
              <a:rPr lang="en-US" sz="2400" b="1"/>
              <a:t>Confidential Containers </a:t>
            </a:r>
            <a:r>
              <a:rPr lang="en-US" sz="2400"/>
              <a:t>are designed to protect Kubernetes pods data in use from unauthorized access from outside of these pods. Each pod is executed in a </a:t>
            </a:r>
            <a:r>
              <a:rPr lang="en-US" sz="2400" b="1"/>
              <a:t>Utility VM (UVM) </a:t>
            </a:r>
            <a:r>
              <a:rPr lang="en-US" sz="2400"/>
              <a:t>protected by the AMD SEV-SNP TEE by encrypting data in use and prevent access to the data by the Host Operating System (OS). </a:t>
            </a:r>
          </a:p>
          <a:p>
            <a:pPr marL="57150"/>
            <a:endParaRPr lang="en-US" sz="2400"/>
          </a:p>
          <a:p>
            <a:pPr marL="57150"/>
            <a:r>
              <a:rPr lang="en-US" sz="2400"/>
              <a:t>Microsoft engineers collaborated with the </a:t>
            </a:r>
            <a:r>
              <a:rPr lang="en-US" sz="2400" b="1"/>
              <a:t>Confidential Containers </a:t>
            </a:r>
            <a:r>
              <a:rPr lang="en-US" sz="2400"/>
              <a:t>(</a:t>
            </a:r>
            <a:r>
              <a:rPr lang="en-US" sz="2400" err="1"/>
              <a:t>CoCo</a:t>
            </a:r>
            <a:r>
              <a:rPr lang="en-US" sz="2400"/>
              <a:t>) and </a:t>
            </a:r>
            <a:r>
              <a:rPr lang="en-US" sz="2400" b="1"/>
              <a:t>Kata Containers</a:t>
            </a:r>
            <a:r>
              <a:rPr lang="en-US" sz="2400"/>
              <a:t> open-source communities on the design and implementation of the Confidential Containers.</a:t>
            </a:r>
          </a:p>
        </p:txBody>
      </p:sp>
    </p:spTree>
    <p:extLst>
      <p:ext uri="{BB962C8B-B14F-4D97-AF65-F5344CB8AC3E}">
        <p14:creationId xmlns:p14="http://schemas.microsoft.com/office/powerpoint/2010/main" val="2477646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D44CB7-47B7-2624-F34B-C5B5521C0E71}"/>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C2397D9-EF84-75CC-8710-59B0EE00F9F2}"/>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Confidential Containers Security Policy</a:t>
            </a:r>
          </a:p>
        </p:txBody>
      </p:sp>
      <p:pic>
        <p:nvPicPr>
          <p:cNvPr id="3" name="Picture 2" descr="Diagram of the AKS Confidential Containers security policy model.">
            <a:extLst>
              <a:ext uri="{FF2B5EF4-FFF2-40B4-BE49-F238E27FC236}">
                <a16:creationId xmlns:a16="http://schemas.microsoft.com/office/drawing/2014/main" id="{0DC5FB25-7985-0D25-C34C-C0DED68A0531}"/>
              </a:ext>
            </a:extLst>
          </p:cNvPr>
          <p:cNvPicPr>
            <a:picLocks noChangeAspect="1"/>
          </p:cNvPicPr>
          <p:nvPr/>
        </p:nvPicPr>
        <p:blipFill>
          <a:blip r:embed="rId3"/>
          <a:stretch>
            <a:fillRect/>
          </a:stretch>
        </p:blipFill>
        <p:spPr>
          <a:xfrm>
            <a:off x="4184183" y="205483"/>
            <a:ext cx="7764662" cy="6367022"/>
          </a:xfrm>
          <a:prstGeom prst="rect">
            <a:avLst/>
          </a:prstGeom>
        </p:spPr>
      </p:pic>
      <p:sp>
        <p:nvSpPr>
          <p:cNvPr id="4" name="Rectangle 3">
            <a:extLst>
              <a:ext uri="{FF2B5EF4-FFF2-40B4-BE49-F238E27FC236}">
                <a16:creationId xmlns:a16="http://schemas.microsoft.com/office/drawing/2014/main" id="{59EA2BE1-4662-2F3E-B62F-712A51E7DE39}"/>
              </a:ext>
            </a:extLst>
          </p:cNvPr>
          <p:cNvSpPr/>
          <p:nvPr/>
        </p:nvSpPr>
        <p:spPr>
          <a:xfrm>
            <a:off x="8418271" y="1273998"/>
            <a:ext cx="1177792" cy="472611"/>
          </a:xfrm>
          <a:prstGeom prst="rect">
            <a:avLst/>
          </a:prstGeom>
          <a:noFill/>
          <a:ln>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7954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4B4B87-9DA8-9CA9-7BB6-1915C2452A22}"/>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54C9920-5BC8-8043-1634-10FB56C7D4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8805FA3-2F83-AF5B-62BC-B6E876CF7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0B14D18-980C-AD2E-6914-CD815FF95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EF76A39-5774-DB29-9976-48F7A094FC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149B054F-1F3D-E904-DC6D-B142C779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CA9EE9A-6785-B5A8-9D87-EEDC9A0DAE76}"/>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Policy </a:t>
            </a:r>
            <a:br>
              <a:rPr lang="en-US" sz="4000" kern="1200">
                <a:solidFill>
                  <a:srgbClr val="FFFFFF"/>
                </a:solidFill>
                <a:latin typeface="+mj-lt"/>
                <a:ea typeface="+mj-ea"/>
                <a:cs typeface="+mj-cs"/>
              </a:rPr>
            </a:br>
            <a:r>
              <a:rPr lang="en-US" sz="4000" kern="1200">
                <a:solidFill>
                  <a:srgbClr val="FFFFFF"/>
                </a:solidFill>
                <a:latin typeface="+mj-lt"/>
                <a:ea typeface="+mj-ea"/>
                <a:cs typeface="+mj-cs"/>
              </a:rPr>
              <a:t>Contents</a:t>
            </a:r>
          </a:p>
        </p:txBody>
      </p:sp>
      <p:pic>
        <p:nvPicPr>
          <p:cNvPr id="6" name="Picture 5">
            <a:extLst>
              <a:ext uri="{FF2B5EF4-FFF2-40B4-BE49-F238E27FC236}">
                <a16:creationId xmlns:a16="http://schemas.microsoft.com/office/drawing/2014/main" id="{5D98CDE9-BD33-2A90-6DDE-DB98E8249304}"/>
              </a:ext>
            </a:extLst>
          </p:cNvPr>
          <p:cNvPicPr>
            <a:picLocks noChangeAspect="1"/>
          </p:cNvPicPr>
          <p:nvPr/>
        </p:nvPicPr>
        <p:blipFill>
          <a:blip r:embed="rId3"/>
          <a:stretch>
            <a:fillRect/>
          </a:stretch>
        </p:blipFill>
        <p:spPr>
          <a:xfrm>
            <a:off x="6096000" y="319330"/>
            <a:ext cx="4355454" cy="2585323"/>
          </a:xfrm>
          <a:prstGeom prst="rect">
            <a:avLst/>
          </a:prstGeom>
          <a:ln w="3175">
            <a:solidFill>
              <a:schemeClr val="tx1"/>
            </a:solidFill>
          </a:ln>
        </p:spPr>
      </p:pic>
      <p:sp>
        <p:nvSpPr>
          <p:cNvPr id="8" name="TextBox 7">
            <a:extLst>
              <a:ext uri="{FF2B5EF4-FFF2-40B4-BE49-F238E27FC236}">
                <a16:creationId xmlns:a16="http://schemas.microsoft.com/office/drawing/2014/main" id="{85F14FB2-DC2C-071F-AB45-3F3092A4D28D}"/>
              </a:ext>
            </a:extLst>
          </p:cNvPr>
          <p:cNvSpPr txBox="1"/>
          <p:nvPr/>
        </p:nvSpPr>
        <p:spPr>
          <a:xfrm>
            <a:off x="4495806" y="3437909"/>
            <a:ext cx="3552355" cy="2585323"/>
          </a:xfrm>
          <a:prstGeom prst="rect">
            <a:avLst/>
          </a:prstGeom>
          <a:noFill/>
          <a:ln w="3175">
            <a:solidFill>
              <a:schemeClr val="tx1"/>
            </a:solidFill>
          </a:ln>
        </p:spPr>
        <p:txBody>
          <a:bodyPr wrap="square">
            <a:spAutoFit/>
          </a:bodyPr>
          <a:lstStyle/>
          <a:p>
            <a:r>
              <a:rPr lang="en-US"/>
              <a:t>The security policy describes all the calls to agent’s </a:t>
            </a:r>
            <a:r>
              <a:rPr lang="en-US" err="1"/>
              <a:t>ttrpc</a:t>
            </a:r>
            <a:r>
              <a:rPr lang="en-US"/>
              <a:t> APIs (and the parameters of these API calls) that are expected for creating and managing the Confidential pod. </a:t>
            </a:r>
          </a:p>
          <a:p>
            <a:endParaRPr lang="en-US"/>
          </a:p>
          <a:p>
            <a:r>
              <a:rPr lang="en-US"/>
              <a:t>The policy document of each pod is a text file, using the Rego language. </a:t>
            </a:r>
          </a:p>
        </p:txBody>
      </p:sp>
      <p:sp>
        <p:nvSpPr>
          <p:cNvPr id="12" name="TextBox 11">
            <a:extLst>
              <a:ext uri="{FF2B5EF4-FFF2-40B4-BE49-F238E27FC236}">
                <a16:creationId xmlns:a16="http://schemas.microsoft.com/office/drawing/2014/main" id="{E74230B0-4FD0-E92E-95AC-57C76E5277A0}"/>
              </a:ext>
            </a:extLst>
          </p:cNvPr>
          <p:cNvSpPr txBox="1"/>
          <p:nvPr/>
        </p:nvSpPr>
        <p:spPr>
          <a:xfrm>
            <a:off x="8503225" y="4472878"/>
            <a:ext cx="3324070" cy="461665"/>
          </a:xfrm>
          <a:prstGeom prst="rect">
            <a:avLst/>
          </a:prstGeom>
          <a:solidFill>
            <a:srgbClr val="0070C0"/>
          </a:solidFill>
          <a:ln w="19050">
            <a:solidFill>
              <a:schemeClr val="tx2">
                <a:lumMod val="75000"/>
                <a:lumOff val="25000"/>
              </a:schemeClr>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latin typeface="Aptos" panose="02110004020202020204"/>
                <a:ea typeface="+mn-ea"/>
                <a:cs typeface="+mn-cs"/>
              </a:rPr>
              <a:t>Rules</a:t>
            </a:r>
          </a:p>
        </p:txBody>
      </p:sp>
      <p:sp>
        <p:nvSpPr>
          <p:cNvPr id="13" name="TextBox 12">
            <a:extLst>
              <a:ext uri="{FF2B5EF4-FFF2-40B4-BE49-F238E27FC236}">
                <a16:creationId xmlns:a16="http://schemas.microsoft.com/office/drawing/2014/main" id="{027EBA2C-B6F4-996A-6960-54380EA43FC9}"/>
              </a:ext>
            </a:extLst>
          </p:cNvPr>
          <p:cNvSpPr txBox="1"/>
          <p:nvPr/>
        </p:nvSpPr>
        <p:spPr>
          <a:xfrm>
            <a:off x="8503225" y="3622111"/>
            <a:ext cx="3324070" cy="461665"/>
          </a:xfrm>
          <a:prstGeom prst="rect">
            <a:avLst/>
          </a:prstGeom>
          <a:solidFill>
            <a:srgbClr val="00B050"/>
          </a:solidFill>
          <a:ln w="19050">
            <a:solidFill>
              <a:srgbClr val="00B050"/>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latin typeface="Aptos" panose="02110004020202020204"/>
                <a:ea typeface="+mn-ea"/>
                <a:cs typeface="+mn-cs"/>
              </a:rPr>
              <a:t>Data</a:t>
            </a:r>
          </a:p>
        </p:txBody>
      </p:sp>
      <p:sp>
        <p:nvSpPr>
          <p:cNvPr id="14" name="TextBox 13">
            <a:extLst>
              <a:ext uri="{FF2B5EF4-FFF2-40B4-BE49-F238E27FC236}">
                <a16:creationId xmlns:a16="http://schemas.microsoft.com/office/drawing/2014/main" id="{D16377C2-6A25-DA62-73B7-84E4E89E5226}"/>
              </a:ext>
            </a:extLst>
          </p:cNvPr>
          <p:cNvSpPr txBox="1"/>
          <p:nvPr/>
        </p:nvSpPr>
        <p:spPr>
          <a:xfrm>
            <a:off x="8530975" y="5323645"/>
            <a:ext cx="3291144" cy="461665"/>
          </a:xfrm>
          <a:prstGeom prst="rect">
            <a:avLst/>
          </a:prstGeom>
          <a:solidFill>
            <a:srgbClr val="EE0000"/>
          </a:solidFill>
          <a:ln w="19050">
            <a:solidFill>
              <a:srgbClr val="EE0000"/>
            </a:solidFill>
          </a:ln>
        </p:spPr>
        <p:txBody>
          <a:bodyPr wrap="square">
            <a:spAutoFit/>
          </a:bodyPr>
          <a:lstStyle/>
          <a:p>
            <a:pPr algn="ctr"/>
            <a:r>
              <a:rPr lang="en-US" sz="2400" b="1">
                <a:solidFill>
                  <a:schemeClr val="bg1"/>
                </a:solidFill>
                <a:latin typeface="Aptos" panose="020B0004020202020204" pitchFamily="34" charset="0"/>
              </a:rPr>
              <a:t>Default values</a:t>
            </a:r>
          </a:p>
        </p:txBody>
      </p:sp>
    </p:spTree>
    <p:extLst>
      <p:ext uri="{BB962C8B-B14F-4D97-AF65-F5344CB8AC3E}">
        <p14:creationId xmlns:p14="http://schemas.microsoft.com/office/powerpoint/2010/main" val="2930503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87A60D-FD90-67FB-8609-7A5014AF49E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F474E80-1FEE-3FFA-43AD-FD252D391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6F084CD-AA54-1B3F-84F2-0E8BB21CB0F6}"/>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5577F92-3A00-A7F9-E4FA-3091EE66847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Rego Policy Language</a:t>
            </a:r>
            <a:endParaRPr lang="en-US" sz="2400" kern="120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310DB586-856C-8886-B553-9BF4223BF2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24560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D0CE98-898D-F543-A607-9D407F9CCE9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9C9C72F-67E0-D6A1-C2DE-A2D2DA660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186322-51D8-C634-EAED-519722EBAE1A}"/>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Security Controls by Azure Policy</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D57EFAA0-3116-99D6-8212-933F14FE6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68D2262-2771-47B9-499A-88D6B9AE27C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27594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BA5808-220F-6CF6-A1D0-73F8AB7FCBC2}"/>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F6B5A8A-949F-AD97-00C5-A0FAA2E457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D139F31B-C8CF-3E1B-FA1F-CD5EDF451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5D1E355D-D219-D1DD-E4F4-83E4F73BEC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284B9DB-35FB-BC1F-9BE3-AEEFC1A53A55}"/>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Container Security</a:t>
            </a:r>
          </a:p>
        </p:txBody>
      </p:sp>
      <p:sp>
        <p:nvSpPr>
          <p:cNvPr id="13" name="Rectangle 12">
            <a:extLst>
              <a:ext uri="{FF2B5EF4-FFF2-40B4-BE49-F238E27FC236}">
                <a16:creationId xmlns:a16="http://schemas.microsoft.com/office/drawing/2014/main" id="{C75D472D-5271-1E4E-5947-6594573CFF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0991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2370D2-7E60-3471-345C-415504C5718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DE3F915-96CA-148F-41D4-95E754F143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3A609E-77A2-AC17-3CE7-4F7978F0E5F8}"/>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Defender for Containers Overview</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DEEE2DDF-282C-AB0A-9F77-C7811240B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BD11F4A-BBA0-3D8B-DCB4-B020052336C4}"/>
              </a:ext>
            </a:extLst>
          </p:cNvPr>
          <p:cNvSpPr txBox="1"/>
          <p:nvPr/>
        </p:nvSpPr>
        <p:spPr>
          <a:xfrm>
            <a:off x="390418" y="2446214"/>
            <a:ext cx="11301710" cy="3855193"/>
          </a:xfrm>
          <a:prstGeom prst="rect">
            <a:avLst/>
          </a:prstGeom>
        </p:spPr>
        <p:txBody>
          <a:bodyPr vert="horz" lIns="91440" tIns="45720" rIns="91440" bIns="45720" rtlCol="0">
            <a:normAutofit/>
          </a:bodyPr>
          <a:lstStyle/>
          <a:p>
            <a:pPr marL="514350" indent="-457200">
              <a:lnSpc>
                <a:spcPct val="90000"/>
              </a:lnSpc>
              <a:spcBef>
                <a:spcPts val="600"/>
              </a:spcBef>
              <a:spcAft>
                <a:spcPts val="1200"/>
              </a:spcAft>
              <a:buFont typeface="Arial" panose="020B0604020202020204" pitchFamily="34" charset="0"/>
              <a:buChar char="•"/>
            </a:pPr>
            <a:r>
              <a:rPr lang="en-US" sz="2800"/>
              <a:t>Microsoft Defender for Containers is a cloud-native solution that enhances, monitors, and maintains the security of your containerized assets. </a:t>
            </a:r>
          </a:p>
          <a:p>
            <a:pPr marL="514350" indent="-457200">
              <a:lnSpc>
                <a:spcPct val="90000"/>
              </a:lnSpc>
              <a:spcBef>
                <a:spcPts val="600"/>
              </a:spcBef>
              <a:spcAft>
                <a:spcPts val="1200"/>
              </a:spcAft>
              <a:buFont typeface="Arial" panose="020B0604020202020204" pitchFamily="34" charset="0"/>
              <a:buChar char="•"/>
            </a:pPr>
            <a:r>
              <a:rPr lang="en-US" sz="2800"/>
              <a:t>These assets include Kubernetes clusters, nodes, workloads, registries, images, and more. It protects applications across </a:t>
            </a:r>
            <a:r>
              <a:rPr lang="en-US" sz="2800" err="1"/>
              <a:t>multicloud</a:t>
            </a:r>
            <a:r>
              <a:rPr lang="en-US" sz="2800"/>
              <a:t> and on-premises environments.</a:t>
            </a:r>
          </a:p>
        </p:txBody>
      </p:sp>
    </p:spTree>
    <p:extLst>
      <p:ext uri="{BB962C8B-B14F-4D97-AF65-F5344CB8AC3E}">
        <p14:creationId xmlns:p14="http://schemas.microsoft.com/office/powerpoint/2010/main" val="2913000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154B99-AEFD-F0D4-78AD-D25641D3A3CB}"/>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ED1BFA-F4EE-94B9-3263-198A2EC3B11C}"/>
              </a:ext>
            </a:extLst>
          </p:cNvPr>
          <p:cNvSpPr>
            <a:spLocks noGrp="1"/>
          </p:cNvSpPr>
          <p:nvPr>
            <p:ph type="title"/>
          </p:nvPr>
        </p:nvSpPr>
        <p:spPr>
          <a:xfrm>
            <a:off x="479394" y="1070800"/>
            <a:ext cx="3939688" cy="5583126"/>
          </a:xfrm>
        </p:spPr>
        <p:txBody>
          <a:bodyPr vert="horz" lIns="91440" tIns="45720" rIns="91440" bIns="45720" rtlCol="0" anchor="ctr">
            <a:normAutofit/>
          </a:bodyPr>
          <a:lstStyle/>
          <a:p>
            <a:pPr algn="r"/>
            <a:r>
              <a:rPr lang="en-US" sz="7400" kern="1200">
                <a:solidFill>
                  <a:schemeClr val="tx1"/>
                </a:solidFill>
                <a:latin typeface="+mj-lt"/>
                <a:ea typeface="+mj-ea"/>
                <a:cs typeface="+mj-cs"/>
              </a:rPr>
              <a:t>5 Core Domains of Container Security</a:t>
            </a:r>
          </a:p>
        </p:txBody>
      </p:sp>
      <p:cxnSp>
        <p:nvCxnSpPr>
          <p:cNvPr id="20" name="Straight Connector 19">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4" name="TextBox 3">
            <a:extLst>
              <a:ext uri="{FF2B5EF4-FFF2-40B4-BE49-F238E27FC236}">
                <a16:creationId xmlns:a16="http://schemas.microsoft.com/office/drawing/2014/main" id="{091E8E8A-9B63-1BD0-2135-BAEF4111BD35}"/>
              </a:ext>
            </a:extLst>
          </p:cNvPr>
          <p:cNvGraphicFramePr/>
          <p:nvPr>
            <p:extLst>
              <p:ext uri="{D42A27DB-BD31-4B8C-83A1-F6EECF244321}">
                <p14:modId xmlns:p14="http://schemas.microsoft.com/office/powerpoint/2010/main" val="309152409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38219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E97165-DCEB-34B3-96D4-F9C1B97258C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DB989F-24BA-AB33-C933-FE61F2E19B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CE85DA-99C9-5A70-9812-9BF77DEDAF7F}"/>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Enable Defender for Containers</a:t>
            </a:r>
          </a:p>
        </p:txBody>
      </p:sp>
      <p:sp>
        <p:nvSpPr>
          <p:cNvPr id="12" name="sketch line">
            <a:extLst>
              <a:ext uri="{FF2B5EF4-FFF2-40B4-BE49-F238E27FC236}">
                <a16:creationId xmlns:a16="http://schemas.microsoft.com/office/drawing/2014/main" id="{72D1CB1B-A969-4300-5F98-44384A8F57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0896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BA1177-6CFF-695D-B855-91545CA0F0D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3C2FBF2-DCA5-9765-6705-434177A992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87624F7-3967-AA9B-CC69-E5C3447C3491}"/>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F74E0BB-ABB5-76A7-F5BC-D78284D4C59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Deploy Defender for Containers Deployment Overview</a:t>
            </a:r>
            <a:endParaRPr lang="en-US" sz="2400" kern="120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85847363-10C7-DFE6-E56E-210850475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6134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137076-3DED-1CFD-BF9B-C1E55A52BCD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C98FD2C-4861-55EE-CAE3-0627FD5A0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52C503-43D5-A3C4-B57C-86BC908D5A04}"/>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Confidential Containers overview</a:t>
            </a:r>
          </a:p>
        </p:txBody>
      </p:sp>
      <p:sp>
        <p:nvSpPr>
          <p:cNvPr id="12" name="sketch line">
            <a:extLst>
              <a:ext uri="{FF2B5EF4-FFF2-40B4-BE49-F238E27FC236}">
                <a16:creationId xmlns:a16="http://schemas.microsoft.com/office/drawing/2014/main" id="{0244D42C-EAAB-A31F-8C6F-2176A5465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55F610A-97BF-8147-C831-DD35CA839C66}"/>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33499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B6CE24-D6D4-5F82-CC68-DF7B28A6076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D43136-0851-8E10-A125-90DEB1064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6595B77-E8D7-6094-4C38-86C03BE01B7B}"/>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FA7B06F-6424-2C18-3B33-3360ED4A2DDD}"/>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Deploy Confidential Containers with default policy</a:t>
            </a:r>
            <a:endParaRPr lang="en-US" sz="2400" kern="120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EBC25AE2-92CB-CC40-2664-499B16F394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264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90A599-BC58-AF48-7BBB-AD77EB57F2A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EEF7529A-3AEA-7E63-3200-A998B1EFF7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6F2D7BD8-FB23-275C-0526-A205AD4FD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9F730528-57D9-454B-0B3D-FD5251C192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4D22FFF-226F-6940-DBC4-0B5019F7DB60}"/>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Image Security</a:t>
            </a:r>
          </a:p>
        </p:txBody>
      </p:sp>
      <p:sp>
        <p:nvSpPr>
          <p:cNvPr id="13" name="Rectangle 12">
            <a:extLst>
              <a:ext uri="{FF2B5EF4-FFF2-40B4-BE49-F238E27FC236}">
                <a16:creationId xmlns:a16="http://schemas.microsoft.com/office/drawing/2014/main" id="{3353804F-BD6C-391D-FBA9-D1569421E2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0277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60AB95-D975-29BC-B629-2BFAD8E412E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EB9CD5A-D88F-7921-62A5-2444BEA09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34B7BC-1135-4AEA-F562-70ABA73F778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Container Image Management Best Practices</a:t>
            </a:r>
          </a:p>
        </p:txBody>
      </p:sp>
      <p:sp>
        <p:nvSpPr>
          <p:cNvPr id="12" name="sketch line">
            <a:extLst>
              <a:ext uri="{FF2B5EF4-FFF2-40B4-BE49-F238E27FC236}">
                <a16:creationId xmlns:a16="http://schemas.microsoft.com/office/drawing/2014/main" id="{8C9B938F-4718-05F4-0C7C-106854DA54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DFC363F-D4BB-BFE4-D61A-79A979DA80B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91539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1CD18F-69C8-E126-5B86-D91A011EDC2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CF7BFC9-BC5E-4ED3-1112-2DA33507F4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FE546D-06D1-9B8E-85C0-F2ED31B4AE46}"/>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Validate Signed Images with Image Integrity</a:t>
            </a:r>
          </a:p>
        </p:txBody>
      </p:sp>
      <p:sp>
        <p:nvSpPr>
          <p:cNvPr id="12" name="sketch line">
            <a:extLst>
              <a:ext uri="{FF2B5EF4-FFF2-40B4-BE49-F238E27FC236}">
                <a16:creationId xmlns:a16="http://schemas.microsoft.com/office/drawing/2014/main" id="{5151F16D-DE8C-75D3-0AA4-357BC12DC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B0ECE82-F668-EB47-6A6D-3360095003B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2966465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E6E083-1995-3263-B2E7-7B00D20D127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DA33AC4-7059-50EE-1632-A410C25D25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EDE50C6-F3EC-9AE0-767B-6A3810494549}"/>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81AA4D84-A321-B1D0-A57A-68597C98A772}"/>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Validate Signed Images with Image Integrity</a:t>
            </a:r>
          </a:p>
        </p:txBody>
      </p:sp>
      <p:sp>
        <p:nvSpPr>
          <p:cNvPr id="10" name="sketch line">
            <a:extLst>
              <a:ext uri="{FF2B5EF4-FFF2-40B4-BE49-F238E27FC236}">
                <a16:creationId xmlns:a16="http://schemas.microsoft.com/office/drawing/2014/main" id="{E73B978A-53B3-46F1-272D-53217CC99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45165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00C037-AFFA-AD4D-0577-266BF1F12B0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A85FA43-3905-293E-3DFC-96C521F65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232FD4-44FB-394C-5FD0-8B6110C2B04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Remove Vulnerable Images with </a:t>
            </a:r>
            <a:r>
              <a:rPr lang="en-US" sz="4200" err="1"/>
              <a:t>ImageCleaner</a:t>
            </a:r>
            <a:endParaRPr lang="en-US" sz="4200"/>
          </a:p>
        </p:txBody>
      </p:sp>
      <p:sp>
        <p:nvSpPr>
          <p:cNvPr id="12" name="sketch line">
            <a:extLst>
              <a:ext uri="{FF2B5EF4-FFF2-40B4-BE49-F238E27FC236}">
                <a16:creationId xmlns:a16="http://schemas.microsoft.com/office/drawing/2014/main" id="{8839FFE9-9C4A-7551-6050-42659C984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9EB4098-0B8E-A650-8183-E90A3510F76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258518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76C033-2ECD-DDFF-DF15-FDE385C4B8D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E413E9-1B11-FCBD-C5F3-AEBF1C21E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D4E5B3F-4EAD-4753-8219-06155ECC8B7F}"/>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7567803-A696-6330-6C00-F1BBE3E273B1}"/>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Remove Vulnerable Images with </a:t>
            </a:r>
            <a:r>
              <a:rPr lang="en-US" sz="2400" err="1"/>
              <a:t>ImageCleaner</a:t>
            </a:r>
            <a:endParaRPr lang="en-US" sz="2400"/>
          </a:p>
        </p:txBody>
      </p:sp>
      <p:sp>
        <p:nvSpPr>
          <p:cNvPr id="10" name="sketch line">
            <a:extLst>
              <a:ext uri="{FF2B5EF4-FFF2-40B4-BE49-F238E27FC236}">
                <a16:creationId xmlns:a16="http://schemas.microsoft.com/office/drawing/2014/main" id="{A43FA8CC-7898-7C25-7377-C0BA6F18B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10541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24548B-0DF8-7296-C03A-94DAEF64E52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E528CC8-3DC3-0235-8015-EB9685045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89485B-6636-3B6F-6D94-D9741AF63A5E}"/>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Scan Images in your CI/CD Workflow</a:t>
            </a:r>
          </a:p>
        </p:txBody>
      </p:sp>
      <p:sp>
        <p:nvSpPr>
          <p:cNvPr id="12" name="sketch line">
            <a:extLst>
              <a:ext uri="{FF2B5EF4-FFF2-40B4-BE49-F238E27FC236}">
                <a16:creationId xmlns:a16="http://schemas.microsoft.com/office/drawing/2014/main" id="{6ABF9C1C-6A32-B679-514D-38CE20237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1C7E39D-A241-9FFF-17E9-3954DC90F68B}"/>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8361062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31D908-73F9-F81B-18D7-D248A0A16CE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C6753DC-08DB-5B98-7383-357C4A865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00B617-3234-04E1-CE42-41A78ADEED70}"/>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Scan images in ACR Registries</a:t>
            </a:r>
          </a:p>
        </p:txBody>
      </p:sp>
      <p:sp>
        <p:nvSpPr>
          <p:cNvPr id="12" name="sketch line">
            <a:extLst>
              <a:ext uri="{FF2B5EF4-FFF2-40B4-BE49-F238E27FC236}">
                <a16:creationId xmlns:a16="http://schemas.microsoft.com/office/drawing/2014/main" id="{006AF12A-D17A-448D-1084-36165DB5BB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C21F29D-5339-788D-2C4E-7AD36269B7F6}"/>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312883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826D6B-183B-87F7-D5FF-C8877D3FDE5A}"/>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277E5DA-E45A-E1CF-AB72-81726096F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4A53F0B8-68A1-C497-47ED-6133F47F0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1753DC9C-68C0-372F-1421-436DAAFB09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DFD795-BD72-5823-D52E-3F6F390CA2F8}"/>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Cluster Security</a:t>
            </a:r>
          </a:p>
        </p:txBody>
      </p:sp>
      <p:sp>
        <p:nvSpPr>
          <p:cNvPr id="13" name="Rectangle 12">
            <a:extLst>
              <a:ext uri="{FF2B5EF4-FFF2-40B4-BE49-F238E27FC236}">
                <a16:creationId xmlns:a16="http://schemas.microsoft.com/office/drawing/2014/main" id="{FDE1C840-734E-0937-6FF3-CBA07F46CB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8515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FF2CFC-73A2-A93A-4F43-5D4A683251B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DF03CD-C3C1-AA88-8E9C-B120546F75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977644-EA40-14A4-7AE4-74E6E8622051}"/>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Cluster Security Best Practices</a:t>
            </a:r>
          </a:p>
        </p:txBody>
      </p:sp>
      <p:sp>
        <p:nvSpPr>
          <p:cNvPr id="12" name="sketch line">
            <a:extLst>
              <a:ext uri="{FF2B5EF4-FFF2-40B4-BE49-F238E27FC236}">
                <a16:creationId xmlns:a16="http://schemas.microsoft.com/office/drawing/2014/main" id="{281D08F0-5231-34E3-7395-38669994A3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7DB27E0-A9AC-34B3-E9DF-D57A0B8152C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3384539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25FA25-4E0F-6C4C-83FF-B2D2A7F974C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0A0AFC-92A8-6D52-C2F4-BB2C8D569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A95A50-665C-ED7F-625B-6F0E9F74AE0D}"/>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Azure </a:t>
            </a:r>
            <a:r>
              <a:rPr lang="en-US" sz="4200" err="1"/>
              <a:t>kubelogin</a:t>
            </a:r>
            <a:endParaRPr lang="en-US" sz="4200"/>
          </a:p>
        </p:txBody>
      </p:sp>
      <p:sp>
        <p:nvSpPr>
          <p:cNvPr id="12" name="sketch line">
            <a:extLst>
              <a:ext uri="{FF2B5EF4-FFF2-40B4-BE49-F238E27FC236}">
                <a16:creationId xmlns:a16="http://schemas.microsoft.com/office/drawing/2014/main" id="{EB271B0B-6F4F-562E-4924-CCA59DB60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2C4735E-8E2B-921D-1639-5BCB50D5687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0911590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131746-C213-9CD6-E785-974407C5B53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4DC499-3900-8CCB-C72B-911A3A08A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560236D-1A95-C59C-F32A-7F97693EBA15}"/>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99D7540-568D-7944-741E-1FCBE3D52F4E}"/>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Azure </a:t>
            </a:r>
            <a:r>
              <a:rPr lang="en-US" sz="2400" err="1"/>
              <a:t>kubelogin</a:t>
            </a:r>
            <a:endParaRPr lang="en-US" sz="2400"/>
          </a:p>
        </p:txBody>
      </p:sp>
      <p:sp>
        <p:nvSpPr>
          <p:cNvPr id="10" name="sketch line">
            <a:extLst>
              <a:ext uri="{FF2B5EF4-FFF2-40B4-BE49-F238E27FC236}">
                <a16:creationId xmlns:a16="http://schemas.microsoft.com/office/drawing/2014/main" id="{9BC9AE7A-38CF-02F2-595F-9DCED1F2A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796790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A0F564-EAEC-E07B-92FD-93BCB5F14A1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4A171A6-F65A-C07A-58BD-E848F9B16E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72E21A-2B95-D8B7-B4CC-74D5ED98EE6D}"/>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Managed Identities - Overview</a:t>
            </a:r>
          </a:p>
        </p:txBody>
      </p:sp>
      <p:sp>
        <p:nvSpPr>
          <p:cNvPr id="12" name="sketch line">
            <a:extLst>
              <a:ext uri="{FF2B5EF4-FFF2-40B4-BE49-F238E27FC236}">
                <a16:creationId xmlns:a16="http://schemas.microsoft.com/office/drawing/2014/main" id="{CD952081-8160-737D-86A7-8078A2EBC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5327411-E53A-4A53-AF23-BE6B582D4C5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622961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99C03F-6AF6-6195-0353-F0DB8E07702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4B82F4C-A791-D3DB-ECFD-8A00F9ED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75A0E0-91FF-3AB6-9481-E4F0DC933A8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Enable a Managed Identity on your Cluster</a:t>
            </a:r>
          </a:p>
        </p:txBody>
      </p:sp>
      <p:sp>
        <p:nvSpPr>
          <p:cNvPr id="12" name="sketch line">
            <a:extLst>
              <a:ext uri="{FF2B5EF4-FFF2-40B4-BE49-F238E27FC236}">
                <a16:creationId xmlns:a16="http://schemas.microsoft.com/office/drawing/2014/main" id="{98723B11-84E2-397F-926F-C0A6C7F6D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6E13BE5-E5EA-6ACE-7EC2-F13CCACC7591}"/>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4894786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CC3E81-9249-055F-4D06-69C14E4503D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545F19-2ADA-C9FC-F3A0-F28F75087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F99EF97-0288-7703-22D1-B3EA9D411C41}"/>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50D5E66B-47A2-4DDE-B477-3AAEA3A78AF2}"/>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a Managed Identity on your Cluster</a:t>
            </a:r>
          </a:p>
        </p:txBody>
      </p:sp>
      <p:sp>
        <p:nvSpPr>
          <p:cNvPr id="10" name="sketch line">
            <a:extLst>
              <a:ext uri="{FF2B5EF4-FFF2-40B4-BE49-F238E27FC236}">
                <a16:creationId xmlns:a16="http://schemas.microsoft.com/office/drawing/2014/main" id="{A5D4EDD4-9C31-8A6A-A88A-342F2862D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270026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8CD4BA-E647-68CC-FD54-0C78C62B22A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C827EF9-0E38-BC0E-F224-5D8F41994C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21A896-36E9-7322-A3EA-73D9A7A12EC1}"/>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Create a Service Principal</a:t>
            </a:r>
          </a:p>
        </p:txBody>
      </p:sp>
      <p:sp>
        <p:nvSpPr>
          <p:cNvPr id="12" name="sketch line">
            <a:extLst>
              <a:ext uri="{FF2B5EF4-FFF2-40B4-BE49-F238E27FC236}">
                <a16:creationId xmlns:a16="http://schemas.microsoft.com/office/drawing/2014/main" id="{321E10BC-38E4-4CD3-1FCC-3D8C70819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5E1E2B1-9BB6-5961-F002-C16412395E0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779461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C7A79B-1914-C2AD-B9EB-77652BE911F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C2FACE-B5D5-A831-1667-374F572324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76B65AF-713B-91A9-3019-B313D2EF3BBE}"/>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BBE3BEC5-1B29-3355-4056-CAE67DE1CA43}"/>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Create a Service Principal</a:t>
            </a:r>
          </a:p>
        </p:txBody>
      </p:sp>
      <p:sp>
        <p:nvSpPr>
          <p:cNvPr id="10" name="sketch line">
            <a:extLst>
              <a:ext uri="{FF2B5EF4-FFF2-40B4-BE49-F238E27FC236}">
                <a16:creationId xmlns:a16="http://schemas.microsoft.com/office/drawing/2014/main" id="{D3FBFBFE-7CC3-B5DB-0D5D-F029BCCEC9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649604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0B469E-E413-60BD-6712-B83DF702B3D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13881B2-8558-6848-3239-B27803B5CA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150D8E-D58A-847A-AEF2-86C826727508}"/>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sz="4200"/>
              <a:t>Enable access to AKS clusters using Trusted Access</a:t>
            </a:r>
          </a:p>
        </p:txBody>
      </p:sp>
      <p:sp>
        <p:nvSpPr>
          <p:cNvPr id="12" name="sketch line">
            <a:extLst>
              <a:ext uri="{FF2B5EF4-FFF2-40B4-BE49-F238E27FC236}">
                <a16:creationId xmlns:a16="http://schemas.microsoft.com/office/drawing/2014/main" id="{9E3FDBBF-DAED-B173-A92E-FC8231BC5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639EE05-BC2C-1553-FBC8-5B64FA5D179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1345448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FB47F8-B65C-B4EF-70CE-124847C12E5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4952936-ECFF-A3D8-BDB4-431C52E9A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EDB444B-C241-A3AC-D392-44BF022ED98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CD28AE2A-9FFE-A810-AED4-F8358440431D}"/>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access to AKS clusters using Trusted Access</a:t>
            </a:r>
          </a:p>
        </p:txBody>
      </p:sp>
      <p:sp>
        <p:nvSpPr>
          <p:cNvPr id="10" name="sketch line">
            <a:extLst>
              <a:ext uri="{FF2B5EF4-FFF2-40B4-BE49-F238E27FC236}">
                <a16:creationId xmlns:a16="http://schemas.microsoft.com/office/drawing/2014/main" id="{A1565963-6277-1372-BE8B-1B0285EBC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43962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82887D-5CCE-6ED0-8E7A-62D6D8BA104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8D89C06-B1A1-8014-7BE6-13BFC19FB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C65419-31B7-1AD0-D2DA-545147A1466C}"/>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sz="4200"/>
              <a:t>Limit access to cluster configuration file</a:t>
            </a:r>
          </a:p>
        </p:txBody>
      </p:sp>
      <p:sp>
        <p:nvSpPr>
          <p:cNvPr id="12" name="sketch line">
            <a:extLst>
              <a:ext uri="{FF2B5EF4-FFF2-40B4-BE49-F238E27FC236}">
                <a16:creationId xmlns:a16="http://schemas.microsoft.com/office/drawing/2014/main" id="{2B9947B0-F175-2AA2-FC2A-6F9B3EB984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19F3D78-EFAA-A437-A18A-5C6ED8AAF3E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5050971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64D857-55AE-DCF3-A529-03587E37A1C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94EB14-7F5F-FAF1-21D1-317517C2A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ADEA8B9-FCD3-0925-6517-6A4A819582A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1D2ADBD0-A9D7-224B-A280-D96FBC197F1A}"/>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Limit access to cluster configuration file</a:t>
            </a:r>
          </a:p>
        </p:txBody>
      </p:sp>
      <p:sp>
        <p:nvSpPr>
          <p:cNvPr id="10" name="sketch line">
            <a:extLst>
              <a:ext uri="{FF2B5EF4-FFF2-40B4-BE49-F238E27FC236}">
                <a16:creationId xmlns:a16="http://schemas.microsoft.com/office/drawing/2014/main" id="{B16B896B-183B-CB87-E31C-8F7E7965A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268010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578784-46F8-86D8-C96C-3450D9FD944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E5609CE-38D0-0CC3-6A48-5D8471960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808514-E609-73D3-FB02-E99971D9AE1C}"/>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sz="4200"/>
              <a:t>Define API server authorized IP ranges</a:t>
            </a:r>
          </a:p>
        </p:txBody>
      </p:sp>
      <p:sp>
        <p:nvSpPr>
          <p:cNvPr id="12" name="sketch line">
            <a:extLst>
              <a:ext uri="{FF2B5EF4-FFF2-40B4-BE49-F238E27FC236}">
                <a16:creationId xmlns:a16="http://schemas.microsoft.com/office/drawing/2014/main" id="{38F32F98-359E-FF28-3A39-7C072957C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BFFE2C7-8ADE-0F39-D7BD-CE7EBAE1085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442593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51E449-D7E4-0D0F-4738-5C0E39CCE69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3EDD5E-E19C-9F4B-82ED-0F49DF076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3E8BCCF-1C5F-B0D1-B9C9-66CCF773BED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82A7EFB-A543-D996-497C-2803CC4CEA58}"/>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Define API server authorized IP ranges</a:t>
            </a:r>
          </a:p>
        </p:txBody>
      </p:sp>
      <p:sp>
        <p:nvSpPr>
          <p:cNvPr id="10" name="sketch line">
            <a:extLst>
              <a:ext uri="{FF2B5EF4-FFF2-40B4-BE49-F238E27FC236}">
                <a16:creationId xmlns:a16="http://schemas.microsoft.com/office/drawing/2014/main" id="{C5B1C75D-595F-4E42-21C9-533D93A298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79619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EAA75E-EEC0-9BD0-225D-7EB68074234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891508-DB35-1AA4-A623-180769BCA9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D48118-9B5B-3185-1578-31A46ABAEFFC}"/>
              </a:ext>
            </a:extLst>
          </p:cNvPr>
          <p:cNvSpPr>
            <a:spLocks noGrp="1"/>
          </p:cNvSpPr>
          <p:nvPr>
            <p:ph type="title"/>
          </p:nvPr>
        </p:nvSpPr>
        <p:spPr>
          <a:xfrm>
            <a:off x="415636" y="365125"/>
            <a:ext cx="11665528" cy="1325563"/>
          </a:xfrm>
        </p:spPr>
        <p:txBody>
          <a:bodyPr vert="horz" lIns="91440" tIns="45720" rIns="91440" bIns="45720" rtlCol="0" anchor="ctr">
            <a:normAutofit/>
          </a:bodyPr>
          <a:lstStyle/>
          <a:p>
            <a:pPr algn="ctr"/>
            <a:r>
              <a:rPr lang="en-US"/>
              <a:t>Use service tags for API server authorized IP ranges in AKS</a:t>
            </a:r>
          </a:p>
        </p:txBody>
      </p:sp>
      <p:sp>
        <p:nvSpPr>
          <p:cNvPr id="12" name="sketch line">
            <a:extLst>
              <a:ext uri="{FF2B5EF4-FFF2-40B4-BE49-F238E27FC236}">
                <a16:creationId xmlns:a16="http://schemas.microsoft.com/office/drawing/2014/main" id="{1763AC5C-2FCE-F18D-7E00-4D0454AC3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14C1DAC-9974-306D-6108-2339DEF358F3}"/>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1098466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422EC6-6A4E-64AC-BF5E-054CB611C3E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203B66-DB15-2923-8B4E-F9CC9A540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F7C2A10-57F2-6788-61AD-5DDDA9F65F5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6CB4B0E-E627-EF6E-D10C-453B9716681C}"/>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service tags for API server authorized IP ranges in AKS</a:t>
            </a:r>
          </a:p>
        </p:txBody>
      </p:sp>
      <p:sp>
        <p:nvSpPr>
          <p:cNvPr id="10" name="sketch line">
            <a:extLst>
              <a:ext uri="{FF2B5EF4-FFF2-40B4-BE49-F238E27FC236}">
                <a16:creationId xmlns:a16="http://schemas.microsoft.com/office/drawing/2014/main" id="{1BA7899F-9FD8-73EC-9286-027DFDEDA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634781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40F8CC-17A1-A081-5F78-85A43FB0CB9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F3E1333-A371-A755-8D25-963B8768C4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FA75BA-0DF5-E0D5-B0DB-7A65748D1880}"/>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a:t>Manage Cluster Certificates and Rotation</a:t>
            </a:r>
          </a:p>
        </p:txBody>
      </p:sp>
      <p:sp>
        <p:nvSpPr>
          <p:cNvPr id="12" name="sketch line">
            <a:extLst>
              <a:ext uri="{FF2B5EF4-FFF2-40B4-BE49-F238E27FC236}">
                <a16:creationId xmlns:a16="http://schemas.microsoft.com/office/drawing/2014/main" id="{7BE4E286-2C0E-4FE1-6D52-47E42A8E6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5BA1B9-72F7-E723-AFAA-0A7F53739F3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5479452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4938D6-C649-56DC-945E-A681FD65405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579379-4F76-8D13-198E-14949D2E8C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7A519B2-4810-48A3-70C0-36A6D16166F9}"/>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0B8A760-0A33-C1DB-5C12-331B0E6A55C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Manage Cluster Certificates and Rotation</a:t>
            </a:r>
          </a:p>
        </p:txBody>
      </p:sp>
      <p:sp>
        <p:nvSpPr>
          <p:cNvPr id="10" name="sketch line">
            <a:extLst>
              <a:ext uri="{FF2B5EF4-FFF2-40B4-BE49-F238E27FC236}">
                <a16:creationId xmlns:a16="http://schemas.microsoft.com/office/drawing/2014/main" id="{58153B9A-D351-2561-2BEC-316A53BC31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896728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47D769-9C17-ED05-9E7E-C7B1399469F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242CA9A-46D0-AD57-4E74-4477FE0E8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BE985B-07E8-8214-C5EB-68B3B626682B}"/>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a:t>Use Custom Certificate Authorities</a:t>
            </a:r>
          </a:p>
        </p:txBody>
      </p:sp>
      <p:sp>
        <p:nvSpPr>
          <p:cNvPr id="12" name="sketch line">
            <a:extLst>
              <a:ext uri="{FF2B5EF4-FFF2-40B4-BE49-F238E27FC236}">
                <a16:creationId xmlns:a16="http://schemas.microsoft.com/office/drawing/2014/main" id="{94DB4411-4F64-E25A-E552-14E6104EE2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8AF66D1-F0C3-19B6-9A71-134FAB686641}"/>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1084044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7E9D45-92FE-0582-E09D-B97682BDE9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189CE3D-CA7F-A1B8-99BC-209BC5F64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751FCF2-95C6-B058-0026-71EE1E73C17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EA5DE45-1CA1-9007-B32C-505124D2B50B}"/>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custom certificate authorities</a:t>
            </a:r>
          </a:p>
        </p:txBody>
      </p:sp>
      <p:sp>
        <p:nvSpPr>
          <p:cNvPr id="10" name="sketch line">
            <a:extLst>
              <a:ext uri="{FF2B5EF4-FFF2-40B4-BE49-F238E27FC236}">
                <a16:creationId xmlns:a16="http://schemas.microsoft.com/office/drawing/2014/main" id="{361F9C11-BC6F-64F0-33E7-924DB0A87F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256583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3DD8DB-CA3D-912C-46DC-D52424598DF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E2F942-9AE8-03BB-961C-BF2E8140B6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DFA974-838C-741C-8D7C-77D3C64E57AB}"/>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a:t>Use Azure Policy</a:t>
            </a:r>
          </a:p>
        </p:txBody>
      </p:sp>
      <p:sp>
        <p:nvSpPr>
          <p:cNvPr id="12" name="sketch line">
            <a:extLst>
              <a:ext uri="{FF2B5EF4-FFF2-40B4-BE49-F238E27FC236}">
                <a16:creationId xmlns:a16="http://schemas.microsoft.com/office/drawing/2014/main" id="{FDB12118-87DB-2149-9A6B-D512AE1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480E6C0-AE8D-0C89-5CDE-0F498DF7C70A}"/>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9120544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9FB83A-6B62-0DB6-AA75-E61EAD6AF1F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C8CFB5B-C560-2BA1-AAA2-19BCC2AC7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BE98276-B442-0A70-E7A6-811227B10D0F}"/>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78D9D829-E912-B419-EEC5-1F69858C5201}"/>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Azure Policy</a:t>
            </a:r>
          </a:p>
        </p:txBody>
      </p:sp>
      <p:sp>
        <p:nvSpPr>
          <p:cNvPr id="10" name="sketch line">
            <a:extLst>
              <a:ext uri="{FF2B5EF4-FFF2-40B4-BE49-F238E27FC236}">
                <a16:creationId xmlns:a16="http://schemas.microsoft.com/office/drawing/2014/main" id="{287E393F-C72C-A2B0-B9EC-68FC4EFC0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968790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C55BEB-C608-C3D7-8F28-A63D8A07957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14F3F80-94F8-FB3C-C682-ADA8D8E71D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A862D3-048E-0057-8BC0-0499B076C516}"/>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a:t>Control Deployments with Azure Policy</a:t>
            </a:r>
          </a:p>
        </p:txBody>
      </p:sp>
      <p:sp>
        <p:nvSpPr>
          <p:cNvPr id="12" name="sketch line">
            <a:extLst>
              <a:ext uri="{FF2B5EF4-FFF2-40B4-BE49-F238E27FC236}">
                <a16:creationId xmlns:a16="http://schemas.microsoft.com/office/drawing/2014/main" id="{04ABDDF4-85BB-DE21-F421-0732C6E40C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426031A-5139-501A-A60D-96F5C6CC6B5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5152632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6ACD3B-0D28-CEA8-BAB4-4124A71FA98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53F660B-E6AD-174C-6A0D-C9C362B01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1420436-D1D7-A640-D5D9-B586964142F8}"/>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799BD96-1C5E-0AD0-3EDA-B3F01F992B6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Control Deployments with Azure Policy</a:t>
            </a:r>
          </a:p>
        </p:txBody>
      </p:sp>
      <p:sp>
        <p:nvSpPr>
          <p:cNvPr id="10" name="sketch line">
            <a:extLst>
              <a:ext uri="{FF2B5EF4-FFF2-40B4-BE49-F238E27FC236}">
                <a16:creationId xmlns:a16="http://schemas.microsoft.com/office/drawing/2014/main" id="{8F3CAE50-2ED9-3849-420C-8CA2930F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844075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75B9E4-3244-5EA0-768F-8AE4F6A1265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7B9E059-9089-0D37-D41B-23EF9A971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A5E7F8-F785-85FA-161E-B17C27B88C15}"/>
              </a:ext>
            </a:extLst>
          </p:cNvPr>
          <p:cNvSpPr>
            <a:spLocks noGrp="1"/>
          </p:cNvSpPr>
          <p:nvPr>
            <p:ph type="title"/>
          </p:nvPr>
        </p:nvSpPr>
        <p:spPr>
          <a:xfrm>
            <a:off x="110836" y="365125"/>
            <a:ext cx="11970328" cy="1325563"/>
          </a:xfrm>
        </p:spPr>
        <p:txBody>
          <a:bodyPr vert="horz" lIns="91440" tIns="45720" rIns="91440" bIns="45720" rtlCol="0" anchor="ctr">
            <a:normAutofit/>
          </a:bodyPr>
          <a:lstStyle/>
          <a:p>
            <a:r>
              <a:rPr lang="en-US"/>
              <a:t>Enforce Best Practices with Deployment Safeguards</a:t>
            </a:r>
          </a:p>
        </p:txBody>
      </p:sp>
      <p:sp>
        <p:nvSpPr>
          <p:cNvPr id="12" name="sketch line">
            <a:extLst>
              <a:ext uri="{FF2B5EF4-FFF2-40B4-BE49-F238E27FC236}">
                <a16:creationId xmlns:a16="http://schemas.microsoft.com/office/drawing/2014/main" id="{4D239599-EF65-63F1-B5F7-68618B185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111B4D-9FC8-DC2C-DB15-E379962EFC8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1816707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3E3E48-0DFE-067E-CAA5-73798420599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F36BA6F-A8E9-F4D1-1B0D-1F499F9F8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F199149-C6A9-8516-D81A-523FCD81EDD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E4B90DD-01E3-E91E-CBDE-FEC5459EAF6F}"/>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Enforce Best Practices with Deployment Safeguards</a:t>
            </a:r>
          </a:p>
        </p:txBody>
      </p:sp>
      <p:sp>
        <p:nvSpPr>
          <p:cNvPr id="10" name="sketch line">
            <a:extLst>
              <a:ext uri="{FF2B5EF4-FFF2-40B4-BE49-F238E27FC236}">
                <a16:creationId xmlns:a16="http://schemas.microsoft.com/office/drawing/2014/main" id="{D85E47BA-5FCA-727E-87FF-FA44D166A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338995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FB5B0F-80AC-5F96-77D5-83F3BF44BC7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0A28016-8360-B3E1-67D4-11BFCF1CA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B3B492-FEEC-96EC-2678-28C347C47E9A}"/>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Create an OIDC Issuer for your Cluster</a:t>
            </a:r>
          </a:p>
        </p:txBody>
      </p:sp>
      <p:sp>
        <p:nvSpPr>
          <p:cNvPr id="12" name="sketch line">
            <a:extLst>
              <a:ext uri="{FF2B5EF4-FFF2-40B4-BE49-F238E27FC236}">
                <a16:creationId xmlns:a16="http://schemas.microsoft.com/office/drawing/2014/main" id="{01C25137-B5B1-E426-A6CA-36ECD901A8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C1399D9-43BE-EE60-9A02-5D916FD3FD1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7375955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F2E40E-8A00-63D4-DAA7-CFA1D490EA2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D1B0DD-F3C3-F860-B738-C388D0B7F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5F0E316-6BA6-E131-DA7A-66070FFB4EC7}"/>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D4DE2DAD-BB2B-3DCE-1790-E03C6C44EE7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Create an OIDC Issuer for your Cluster</a:t>
            </a:r>
          </a:p>
        </p:txBody>
      </p:sp>
      <p:sp>
        <p:nvSpPr>
          <p:cNvPr id="10" name="sketch line">
            <a:extLst>
              <a:ext uri="{FF2B5EF4-FFF2-40B4-BE49-F238E27FC236}">
                <a16:creationId xmlns:a16="http://schemas.microsoft.com/office/drawing/2014/main" id="{25DBE9BF-412E-5835-BDF4-7E340345D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019652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20AC2F-4497-18C7-BDD3-4FB7625B750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0FD1B9-FE0B-722A-1291-D87D4AB76B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9C0A19-958F-4434-8EA9-45400EACB44A}"/>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Create an OIDC Issuer for your Cluster</a:t>
            </a:r>
          </a:p>
        </p:txBody>
      </p:sp>
      <p:sp>
        <p:nvSpPr>
          <p:cNvPr id="12" name="sketch line">
            <a:extLst>
              <a:ext uri="{FF2B5EF4-FFF2-40B4-BE49-F238E27FC236}">
                <a16:creationId xmlns:a16="http://schemas.microsoft.com/office/drawing/2014/main" id="{0AAAE888-FD6A-471D-58C3-6BE45141C2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33CB2F-578D-E906-7EA7-9252451B33FE}"/>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5561920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792C2D-EF33-E403-E603-EDEE35C0B7C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D98900-278F-C161-DC59-1CA67B487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364307F-E808-E9BD-672A-6D897A0478DB}"/>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FB32829F-3A40-70A1-A3AA-FAD6A2581ACB}"/>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Create an OIDC Issuer for your Cluster</a:t>
            </a:r>
          </a:p>
        </p:txBody>
      </p:sp>
      <p:sp>
        <p:nvSpPr>
          <p:cNvPr id="10" name="sketch line">
            <a:extLst>
              <a:ext uri="{FF2B5EF4-FFF2-40B4-BE49-F238E27FC236}">
                <a16:creationId xmlns:a16="http://schemas.microsoft.com/office/drawing/2014/main" id="{74A063DA-4087-002D-C49E-AAFB29B8F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181956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E8D39C-0926-9B98-AD89-2997066CDCF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1E521AE-4BBD-3C3A-4047-5A752D658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66C9BA-739A-4957-3FD7-B78FD425578B}"/>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Enable KMS Data Encryption in AKS</a:t>
            </a:r>
          </a:p>
        </p:txBody>
      </p:sp>
      <p:sp>
        <p:nvSpPr>
          <p:cNvPr id="12" name="sketch line">
            <a:extLst>
              <a:ext uri="{FF2B5EF4-FFF2-40B4-BE49-F238E27FC236}">
                <a16:creationId xmlns:a16="http://schemas.microsoft.com/office/drawing/2014/main" id="{AA8E46A7-2985-927A-B4EC-E04044C22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28CA3E1-197D-A4B3-0495-ABA95198C55B}"/>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4088725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1D3EB0-021E-29FF-5452-108A67C22F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F143182-40FB-7B63-48C5-9E96B9E132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2CDA46E-6321-F683-54E8-5698A167FD6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31F64CA-33AA-3F06-EFA9-098FE24C653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KMS Data Encryption in AKS</a:t>
            </a:r>
          </a:p>
        </p:txBody>
      </p:sp>
      <p:sp>
        <p:nvSpPr>
          <p:cNvPr id="10" name="sketch line">
            <a:extLst>
              <a:ext uri="{FF2B5EF4-FFF2-40B4-BE49-F238E27FC236}">
                <a16:creationId xmlns:a16="http://schemas.microsoft.com/office/drawing/2014/main" id="{40E466EC-6EF7-9EB9-C165-E3720B15B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62669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42DAD9-B010-3E33-4E43-E470FA0975D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3A1D89-1307-7C26-7810-4A34E5093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4494E0-2079-6F58-95D8-C10F51050690}"/>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Use KMS </a:t>
            </a:r>
            <a:r>
              <a:rPr lang="en-US" err="1"/>
              <a:t>etcd</a:t>
            </a:r>
            <a:r>
              <a:rPr lang="en-US"/>
              <a:t> Encryption (legacy)</a:t>
            </a:r>
          </a:p>
        </p:txBody>
      </p:sp>
      <p:sp>
        <p:nvSpPr>
          <p:cNvPr id="12" name="sketch line">
            <a:extLst>
              <a:ext uri="{FF2B5EF4-FFF2-40B4-BE49-F238E27FC236}">
                <a16:creationId xmlns:a16="http://schemas.microsoft.com/office/drawing/2014/main" id="{03B83F29-5E16-00A9-3F7D-26AB7B96C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CF9AC40-60E4-F4F0-54DF-F64A5DB6A73E}"/>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6193967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875BCD-F5A8-41D4-1218-074853EBF14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A83115-C22F-D54A-865A-8CE279BA0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3AE003A-7B29-789F-5896-ABE00D4B2F5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B829C5EF-320C-51B5-970D-92D1381F142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KMS </a:t>
            </a:r>
            <a:r>
              <a:rPr lang="en-US" sz="2400" err="1"/>
              <a:t>etcd</a:t>
            </a:r>
            <a:r>
              <a:rPr lang="en-US" sz="2400"/>
              <a:t> Encryption (legacy)</a:t>
            </a:r>
          </a:p>
        </p:txBody>
      </p:sp>
      <p:sp>
        <p:nvSpPr>
          <p:cNvPr id="10" name="sketch line">
            <a:extLst>
              <a:ext uri="{FF2B5EF4-FFF2-40B4-BE49-F238E27FC236}">
                <a16:creationId xmlns:a16="http://schemas.microsoft.com/office/drawing/2014/main" id="{A267C2AF-6D53-909C-4294-1683A11DF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68869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F63C20-DD31-8984-D8AF-EF3AB74F1B4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E172DBD-6D14-06E8-E3CD-8C962F524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5FAD50-B143-25B0-70C3-FBDDB046C6A5}"/>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Update Key Vault Mode</a:t>
            </a:r>
          </a:p>
        </p:txBody>
      </p:sp>
      <p:sp>
        <p:nvSpPr>
          <p:cNvPr id="12" name="sketch line">
            <a:extLst>
              <a:ext uri="{FF2B5EF4-FFF2-40B4-BE49-F238E27FC236}">
                <a16:creationId xmlns:a16="http://schemas.microsoft.com/office/drawing/2014/main" id="{4B28767C-DF7E-E245-099D-73ECFCB92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CECE059-573D-B80D-5599-971692FDA1A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9123772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4DAD24-8838-5778-FC24-FFF86A5070E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6CDC251-EE9D-6662-1D61-79B6A55DD3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180AAE1-95E2-D25B-13D4-519FB58F7A89}"/>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FC49BF28-F6C2-4D36-D18F-4AE74E22F962}"/>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Update Key Vault Mode</a:t>
            </a:r>
          </a:p>
        </p:txBody>
      </p:sp>
      <p:sp>
        <p:nvSpPr>
          <p:cNvPr id="10" name="sketch line">
            <a:extLst>
              <a:ext uri="{FF2B5EF4-FFF2-40B4-BE49-F238E27FC236}">
                <a16:creationId xmlns:a16="http://schemas.microsoft.com/office/drawing/2014/main" id="{BBF84ECC-A896-1CE1-9AD3-88E4574B6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746096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7882B8-F9D5-9BBE-113D-1DFBB7EBBC6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9F2CB7-FDAC-04EB-DFB3-B898C50D7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440F23-B954-8B2E-F7B8-558B9984D23F}"/>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Migrate to KMS v2</a:t>
            </a:r>
          </a:p>
        </p:txBody>
      </p:sp>
      <p:sp>
        <p:nvSpPr>
          <p:cNvPr id="12" name="sketch line">
            <a:extLst>
              <a:ext uri="{FF2B5EF4-FFF2-40B4-BE49-F238E27FC236}">
                <a16:creationId xmlns:a16="http://schemas.microsoft.com/office/drawing/2014/main" id="{5962E6B3-426E-6B6C-CD9F-AF0B388E7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BA2BE9-5C10-9AA6-244B-3EDA4438700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2183272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C6D460-9D82-CD91-5DE0-81BDB334AC2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C266E6-992B-D3EC-FD5B-0FEA654E7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96B2191-62E2-9F9E-9208-D773A61C47B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339B23C-1D73-A623-12E6-175AF8397BF1}"/>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Migrate to KMS v2</a:t>
            </a:r>
          </a:p>
        </p:txBody>
      </p:sp>
      <p:sp>
        <p:nvSpPr>
          <p:cNvPr id="10" name="sketch line">
            <a:extLst>
              <a:ext uri="{FF2B5EF4-FFF2-40B4-BE49-F238E27FC236}">
                <a16:creationId xmlns:a16="http://schemas.microsoft.com/office/drawing/2014/main" id="{6386399D-9F71-FB9F-2985-49AFAE38E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806475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805535-E375-30EE-A51C-D515B88F225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51BFE9-74C6-EAC8-48D5-692A7450FD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6593B1-6DE4-AC45-9DCC-A064EB8682EE}"/>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Observability for KMS </a:t>
            </a:r>
            <a:r>
              <a:rPr lang="en-US" err="1"/>
              <a:t>etcd</a:t>
            </a:r>
            <a:r>
              <a:rPr lang="en-US"/>
              <a:t> Encryption</a:t>
            </a:r>
          </a:p>
        </p:txBody>
      </p:sp>
      <p:sp>
        <p:nvSpPr>
          <p:cNvPr id="12" name="sketch line">
            <a:extLst>
              <a:ext uri="{FF2B5EF4-FFF2-40B4-BE49-F238E27FC236}">
                <a16:creationId xmlns:a16="http://schemas.microsoft.com/office/drawing/2014/main" id="{F30979DF-3396-7F1B-58B5-7E78018836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5220611-B2AA-651E-AD9A-2EE7AB795CC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7356776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9C45E9-93C1-6DCB-2A69-DEB48C90772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535CF2-23E3-C6E8-EFAD-736C30607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0623CF3-FCAF-38F5-9608-8D0D56C24E7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5F834D26-A842-57E4-0A0E-37ACBF9F651B}"/>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Observability for KMS </a:t>
            </a:r>
            <a:r>
              <a:rPr lang="en-US" sz="2400" err="1"/>
              <a:t>etcd</a:t>
            </a:r>
            <a:r>
              <a:rPr lang="en-US" sz="2400"/>
              <a:t> Encryption</a:t>
            </a:r>
          </a:p>
        </p:txBody>
      </p:sp>
      <p:sp>
        <p:nvSpPr>
          <p:cNvPr id="10" name="sketch line">
            <a:extLst>
              <a:ext uri="{FF2B5EF4-FFF2-40B4-BE49-F238E27FC236}">
                <a16:creationId xmlns:a16="http://schemas.microsoft.com/office/drawing/2014/main" id="{9F1220B2-37C5-6571-1B94-8A2590704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16716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C3E323-E209-21D5-6D73-A7E33B8F227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FD6ECB-5D03-818D-7087-19C9329EA5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2AC3DE-526F-C32C-95DE-6203F56A4C77}"/>
              </a:ext>
            </a:extLst>
          </p:cNvPr>
          <p:cNvSpPr>
            <a:spLocks noGrp="1"/>
          </p:cNvSpPr>
          <p:nvPr>
            <p:ph type="title"/>
          </p:nvPr>
        </p:nvSpPr>
        <p:spPr>
          <a:xfrm>
            <a:off x="218624" y="370098"/>
            <a:ext cx="11970328" cy="1325563"/>
          </a:xfrm>
        </p:spPr>
        <p:txBody>
          <a:bodyPr vert="horz" lIns="91440" tIns="45720" rIns="91440" bIns="45720" rtlCol="0" anchor="ctr">
            <a:normAutofit/>
          </a:bodyPr>
          <a:lstStyle/>
          <a:p>
            <a:pPr algn="ctr"/>
            <a:r>
              <a:rPr lang="en-US"/>
              <a:t>Migrate to KMS with platform-managed or customer-managed keys</a:t>
            </a:r>
          </a:p>
        </p:txBody>
      </p:sp>
      <p:sp>
        <p:nvSpPr>
          <p:cNvPr id="12" name="sketch line">
            <a:extLst>
              <a:ext uri="{FF2B5EF4-FFF2-40B4-BE49-F238E27FC236}">
                <a16:creationId xmlns:a16="http://schemas.microsoft.com/office/drawing/2014/main" id="{6CB05001-2A58-15F3-A174-EF656EB388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AE76AC4-E8D3-9A1C-8CED-E818092EC8D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6555801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C64A2E-9A8E-6DE9-1EDD-C7F2ABD47B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E5E802-362E-B2DE-8B44-E73F9C925B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582D9AF-DC75-8923-7028-1CF3D17A84C2}"/>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3E7E024-CD43-E8E5-2EB5-2608B1F436C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Migrate to KMS with platform-managed or customer-managed keys</a:t>
            </a:r>
          </a:p>
        </p:txBody>
      </p:sp>
      <p:sp>
        <p:nvSpPr>
          <p:cNvPr id="10" name="sketch line">
            <a:extLst>
              <a:ext uri="{FF2B5EF4-FFF2-40B4-BE49-F238E27FC236}">
                <a16:creationId xmlns:a16="http://schemas.microsoft.com/office/drawing/2014/main" id="{9E158EFE-808E-9FBF-531D-6BD79602E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35858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6C33EC-85A0-15CF-C39A-C30BCAA3B40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686D0D-471A-05B8-CED9-5FD372EE3C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A47782-2A7B-36C2-AC70-E548B52C38DC}"/>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Secure Container Access to Resources</a:t>
            </a:r>
          </a:p>
        </p:txBody>
      </p:sp>
      <p:sp>
        <p:nvSpPr>
          <p:cNvPr id="12" name="sketch line">
            <a:extLst>
              <a:ext uri="{FF2B5EF4-FFF2-40B4-BE49-F238E27FC236}">
                <a16:creationId xmlns:a16="http://schemas.microsoft.com/office/drawing/2014/main" id="{DF621B76-B9C5-ABDE-B301-17F977759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3A3D72C-CD9C-87E4-E65E-DB29C6A2789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4331700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695E67-6D20-B26C-E329-D5410016F33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A3ECBCC-67F2-E109-676B-BEE466482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2093303-5F21-6038-7F38-720DAABC781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8D9DD14-7E8D-16A1-5B7B-FF0A3AE15E12}"/>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Secure Container Access to Resources</a:t>
            </a:r>
          </a:p>
        </p:txBody>
      </p:sp>
      <p:sp>
        <p:nvSpPr>
          <p:cNvPr id="10" name="sketch line">
            <a:extLst>
              <a:ext uri="{FF2B5EF4-FFF2-40B4-BE49-F238E27FC236}">
                <a16:creationId xmlns:a16="http://schemas.microsoft.com/office/drawing/2014/main" id="{CE8AA58C-A5FE-EC75-1E39-5E1DD5BE1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176609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80FDFA-E84E-7690-7889-F372EEC5D3F3}"/>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E9AA50BE-FA30-3DAA-B52B-C9CFD6C62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4C5471C7-C3B5-CF43-C83C-1EF36A1B2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94AD0AFD-A341-0469-5F86-1B8215B10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7AC4A93-B7EE-F575-0876-C5528CDCAFF7}"/>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Node Security</a:t>
            </a:r>
          </a:p>
        </p:txBody>
      </p:sp>
      <p:sp>
        <p:nvSpPr>
          <p:cNvPr id="13" name="Rectangle 12">
            <a:extLst>
              <a:ext uri="{FF2B5EF4-FFF2-40B4-BE49-F238E27FC236}">
                <a16:creationId xmlns:a16="http://schemas.microsoft.com/office/drawing/2014/main" id="{9F524FBA-93F1-241C-C4FF-7BEBD796F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24822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CD789C-8A02-928B-445C-EED63BC631D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187F4B7-5DCC-B97E-C3E7-8361FA658D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278C30-F80C-E9CD-0B13-C82E91A9B2F4}"/>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BYOK for Azure Managed Disks</a:t>
            </a:r>
          </a:p>
        </p:txBody>
      </p:sp>
      <p:sp>
        <p:nvSpPr>
          <p:cNvPr id="12" name="sketch line">
            <a:extLst>
              <a:ext uri="{FF2B5EF4-FFF2-40B4-BE49-F238E27FC236}">
                <a16:creationId xmlns:a16="http://schemas.microsoft.com/office/drawing/2014/main" id="{FC60B467-9622-3583-3711-5A045E392E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1460966-41CC-E561-655E-918A8C5EB14B}"/>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4944075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71BA2A-BDCC-3847-C40A-42BDF27C057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A9D59B-80CE-4EB5-9936-6E13FAEBA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D18480F-3CD2-A5A7-0990-9ADCBE77F231}"/>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F6B31FCA-5C6A-7A4A-671D-ED1561E316E6}"/>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BYOK for Azure Managed Disks</a:t>
            </a:r>
          </a:p>
        </p:txBody>
      </p:sp>
      <p:sp>
        <p:nvSpPr>
          <p:cNvPr id="10" name="sketch line">
            <a:extLst>
              <a:ext uri="{FF2B5EF4-FFF2-40B4-BE49-F238E27FC236}">
                <a16:creationId xmlns:a16="http://schemas.microsoft.com/office/drawing/2014/main" id="{F4B76B3B-885C-46B8-D2F9-DDB29B9E0B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928930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E40F7A-FE0B-B15F-44B7-69258BBFD77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D386780-A32E-C419-27FC-B8A12BCFB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9016-411B-29A8-6DF7-BD7E5999DBCB}"/>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Enable Host-Based Encryption</a:t>
            </a:r>
          </a:p>
        </p:txBody>
      </p:sp>
      <p:sp>
        <p:nvSpPr>
          <p:cNvPr id="12" name="sketch line">
            <a:extLst>
              <a:ext uri="{FF2B5EF4-FFF2-40B4-BE49-F238E27FC236}">
                <a16:creationId xmlns:a16="http://schemas.microsoft.com/office/drawing/2014/main" id="{24C91E1E-B4B5-0954-AF05-7E276A4A2A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370DE98-93F2-096F-2351-39818F4B123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8729603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D095FE-289C-3D49-8B7D-525BC807A8D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A58CC9-6CBF-D653-AC57-B151A9870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1C996C4-554B-C62D-8E41-18BB0355589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7C10A282-A442-0FC0-0890-6DC51F11A43D}"/>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Host-Based Encryption</a:t>
            </a:r>
          </a:p>
        </p:txBody>
      </p:sp>
      <p:sp>
        <p:nvSpPr>
          <p:cNvPr id="10" name="sketch line">
            <a:extLst>
              <a:ext uri="{FF2B5EF4-FFF2-40B4-BE49-F238E27FC236}">
                <a16:creationId xmlns:a16="http://schemas.microsoft.com/office/drawing/2014/main" id="{AB1F8540-47C4-D744-59FA-D792121CE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056121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FD627E-C938-E3C4-B254-3E973486CC6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931121-E41F-00E8-113D-2DF7094785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8E3BF7-4848-A0F4-0E98-902EC029F819}"/>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Enable FIPS</a:t>
            </a:r>
          </a:p>
        </p:txBody>
      </p:sp>
      <p:sp>
        <p:nvSpPr>
          <p:cNvPr id="12" name="sketch line">
            <a:extLst>
              <a:ext uri="{FF2B5EF4-FFF2-40B4-BE49-F238E27FC236}">
                <a16:creationId xmlns:a16="http://schemas.microsoft.com/office/drawing/2014/main" id="{F1C53400-6881-8A13-CFAC-65DC269602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8ECAF4B-4A1B-DE5F-3450-3735C78E377F}"/>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7664381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CD99EC-98EC-1163-E417-4F298B64127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8D648E8-01B8-20A3-7EBC-6B9A777FD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E76EB6F-8B45-B61F-4487-D51E30E95892}"/>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BE5E963-4A97-452F-EDEC-C8A8C2431CB4}"/>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FIPS</a:t>
            </a:r>
          </a:p>
        </p:txBody>
      </p:sp>
      <p:sp>
        <p:nvSpPr>
          <p:cNvPr id="10" name="sketch line">
            <a:extLst>
              <a:ext uri="{FF2B5EF4-FFF2-40B4-BE49-F238E27FC236}">
                <a16:creationId xmlns:a16="http://schemas.microsoft.com/office/drawing/2014/main" id="{1F57534C-63D1-8210-9548-F8D18ADB77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777236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6F137A-0238-34D0-D2C2-2089FB7B735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CC3656D-6447-AD47-9C2A-0A71BD55C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38D88-E9B2-9709-DB03-ABDA84990153}"/>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Use Confidential Virtual Machines</a:t>
            </a:r>
          </a:p>
        </p:txBody>
      </p:sp>
      <p:sp>
        <p:nvSpPr>
          <p:cNvPr id="12" name="sketch line">
            <a:extLst>
              <a:ext uri="{FF2B5EF4-FFF2-40B4-BE49-F238E27FC236}">
                <a16:creationId xmlns:a16="http://schemas.microsoft.com/office/drawing/2014/main" id="{C0CD7C28-0EF9-9703-D8EB-FE4C517A4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05C57C8-0341-5659-9DDB-7C8ADD9D0D79}"/>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4214659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62387F-1129-D54C-60DD-2777AD789B5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CE039C-746E-A2BB-4875-92F4586B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5022FB6-D48A-8730-6BF9-23508426D4D8}"/>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14E14945-C01D-F91E-0DE1-092A1C57EE7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Confidential Virtual Machines</a:t>
            </a:r>
          </a:p>
        </p:txBody>
      </p:sp>
      <p:sp>
        <p:nvSpPr>
          <p:cNvPr id="10" name="sketch line">
            <a:extLst>
              <a:ext uri="{FF2B5EF4-FFF2-40B4-BE49-F238E27FC236}">
                <a16:creationId xmlns:a16="http://schemas.microsoft.com/office/drawing/2014/main" id="{1EAEE87B-FA9E-52A5-5436-62C2D4217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081743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C53032-3F8C-81CE-0036-540A0987331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00E6DB3-C71C-7E91-72F3-A181D42D1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204D50-385C-C1C5-582A-43E181C4172A}"/>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Use Dedicated Hosts with AKS</a:t>
            </a:r>
          </a:p>
        </p:txBody>
      </p:sp>
      <p:sp>
        <p:nvSpPr>
          <p:cNvPr id="12" name="sketch line">
            <a:extLst>
              <a:ext uri="{FF2B5EF4-FFF2-40B4-BE49-F238E27FC236}">
                <a16:creationId xmlns:a16="http://schemas.microsoft.com/office/drawing/2014/main" id="{8BEF8354-E463-0DE6-A44F-CCEF9FAED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0835888-A9E9-DDCA-3076-D2BFFF0ED00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62486336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AB7844-7021-474B-3CFB-F2EE0694C20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5EEE586-CBBF-4B8C-814E-3180D3DD2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31DAE2B-027B-1326-15AF-FCA54B888D87}"/>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D4C5807D-0221-B095-4AB4-023EC946FFF9}"/>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Dedicated Hosts with AKS</a:t>
            </a:r>
          </a:p>
        </p:txBody>
      </p:sp>
      <p:sp>
        <p:nvSpPr>
          <p:cNvPr id="10" name="sketch line">
            <a:extLst>
              <a:ext uri="{FF2B5EF4-FFF2-40B4-BE49-F238E27FC236}">
                <a16:creationId xmlns:a16="http://schemas.microsoft.com/office/drawing/2014/main" id="{CDCDFEBF-B04F-2342-CB73-3F503524AD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97854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5BDDE7-E183-E909-9433-E056382D9E7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C42DB1-72E8-4724-59B1-54960C196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E6EB84-D2E4-AE8C-73A6-CA40DBD2FFE6}"/>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Restrict access to IMDS</a:t>
            </a:r>
          </a:p>
        </p:txBody>
      </p:sp>
      <p:sp>
        <p:nvSpPr>
          <p:cNvPr id="12" name="sketch line">
            <a:extLst>
              <a:ext uri="{FF2B5EF4-FFF2-40B4-BE49-F238E27FC236}">
                <a16:creationId xmlns:a16="http://schemas.microsoft.com/office/drawing/2014/main" id="{905306E4-85E5-A370-11C8-108D2C413A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DBCE9F9-4FEB-3EBB-AB53-6F01AA9A3C4E}"/>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3346680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A33B36-D49F-2633-948B-DC03F166129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6B0483D-AF39-6943-0B79-EE291F4776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571D93A-D87C-955E-8E14-364F09281F0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75FA813-03E3-BAED-7121-F1D15D0F9BAC}"/>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Restrict access to IMDS</a:t>
            </a:r>
          </a:p>
        </p:txBody>
      </p:sp>
      <p:sp>
        <p:nvSpPr>
          <p:cNvPr id="10" name="sketch line">
            <a:extLst>
              <a:ext uri="{FF2B5EF4-FFF2-40B4-BE49-F238E27FC236}">
                <a16:creationId xmlns:a16="http://schemas.microsoft.com/office/drawing/2014/main" id="{C51EAE23-85AB-FD16-6906-DB3F9CE576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89965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DC237E-10D7-517D-BD76-EBC7E427B5B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DEC9E65-BEDC-0705-AE16-470454D44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E0DE6B9B-4881-601E-06BE-142ACBB37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E35DE1CA-FFBE-0C40-713D-0DF218DE0B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4519881-E390-935D-6752-729AB6A35CBD}"/>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Authentication and Authorization</a:t>
            </a:r>
          </a:p>
        </p:txBody>
      </p:sp>
      <p:sp>
        <p:nvSpPr>
          <p:cNvPr id="13" name="Rectangle 12">
            <a:extLst>
              <a:ext uri="{FF2B5EF4-FFF2-40B4-BE49-F238E27FC236}">
                <a16:creationId xmlns:a16="http://schemas.microsoft.com/office/drawing/2014/main" id="{9293DA3B-ED1E-2375-CBF7-F73AE2FA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93301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F9BD3E-4127-F031-7F93-76DAAEFC2F9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B0EF436-3844-C8FD-24DF-6F901DAE4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44BD9B-8506-F9ED-2258-0EA3D25098FC}"/>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Access and Identity Concepts</a:t>
            </a:r>
          </a:p>
        </p:txBody>
      </p:sp>
      <p:sp>
        <p:nvSpPr>
          <p:cNvPr id="12" name="sketch line">
            <a:extLst>
              <a:ext uri="{FF2B5EF4-FFF2-40B4-BE49-F238E27FC236}">
                <a16:creationId xmlns:a16="http://schemas.microsoft.com/office/drawing/2014/main" id="{4A667698-3AE3-65EA-9569-D66411774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C3C2E66-B1D6-3716-04C9-78998190336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67332322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EDB95D-E335-EE9D-8EE5-E8491F0D04C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37D4573-DAB8-0CDA-F045-C7634B66BD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0B9DDA-6C2F-97BF-A253-ADBC6A744D97}"/>
              </a:ext>
            </a:extLst>
          </p:cNvPr>
          <p:cNvSpPr>
            <a:spLocks noGrp="1"/>
          </p:cNvSpPr>
          <p:nvPr>
            <p:ph type="title"/>
          </p:nvPr>
        </p:nvSpPr>
        <p:spPr>
          <a:xfrm>
            <a:off x="669036" y="370098"/>
            <a:ext cx="11023092" cy="1325563"/>
          </a:xfrm>
        </p:spPr>
        <p:txBody>
          <a:bodyPr vert="horz" lIns="91440" tIns="45720" rIns="91440" bIns="45720" rtlCol="0" anchor="ctr">
            <a:normAutofit/>
          </a:bodyPr>
          <a:lstStyle/>
          <a:p>
            <a:r>
              <a:rPr lang="en-US"/>
              <a:t>Authentication and authorization best practices</a:t>
            </a:r>
          </a:p>
        </p:txBody>
      </p:sp>
      <p:sp>
        <p:nvSpPr>
          <p:cNvPr id="12" name="sketch line">
            <a:extLst>
              <a:ext uri="{FF2B5EF4-FFF2-40B4-BE49-F238E27FC236}">
                <a16:creationId xmlns:a16="http://schemas.microsoft.com/office/drawing/2014/main" id="{C3F2413B-69FB-C0BA-1076-87D122C99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3E24745-0036-DDCB-F1FC-0F49360E7EDB}"/>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69678138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0B1BB9-5692-1E77-48F7-CF34DE3B8DA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26B6FFF-436E-0346-0507-EF5A2C5C31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70DD9C-870A-AD96-3D7E-B08966941582}"/>
              </a:ext>
            </a:extLst>
          </p:cNvPr>
          <p:cNvSpPr>
            <a:spLocks noGrp="1"/>
          </p:cNvSpPr>
          <p:nvPr>
            <p:ph type="title"/>
          </p:nvPr>
        </p:nvSpPr>
        <p:spPr>
          <a:xfrm>
            <a:off x="669036" y="370098"/>
            <a:ext cx="11023092" cy="1325563"/>
          </a:xfrm>
        </p:spPr>
        <p:txBody>
          <a:bodyPr vert="horz" lIns="91440" tIns="45720" rIns="91440" bIns="45720" rtlCol="0" anchor="ctr">
            <a:normAutofit/>
          </a:bodyPr>
          <a:lstStyle/>
          <a:p>
            <a:r>
              <a:rPr lang="en-US"/>
              <a:t>Use Managed Identities</a:t>
            </a:r>
          </a:p>
        </p:txBody>
      </p:sp>
      <p:sp>
        <p:nvSpPr>
          <p:cNvPr id="12" name="sketch line">
            <a:extLst>
              <a:ext uri="{FF2B5EF4-FFF2-40B4-BE49-F238E27FC236}">
                <a16:creationId xmlns:a16="http://schemas.microsoft.com/office/drawing/2014/main" id="{3581C335-670A-1079-06CE-8A004A54D4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09D04B8-3D82-6AC4-4F17-1AC310A0057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8683535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914EC1-01D2-34B4-7317-47AA6F45AF1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FC02DFD-0ABE-2739-0527-9230AF5BC8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D57A790-205F-A602-2AB4-42F0C832CE3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E63E2F6C-42FD-4189-E355-29CF42B2CBC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Managed Identities</a:t>
            </a:r>
          </a:p>
        </p:txBody>
      </p:sp>
      <p:sp>
        <p:nvSpPr>
          <p:cNvPr id="10" name="sketch line">
            <a:extLst>
              <a:ext uri="{FF2B5EF4-FFF2-40B4-BE49-F238E27FC236}">
                <a16:creationId xmlns:a16="http://schemas.microsoft.com/office/drawing/2014/main" id="{39A124B8-A378-4126-9BF8-EB9DC2B7E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74929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64CAB7-0BB2-EB3E-A5A5-8270BCCB9A6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93BD976-DFCA-04B3-53F8-390FDAC102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798924-D08C-721D-6A87-28CE0839F2FB}"/>
              </a:ext>
            </a:extLst>
          </p:cNvPr>
          <p:cNvSpPr>
            <a:spLocks noGrp="1"/>
          </p:cNvSpPr>
          <p:nvPr>
            <p:ph type="title"/>
          </p:nvPr>
        </p:nvSpPr>
        <p:spPr>
          <a:xfrm>
            <a:off x="669036" y="370098"/>
            <a:ext cx="11023092" cy="1325563"/>
          </a:xfrm>
        </p:spPr>
        <p:txBody>
          <a:bodyPr vert="horz" lIns="91440" tIns="45720" rIns="91440" bIns="45720" rtlCol="0" anchor="ctr">
            <a:normAutofit/>
          </a:bodyPr>
          <a:lstStyle/>
          <a:p>
            <a:r>
              <a:rPr lang="en-US"/>
              <a:t>Create Service Principal</a:t>
            </a:r>
          </a:p>
        </p:txBody>
      </p:sp>
      <p:sp>
        <p:nvSpPr>
          <p:cNvPr id="12" name="sketch line">
            <a:extLst>
              <a:ext uri="{FF2B5EF4-FFF2-40B4-BE49-F238E27FC236}">
                <a16:creationId xmlns:a16="http://schemas.microsoft.com/office/drawing/2014/main" id="{7E3F1343-1D41-8B61-C928-63D8A361E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06D1E63-8882-7173-2E19-195ED7D1610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72720027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052188-C5D5-A228-E4A9-10B86271D8C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4A8D96-26A0-1B53-C0FA-A548621125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A1ABAA5-8E75-DE48-ECF2-8F2B4CB3AC41}"/>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7D51C69-B98A-C7C2-0DDC-7683E42CE4A4}"/>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Create Service Principal</a:t>
            </a:r>
          </a:p>
        </p:txBody>
      </p:sp>
      <p:sp>
        <p:nvSpPr>
          <p:cNvPr id="10" name="sketch line">
            <a:extLst>
              <a:ext uri="{FF2B5EF4-FFF2-40B4-BE49-F238E27FC236}">
                <a16:creationId xmlns:a16="http://schemas.microsoft.com/office/drawing/2014/main" id="{9E9DD8E6-88A4-6538-175E-8B94F8D64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9949012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5322E7-CCBF-310A-216D-5B0D833A5B4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D8C152-5395-0723-3A4A-9894B5391F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899A72-703E-7AEB-632A-97540EB6FFEC}"/>
              </a:ext>
            </a:extLst>
          </p:cNvPr>
          <p:cNvSpPr>
            <a:spLocks noGrp="1"/>
          </p:cNvSpPr>
          <p:nvPr>
            <p:ph type="title"/>
          </p:nvPr>
        </p:nvSpPr>
        <p:spPr>
          <a:xfrm>
            <a:off x="669036" y="370098"/>
            <a:ext cx="11519916" cy="1325563"/>
          </a:xfrm>
        </p:spPr>
        <p:txBody>
          <a:bodyPr vert="horz" lIns="91440" tIns="45720" rIns="91440" bIns="45720" rtlCol="0" anchor="ctr">
            <a:normAutofit/>
          </a:bodyPr>
          <a:lstStyle/>
          <a:p>
            <a:r>
              <a:rPr lang="en-US"/>
              <a:t>Enable AKS-Managed Microsoft Entra Integration</a:t>
            </a:r>
          </a:p>
        </p:txBody>
      </p:sp>
      <p:sp>
        <p:nvSpPr>
          <p:cNvPr id="12" name="sketch line">
            <a:extLst>
              <a:ext uri="{FF2B5EF4-FFF2-40B4-BE49-F238E27FC236}">
                <a16:creationId xmlns:a16="http://schemas.microsoft.com/office/drawing/2014/main" id="{16070F2D-FBD3-183A-2285-4FAA0D156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DADD536-D1F9-5F42-BC18-0DFEF99EBA7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66922524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D23E56-D00A-8321-E58B-1170D9C35F8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09C12C-12F6-E7BA-930E-BDA1A0AB1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259E0C2-E262-8069-2D0F-F1DEE4C4A05C}"/>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C8A5B698-4BD1-FEF1-E937-773AB1F1BC1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AKS-Managed Microsoft Entra Integration</a:t>
            </a:r>
          </a:p>
        </p:txBody>
      </p:sp>
      <p:sp>
        <p:nvSpPr>
          <p:cNvPr id="10" name="sketch line">
            <a:extLst>
              <a:ext uri="{FF2B5EF4-FFF2-40B4-BE49-F238E27FC236}">
                <a16:creationId xmlns:a16="http://schemas.microsoft.com/office/drawing/2014/main" id="{6792C811-A43E-79BB-2DEB-EE3F8018F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59811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0DAC57-8B52-913F-B376-FD31A2ECF98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756CB4-29A5-239B-93BE-FA8238D7F9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C3E7E8-EFFD-5E94-9A11-1567908009C0}"/>
              </a:ext>
            </a:extLst>
          </p:cNvPr>
          <p:cNvSpPr>
            <a:spLocks noGrp="1"/>
          </p:cNvSpPr>
          <p:nvPr>
            <p:ph type="title"/>
          </p:nvPr>
        </p:nvSpPr>
        <p:spPr>
          <a:xfrm>
            <a:off x="669036" y="370098"/>
            <a:ext cx="11519916" cy="1325563"/>
          </a:xfrm>
        </p:spPr>
        <p:txBody>
          <a:bodyPr vert="horz" lIns="91440" tIns="45720" rIns="91440" bIns="45720" rtlCol="0" anchor="ctr">
            <a:normAutofit/>
          </a:bodyPr>
          <a:lstStyle/>
          <a:p>
            <a:r>
              <a:rPr lang="en-US"/>
              <a:t>Manage Local Accounts</a:t>
            </a:r>
          </a:p>
        </p:txBody>
      </p:sp>
      <p:sp>
        <p:nvSpPr>
          <p:cNvPr id="12" name="sketch line">
            <a:extLst>
              <a:ext uri="{FF2B5EF4-FFF2-40B4-BE49-F238E27FC236}">
                <a16:creationId xmlns:a16="http://schemas.microsoft.com/office/drawing/2014/main" id="{0A704B35-EAD6-716D-D5D6-9206A2CC0E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888EAC5-DF5B-56FD-04D7-B0308B629FB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87921457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C6D0DD-A43D-DAFE-67D9-35AB8C4D260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6A0B03-D33F-9CA7-102C-C8B3D25E5B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67C3DFA-9D2E-58F3-AAA4-B8D250FC9FD2}"/>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709302D-4092-AD1B-8CF1-452AE8FBF113}"/>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Manage Local Accounts</a:t>
            </a:r>
          </a:p>
        </p:txBody>
      </p:sp>
      <p:sp>
        <p:nvSpPr>
          <p:cNvPr id="10" name="sketch line">
            <a:extLst>
              <a:ext uri="{FF2B5EF4-FFF2-40B4-BE49-F238E27FC236}">
                <a16:creationId xmlns:a16="http://schemas.microsoft.com/office/drawing/2014/main" id="{4C155BA1-CDA4-9A69-A688-79165F3A74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31100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446588-A876-CC5D-201E-920A796343B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F5ADFCB-A8EA-8686-75DE-AC3A61DD0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FD5262-9B91-7892-8EBC-CE5562186096}"/>
              </a:ext>
            </a:extLst>
          </p:cNvPr>
          <p:cNvSpPr>
            <a:spLocks noGrp="1"/>
          </p:cNvSpPr>
          <p:nvPr>
            <p:ph type="title"/>
          </p:nvPr>
        </p:nvSpPr>
        <p:spPr>
          <a:xfrm>
            <a:off x="669036" y="370098"/>
            <a:ext cx="11519916" cy="1325563"/>
          </a:xfrm>
        </p:spPr>
        <p:txBody>
          <a:bodyPr vert="horz" lIns="91440" tIns="45720" rIns="91440" bIns="45720" rtlCol="0" anchor="ctr">
            <a:normAutofit/>
          </a:bodyPr>
          <a:lstStyle/>
          <a:p>
            <a:pPr algn="ctr"/>
            <a:r>
              <a:rPr lang="en-US"/>
              <a:t>Cluster and Node Access Control with Conditional Access</a:t>
            </a:r>
          </a:p>
        </p:txBody>
      </p:sp>
      <p:sp>
        <p:nvSpPr>
          <p:cNvPr id="12" name="sketch line">
            <a:extLst>
              <a:ext uri="{FF2B5EF4-FFF2-40B4-BE49-F238E27FC236}">
                <a16:creationId xmlns:a16="http://schemas.microsoft.com/office/drawing/2014/main" id="{E2AD23F1-1621-7B3E-97E5-2F6427B6A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E019660-069F-AB19-12AA-FE3258A5660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56097939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05878B-8575-36DA-4E5A-A4DDDC3034C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EF851D-A7C8-720D-40E2-B853E626D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0470666-273C-7645-DA6D-00792F17308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82A56D0-BD8F-C72C-87D2-D304008CB7F4}"/>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Cluster and Node Access Control with Conditional Access</a:t>
            </a:r>
          </a:p>
        </p:txBody>
      </p:sp>
      <p:sp>
        <p:nvSpPr>
          <p:cNvPr id="10" name="sketch line">
            <a:extLst>
              <a:ext uri="{FF2B5EF4-FFF2-40B4-BE49-F238E27FC236}">
                <a16:creationId xmlns:a16="http://schemas.microsoft.com/office/drawing/2014/main" id="{6C80448A-2C55-3836-3116-A50117A878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94151388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7F5460-7A50-D7B2-5702-90BA06E3534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BE6D18B-9742-298E-1244-ACE111A61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49C530-B214-3AE7-2CD3-D5E9D9371CAC}"/>
              </a:ext>
            </a:extLst>
          </p:cNvPr>
          <p:cNvSpPr>
            <a:spLocks noGrp="1"/>
          </p:cNvSpPr>
          <p:nvPr>
            <p:ph type="title"/>
          </p:nvPr>
        </p:nvSpPr>
        <p:spPr>
          <a:xfrm>
            <a:off x="669036" y="370098"/>
            <a:ext cx="11519916" cy="1325563"/>
          </a:xfrm>
        </p:spPr>
        <p:txBody>
          <a:bodyPr vert="horz" lIns="91440" tIns="45720" rIns="91440" bIns="45720" rtlCol="0" anchor="ctr">
            <a:normAutofit/>
          </a:bodyPr>
          <a:lstStyle/>
          <a:p>
            <a:pPr algn="ctr"/>
            <a:r>
              <a:rPr lang="en-US"/>
              <a:t>Cluster and node access control with Privileged Identity Management</a:t>
            </a:r>
          </a:p>
        </p:txBody>
      </p:sp>
      <p:sp>
        <p:nvSpPr>
          <p:cNvPr id="12" name="sketch line">
            <a:extLst>
              <a:ext uri="{FF2B5EF4-FFF2-40B4-BE49-F238E27FC236}">
                <a16:creationId xmlns:a16="http://schemas.microsoft.com/office/drawing/2014/main" id="{E6DEFF0A-B47B-839E-176D-FF34DB116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D4E1643-D479-BD96-4D0A-BE513091FE31}"/>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2951569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C046A1-5B55-90CF-E8DC-C8954898377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450CAD-FCED-8B56-7FB3-9E6A7FA5D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A45418B-61F2-DCA5-D12E-208EC6DCF5EC}"/>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8BBBDD78-E151-DE20-6BB3-44A8444936C1}"/>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Cluster and Node Access Control with Privileged Identity Management</a:t>
            </a:r>
          </a:p>
        </p:txBody>
      </p:sp>
      <p:sp>
        <p:nvSpPr>
          <p:cNvPr id="10" name="sketch line">
            <a:extLst>
              <a:ext uri="{FF2B5EF4-FFF2-40B4-BE49-F238E27FC236}">
                <a16:creationId xmlns:a16="http://schemas.microsoft.com/office/drawing/2014/main" id="{50E7C93D-FE4C-91A0-0E79-3E6FCA0BF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048289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612873-A345-0D65-92AA-CA1085345C6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066490C-F20D-6FF6-E04C-189999674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DD7FE2-57DE-11BD-C7FC-5B0B78B90CB2}"/>
              </a:ext>
            </a:extLst>
          </p:cNvPr>
          <p:cNvSpPr>
            <a:spLocks noGrp="1"/>
          </p:cNvSpPr>
          <p:nvPr>
            <p:ph type="title"/>
          </p:nvPr>
        </p:nvSpPr>
        <p:spPr>
          <a:xfrm>
            <a:off x="669036" y="370098"/>
            <a:ext cx="11519916" cy="1325563"/>
          </a:xfrm>
        </p:spPr>
        <p:txBody>
          <a:bodyPr vert="horz" lIns="91440" tIns="45720" rIns="91440" bIns="45720" rtlCol="0" anchor="ctr">
            <a:normAutofit/>
          </a:bodyPr>
          <a:lstStyle/>
          <a:p>
            <a:r>
              <a:rPr lang="en-US"/>
              <a:t>Microsoft Entra Integration (Legacy)</a:t>
            </a:r>
          </a:p>
        </p:txBody>
      </p:sp>
      <p:sp>
        <p:nvSpPr>
          <p:cNvPr id="12" name="sketch line">
            <a:extLst>
              <a:ext uri="{FF2B5EF4-FFF2-40B4-BE49-F238E27FC236}">
                <a16:creationId xmlns:a16="http://schemas.microsoft.com/office/drawing/2014/main" id="{A55F0042-B334-2F00-7954-948AD7C29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4EB4AF4-E812-FF2E-F522-35B7F780D4E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44157492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C123B1-07A6-124F-58E0-F62D67729ED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108FD66-4CBF-D012-D907-A6F68897E5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7E7F0AC-50E3-A7EE-1B37-6002F0A81BFE}"/>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20C24CB8-A6F1-0CC7-4B64-7B785A005756}"/>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Microsoft Entra Integration (Legacy)</a:t>
            </a:r>
          </a:p>
        </p:txBody>
      </p:sp>
      <p:sp>
        <p:nvSpPr>
          <p:cNvPr id="10" name="sketch line">
            <a:extLst>
              <a:ext uri="{FF2B5EF4-FFF2-40B4-BE49-F238E27FC236}">
                <a16:creationId xmlns:a16="http://schemas.microsoft.com/office/drawing/2014/main" id="{76C74185-9420-9825-8B99-9A020E3735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213223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A47B5F-DD7E-7193-D367-24F6F01275A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3C7CFC-8040-971A-5162-F309464312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AF1BB1-7657-7C4A-395F-4ADBC5A15AD8}"/>
              </a:ext>
            </a:extLst>
          </p:cNvPr>
          <p:cNvSpPr>
            <a:spLocks noGrp="1"/>
          </p:cNvSpPr>
          <p:nvPr>
            <p:ph type="title"/>
          </p:nvPr>
        </p:nvSpPr>
        <p:spPr>
          <a:xfrm>
            <a:off x="669036" y="370098"/>
            <a:ext cx="11519916" cy="1325563"/>
          </a:xfrm>
        </p:spPr>
        <p:txBody>
          <a:bodyPr vert="horz" lIns="91440" tIns="45720" rIns="91440" bIns="45720" rtlCol="0" anchor="ctr">
            <a:normAutofit/>
          </a:bodyPr>
          <a:lstStyle/>
          <a:p>
            <a:r>
              <a:rPr lang="en-US"/>
              <a:t>Enable GMSA Integration</a:t>
            </a:r>
          </a:p>
        </p:txBody>
      </p:sp>
      <p:sp>
        <p:nvSpPr>
          <p:cNvPr id="12" name="sketch line">
            <a:extLst>
              <a:ext uri="{FF2B5EF4-FFF2-40B4-BE49-F238E27FC236}">
                <a16:creationId xmlns:a16="http://schemas.microsoft.com/office/drawing/2014/main" id="{D16AE3F0-3FF4-4059-FD1A-D6610E488D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0E49FD0-848C-3252-E355-3274A5AB9942}"/>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85256816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A8A9F8-152B-4C65-176D-E119986512C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0074D6-E27F-C04A-C7C9-061ABBBF04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A515FD1-C787-107E-CDD0-8668C69AC24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7B0347DC-A366-A6DC-41E7-75DB0195C1C8}"/>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GMSA Integration</a:t>
            </a:r>
          </a:p>
        </p:txBody>
      </p:sp>
      <p:sp>
        <p:nvSpPr>
          <p:cNvPr id="10" name="sketch line">
            <a:extLst>
              <a:ext uri="{FF2B5EF4-FFF2-40B4-BE49-F238E27FC236}">
                <a16:creationId xmlns:a16="http://schemas.microsoft.com/office/drawing/2014/main" id="{7874F5AB-E845-7D64-DCFD-C28DB1E70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0314686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A0905E-D76A-165D-70A1-465B093DC8A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03C2BA-C63C-A3CF-DDDE-D78CF37804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156326-4398-3B8B-6CAD-73EE27BBCA62}"/>
              </a:ext>
            </a:extLst>
          </p:cNvPr>
          <p:cNvSpPr>
            <a:spLocks noGrp="1"/>
          </p:cNvSpPr>
          <p:nvPr>
            <p:ph type="title"/>
          </p:nvPr>
        </p:nvSpPr>
        <p:spPr>
          <a:xfrm>
            <a:off x="669036" y="370098"/>
            <a:ext cx="11519916" cy="1325563"/>
          </a:xfrm>
        </p:spPr>
        <p:txBody>
          <a:bodyPr vert="horz" lIns="91440" tIns="45720" rIns="91440" bIns="45720" rtlCol="0" anchor="ctr">
            <a:normAutofit/>
          </a:bodyPr>
          <a:lstStyle/>
          <a:p>
            <a:r>
              <a:rPr lang="en-US"/>
              <a:t>Use Azure RBAC for Kubernetes Authorization</a:t>
            </a:r>
          </a:p>
        </p:txBody>
      </p:sp>
      <p:sp>
        <p:nvSpPr>
          <p:cNvPr id="12" name="sketch line">
            <a:extLst>
              <a:ext uri="{FF2B5EF4-FFF2-40B4-BE49-F238E27FC236}">
                <a16:creationId xmlns:a16="http://schemas.microsoft.com/office/drawing/2014/main" id="{CE020DCE-E559-3D1D-C78C-A1567ABE45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8CD13A3-856E-8BF6-C92C-CEEDD326025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89597502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3D2272-2C30-8006-393C-C013A94C49A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24A0823-ECAD-FB90-95BF-A4F9BFF5F9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910AF3A-BD9E-1784-521E-5D607BB3535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166E8DBC-5CF4-6B7D-979C-6464C3DE60ED}"/>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Azure RBAC for Kubernetes Authorization</a:t>
            </a:r>
          </a:p>
        </p:txBody>
      </p:sp>
      <p:sp>
        <p:nvSpPr>
          <p:cNvPr id="10" name="sketch line">
            <a:extLst>
              <a:ext uri="{FF2B5EF4-FFF2-40B4-BE49-F238E27FC236}">
                <a16:creationId xmlns:a16="http://schemas.microsoft.com/office/drawing/2014/main" id="{7CC3421B-4587-B3D4-CCF1-5398D2A195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138486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9E209F-5E31-ADEE-3BA1-F94322EF349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E838E4E-3F9D-B227-C4AE-1C0863376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4B7DDD-BFE6-2746-772A-769BDE1F21CA}"/>
              </a:ext>
            </a:extLst>
          </p:cNvPr>
          <p:cNvSpPr>
            <a:spLocks noGrp="1"/>
          </p:cNvSpPr>
          <p:nvPr>
            <p:ph type="title"/>
          </p:nvPr>
        </p:nvSpPr>
        <p:spPr>
          <a:xfrm>
            <a:off x="-45879" y="370098"/>
            <a:ext cx="12455837" cy="1325563"/>
          </a:xfrm>
        </p:spPr>
        <p:txBody>
          <a:bodyPr vert="horz" lIns="91440" tIns="45720" rIns="91440" bIns="45720" rtlCol="0" anchor="ctr">
            <a:normAutofit/>
          </a:bodyPr>
          <a:lstStyle/>
          <a:p>
            <a:r>
              <a:rPr lang="en-US"/>
              <a:t>Use Kubernetes RBAC with Microsoft Entra Integration</a:t>
            </a:r>
          </a:p>
        </p:txBody>
      </p:sp>
      <p:sp>
        <p:nvSpPr>
          <p:cNvPr id="12" name="sketch line">
            <a:extLst>
              <a:ext uri="{FF2B5EF4-FFF2-40B4-BE49-F238E27FC236}">
                <a16:creationId xmlns:a16="http://schemas.microsoft.com/office/drawing/2014/main" id="{BAB6F620-C711-3872-D63F-4EB6BED78C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5F52DD7-45E9-D6B7-0A76-D8B24BAE5B5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91215636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0E2538-DF29-6C08-91A5-F30AE24D7AC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FA2AD3-21F0-F849-E8BE-819EA161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EBD387E-606C-539B-4765-955B4FF95899}"/>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E866EAB0-9F66-9075-96C8-6D9F3E6E10E2}"/>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Kubernetes RBAC with Microsoft Entra Integration</a:t>
            </a:r>
          </a:p>
        </p:txBody>
      </p:sp>
      <p:sp>
        <p:nvSpPr>
          <p:cNvPr id="10" name="sketch line">
            <a:extLst>
              <a:ext uri="{FF2B5EF4-FFF2-40B4-BE49-F238E27FC236}">
                <a16:creationId xmlns:a16="http://schemas.microsoft.com/office/drawing/2014/main" id="{1005CDA6-A983-92B5-E854-93DF5AF4F1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344705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FE5153-BAF1-D7D6-38C3-553C7A4F97B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F3C3AF-CCB5-D015-FD05-EC34F4A938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61DD87-E5FF-7CF4-8259-5001A1FA8B00}"/>
              </a:ext>
            </a:extLst>
          </p:cNvPr>
          <p:cNvSpPr>
            <a:spLocks noGrp="1"/>
          </p:cNvSpPr>
          <p:nvPr>
            <p:ph type="title"/>
          </p:nvPr>
        </p:nvSpPr>
        <p:spPr>
          <a:xfrm>
            <a:off x="-46180" y="370098"/>
            <a:ext cx="12598400" cy="1325563"/>
          </a:xfrm>
        </p:spPr>
        <p:txBody>
          <a:bodyPr vert="horz" lIns="91440" tIns="45720" rIns="91440" bIns="45720" rtlCol="0" anchor="ctr">
            <a:normAutofit/>
          </a:bodyPr>
          <a:lstStyle/>
          <a:p>
            <a:r>
              <a:rPr lang="en-US"/>
              <a:t>Use Kubernetes RBAC with Microsoft Entra Integration</a:t>
            </a:r>
          </a:p>
        </p:txBody>
      </p:sp>
      <p:sp>
        <p:nvSpPr>
          <p:cNvPr id="12" name="sketch line">
            <a:extLst>
              <a:ext uri="{FF2B5EF4-FFF2-40B4-BE49-F238E27FC236}">
                <a16:creationId xmlns:a16="http://schemas.microsoft.com/office/drawing/2014/main" id="{8969231E-833D-D3F5-8703-7051311B54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B391437-B472-D358-1A8B-5B0377CD8D91}"/>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36688197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693A26-4944-4411-8EE5-A4882E3B979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97CDE21-D611-205D-E653-1675A460E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3800E2F-58DA-294F-5F92-C20C2EA3B0F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8B371977-67A9-3158-6011-950C1920EA24}"/>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Kubernetes RBAC with Microsoft Entra Integration</a:t>
            </a:r>
          </a:p>
        </p:txBody>
      </p:sp>
      <p:sp>
        <p:nvSpPr>
          <p:cNvPr id="10" name="sketch line">
            <a:extLst>
              <a:ext uri="{FF2B5EF4-FFF2-40B4-BE49-F238E27FC236}">
                <a16:creationId xmlns:a16="http://schemas.microsoft.com/office/drawing/2014/main" id="{166B1C4E-77FB-C847-5082-D596B155F2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374969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9DED2C-9303-C884-276D-979F9BB03D5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CCF97D-AF3D-89FB-DB1C-E549692A8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A4B2BF-D033-16AF-1BB1-B2CAFCC8BA3A}"/>
              </a:ext>
            </a:extLst>
          </p:cNvPr>
          <p:cNvSpPr>
            <a:spLocks noGrp="1"/>
          </p:cNvSpPr>
          <p:nvPr>
            <p:ph type="title"/>
          </p:nvPr>
        </p:nvSpPr>
        <p:spPr>
          <a:xfrm>
            <a:off x="600365" y="370098"/>
            <a:ext cx="12598400" cy="1325563"/>
          </a:xfrm>
        </p:spPr>
        <p:txBody>
          <a:bodyPr vert="horz" lIns="91440" tIns="45720" rIns="91440" bIns="45720" rtlCol="0" anchor="ctr">
            <a:normAutofit/>
          </a:bodyPr>
          <a:lstStyle/>
          <a:p>
            <a:r>
              <a:rPr lang="en-US"/>
              <a:t>Update Cluster Credentials</a:t>
            </a:r>
          </a:p>
        </p:txBody>
      </p:sp>
      <p:sp>
        <p:nvSpPr>
          <p:cNvPr id="12" name="sketch line">
            <a:extLst>
              <a:ext uri="{FF2B5EF4-FFF2-40B4-BE49-F238E27FC236}">
                <a16:creationId xmlns:a16="http://schemas.microsoft.com/office/drawing/2014/main" id="{6A1D9557-C8A9-AF2F-C420-915726AAF4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1D781C5-EB6A-1B7E-3C5C-7F71CF266AF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7493805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9E6DC0-FD30-706B-E013-CB7D2D51A44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A31137-DC69-360D-828A-7FFF01F48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C8DA8B1-8306-A5A3-F9CE-3B3BAB8C39C7}"/>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A295097-8D48-4F79-B98D-508B023D9EC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Update Cluster Credentials</a:t>
            </a:r>
          </a:p>
        </p:txBody>
      </p:sp>
      <p:sp>
        <p:nvSpPr>
          <p:cNvPr id="10" name="sketch line">
            <a:extLst>
              <a:ext uri="{FF2B5EF4-FFF2-40B4-BE49-F238E27FC236}">
                <a16:creationId xmlns:a16="http://schemas.microsoft.com/office/drawing/2014/main" id="{1E2266DE-D505-19F8-E8D7-BD83332B67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2230259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D71629-13E5-CD7B-52B4-D7C16802CC3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01410FD-81E7-B08D-0C7F-01D06BD0F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7E1971-CB27-B165-8CB3-7EEB121B7255}"/>
              </a:ext>
            </a:extLst>
          </p:cNvPr>
          <p:cNvSpPr>
            <a:spLocks noGrp="1"/>
          </p:cNvSpPr>
          <p:nvPr>
            <p:ph type="title"/>
          </p:nvPr>
        </p:nvSpPr>
        <p:spPr>
          <a:xfrm>
            <a:off x="600365" y="370098"/>
            <a:ext cx="10021453" cy="1325563"/>
          </a:xfrm>
        </p:spPr>
        <p:txBody>
          <a:bodyPr vert="horz" lIns="91440" tIns="45720" rIns="91440" bIns="45720" rtlCol="0" anchor="ctr">
            <a:normAutofit/>
          </a:bodyPr>
          <a:lstStyle/>
          <a:p>
            <a:r>
              <a:rPr lang="en-US"/>
              <a:t>Limit Access to Cluster Configuration File</a:t>
            </a:r>
          </a:p>
        </p:txBody>
      </p:sp>
      <p:sp>
        <p:nvSpPr>
          <p:cNvPr id="12" name="sketch line">
            <a:extLst>
              <a:ext uri="{FF2B5EF4-FFF2-40B4-BE49-F238E27FC236}">
                <a16:creationId xmlns:a16="http://schemas.microsoft.com/office/drawing/2014/main" id="{4F7898BA-3F67-A2CE-1AAD-133948DA3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3ED24F3-52DC-6745-1F4F-D192E850176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77020821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3D879E-9E27-93BF-D47C-A6247CDACD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042C0C6-E330-4BF6-6F54-B02CD1DFF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E84AD11-F7C0-D2E3-4003-4E23002D3E73}"/>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F551D8FC-E8B2-E702-260E-C8F47094529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Limit Access to Cluster Configuration File</a:t>
            </a:r>
          </a:p>
        </p:txBody>
      </p:sp>
      <p:sp>
        <p:nvSpPr>
          <p:cNvPr id="10" name="sketch line">
            <a:extLst>
              <a:ext uri="{FF2B5EF4-FFF2-40B4-BE49-F238E27FC236}">
                <a16:creationId xmlns:a16="http://schemas.microsoft.com/office/drawing/2014/main" id="{7FE2CEBB-64E3-D7CC-91AC-360DFD9A2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5406219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B666D9-0C01-4A49-379D-F284E315806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38DE11-8C11-DCE0-64CD-ECAE11C2F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47C7E2-CCA3-F6AD-D4D2-AF6C70357106}"/>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External Identity Provider Authentication Overview</a:t>
            </a:r>
          </a:p>
        </p:txBody>
      </p:sp>
      <p:sp>
        <p:nvSpPr>
          <p:cNvPr id="12" name="sketch line">
            <a:extLst>
              <a:ext uri="{FF2B5EF4-FFF2-40B4-BE49-F238E27FC236}">
                <a16:creationId xmlns:a16="http://schemas.microsoft.com/office/drawing/2014/main" id="{790A018F-726B-ECAB-8037-3ADBEB0FBD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6A6765E-F160-C3FC-097F-DE0120840726}"/>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22382897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D4A0AC-3EE5-EF4D-FC6C-FC7E35F1B67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130170E-4282-71B0-C270-3431C2DA5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A46AE56-7CF1-5664-DC96-ABB383AC25EE}"/>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BA25BE88-E3E9-A08E-9CD0-8CA213EBFAC1}"/>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External Identity Provider Authentication Overview</a:t>
            </a:r>
          </a:p>
        </p:txBody>
      </p:sp>
      <p:sp>
        <p:nvSpPr>
          <p:cNvPr id="10" name="sketch line">
            <a:extLst>
              <a:ext uri="{FF2B5EF4-FFF2-40B4-BE49-F238E27FC236}">
                <a16:creationId xmlns:a16="http://schemas.microsoft.com/office/drawing/2014/main" id="{EF379D01-6F02-08C7-41C3-F4F2758E5A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290884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8DAF90-0620-F195-9EA6-1C13872C202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BEFD1C-6C49-9395-1603-5C1A19996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FD141F-7422-07D5-C62A-221B6A9D4861}"/>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Configure External Identity Providers</a:t>
            </a:r>
          </a:p>
        </p:txBody>
      </p:sp>
      <p:sp>
        <p:nvSpPr>
          <p:cNvPr id="12" name="sketch line">
            <a:extLst>
              <a:ext uri="{FF2B5EF4-FFF2-40B4-BE49-F238E27FC236}">
                <a16:creationId xmlns:a16="http://schemas.microsoft.com/office/drawing/2014/main" id="{1AA5E465-7E87-DEC6-3A80-CAFBD449F0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F10A754-D277-1EDC-3DA2-88C363D46D1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07848780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DEE7D0-87B4-BE5F-6ED7-1DA12D3FD57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94E34D-3FD3-85BB-C0F5-57744D5D9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069D273-70D0-BD2E-7005-3B2675901F0F}"/>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DC582E8D-BA97-7E1F-4790-BF0AD3FDADFD}"/>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Configure External Identity Providers</a:t>
            </a:r>
          </a:p>
        </p:txBody>
      </p:sp>
      <p:sp>
        <p:nvSpPr>
          <p:cNvPr id="10" name="sketch line">
            <a:extLst>
              <a:ext uri="{FF2B5EF4-FFF2-40B4-BE49-F238E27FC236}">
                <a16:creationId xmlns:a16="http://schemas.microsoft.com/office/drawing/2014/main" id="{3C672906-93F3-1DC0-6CE1-8257F9A73D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571806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892844-BE25-76EA-E505-11C4DA48A3D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A76ADA-3C4C-12A7-9E76-7000966094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1443F6-2D54-B799-38C4-17CB4618D403}"/>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Control Deployments with Azure Policy</a:t>
            </a:r>
          </a:p>
        </p:txBody>
      </p:sp>
      <p:sp>
        <p:nvSpPr>
          <p:cNvPr id="12" name="sketch line">
            <a:extLst>
              <a:ext uri="{FF2B5EF4-FFF2-40B4-BE49-F238E27FC236}">
                <a16:creationId xmlns:a16="http://schemas.microsoft.com/office/drawing/2014/main" id="{1EFD2F79-AEFF-2D94-0103-C488440FE0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29BA1B5-CEBD-EC04-9B38-76E36148C863}"/>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58547476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313C9F-8CD0-0AB6-A617-05891C4A0B9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509603-85EB-8154-E8F6-7A82464A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71B16A1-87F6-1592-2521-1EFAF681553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10DB8FF7-0625-093B-0E97-35D2E66C6B1E}"/>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Control Deployments with Azure Policy</a:t>
            </a:r>
          </a:p>
        </p:txBody>
      </p:sp>
      <p:sp>
        <p:nvSpPr>
          <p:cNvPr id="10" name="sketch line">
            <a:extLst>
              <a:ext uri="{FF2B5EF4-FFF2-40B4-BE49-F238E27FC236}">
                <a16:creationId xmlns:a16="http://schemas.microsoft.com/office/drawing/2014/main" id="{A838535C-E118-3A08-4D28-8A01843FFE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7801573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DE65B4-851B-09EC-D40B-FFE4BB61226E}"/>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C1AA650-790C-AA60-9DBA-0C2CF56DEC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811A1EFE-E247-264A-BD69-60FA70D562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DB57B304-AF40-7313-4AC0-0EFB15A85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B147A16-468A-3465-32F2-30A32CBAEE53}"/>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Application Security</a:t>
            </a:r>
          </a:p>
        </p:txBody>
      </p:sp>
      <p:sp>
        <p:nvSpPr>
          <p:cNvPr id="13" name="Rectangle 12">
            <a:extLst>
              <a:ext uri="{FF2B5EF4-FFF2-40B4-BE49-F238E27FC236}">
                <a16:creationId xmlns:a16="http://schemas.microsoft.com/office/drawing/2014/main" id="{E0CD5FE8-9F16-E6A4-E3CC-B74E0A49B1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748828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5190C4-927A-9180-2047-F2BA7D5E427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66EBB76-C1F5-14CF-78E6-BE8D038875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52F211-DCA1-B027-0012-C233F89082D8}"/>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Create an OIDC Issuer for your Cluster</a:t>
            </a:r>
          </a:p>
        </p:txBody>
      </p:sp>
      <p:sp>
        <p:nvSpPr>
          <p:cNvPr id="12" name="sketch line">
            <a:extLst>
              <a:ext uri="{FF2B5EF4-FFF2-40B4-BE49-F238E27FC236}">
                <a16:creationId xmlns:a16="http://schemas.microsoft.com/office/drawing/2014/main" id="{57016CC9-F7F0-BFE4-EFF3-1CC5BB9D0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40C9604-7CE8-BEFA-90E2-71FAF82B899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65970956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4FEA48-3157-D30D-46BC-628DBBA136F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6C3B050-5EF4-190F-DC72-E3C52ABFDC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79F2DA3-5DF7-6ABD-827B-EFA150463578}"/>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C4DCCB4-5E36-DD86-1003-2457DE4C624B}"/>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Create an OIDC Issuer for your Cluster</a:t>
            </a:r>
          </a:p>
        </p:txBody>
      </p:sp>
      <p:sp>
        <p:nvSpPr>
          <p:cNvPr id="10" name="sketch line">
            <a:extLst>
              <a:ext uri="{FF2B5EF4-FFF2-40B4-BE49-F238E27FC236}">
                <a16:creationId xmlns:a16="http://schemas.microsoft.com/office/drawing/2014/main" id="{D8EC2FD5-8D2A-8C0C-C234-8B5165F4F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782234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0172F0-585B-E2EF-1189-33D9F0F1952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A165472-91FB-170E-83A3-84A437F14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C63230-797C-ED66-DE44-2FBF2BE1D177}"/>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Workload Identity Overview</a:t>
            </a:r>
          </a:p>
        </p:txBody>
      </p:sp>
      <p:sp>
        <p:nvSpPr>
          <p:cNvPr id="12" name="sketch line">
            <a:extLst>
              <a:ext uri="{FF2B5EF4-FFF2-40B4-BE49-F238E27FC236}">
                <a16:creationId xmlns:a16="http://schemas.microsoft.com/office/drawing/2014/main" id="{730B20A2-6922-DF5C-1504-6C185EDBE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4FC7198-A4FE-653E-303A-78D2BD68368E}"/>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4201570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2EC008-DB4A-D06E-F1CC-07D71C16B94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58C299-437C-DFC5-793D-6A14ED311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AF66565-0FF7-9B38-B426-31F44852606B}"/>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274347C-6296-1FD4-1CFE-D615F7F3D13F}"/>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Workload Identity Overview</a:t>
            </a:r>
          </a:p>
        </p:txBody>
      </p:sp>
      <p:sp>
        <p:nvSpPr>
          <p:cNvPr id="10" name="sketch line">
            <a:extLst>
              <a:ext uri="{FF2B5EF4-FFF2-40B4-BE49-F238E27FC236}">
                <a16:creationId xmlns:a16="http://schemas.microsoft.com/office/drawing/2014/main" id="{69B8AC1D-7393-7B27-0AFF-1AB9AE2A0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3918857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C5D66F-13E3-E45E-B69E-4D8742F91DD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2F0FCE1-A52B-6285-070E-D680D581A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C460A4-D8D3-42F6-BA81-8669FD081A4F}"/>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Deploy and Configure Workload Identity</a:t>
            </a:r>
          </a:p>
        </p:txBody>
      </p:sp>
      <p:sp>
        <p:nvSpPr>
          <p:cNvPr id="12" name="sketch line">
            <a:extLst>
              <a:ext uri="{FF2B5EF4-FFF2-40B4-BE49-F238E27FC236}">
                <a16:creationId xmlns:a16="http://schemas.microsoft.com/office/drawing/2014/main" id="{2F4D2338-1312-8593-2605-25B88C7497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29B4AA0-F907-55E0-A5F7-8055BE94197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09591986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4E5AE7-5ACC-5289-2BDB-31624A22537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42BABFA-FE14-3DF0-15FB-631D5F853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6C9A60C-5B94-6228-E79C-0BD9C5A83FDE}"/>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71718AA-24BA-0D86-5449-0659A8BF9BF3}"/>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Deploy and Configure Workload Identity for a Cluster</a:t>
            </a:r>
          </a:p>
        </p:txBody>
      </p:sp>
      <p:sp>
        <p:nvSpPr>
          <p:cNvPr id="10" name="sketch line">
            <a:extLst>
              <a:ext uri="{FF2B5EF4-FFF2-40B4-BE49-F238E27FC236}">
                <a16:creationId xmlns:a16="http://schemas.microsoft.com/office/drawing/2014/main" id="{FE9799DC-4109-73B3-0B24-3DD14299ED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66099286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2772DF-3B35-B43E-6829-D35D2A5E905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D8D871-06A9-EE05-40B4-F9A3B194B3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A03E7D-A5B7-8292-B848-0178DD2F2511}"/>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Configure Cross-Tenant Workload Identity</a:t>
            </a:r>
          </a:p>
        </p:txBody>
      </p:sp>
      <p:sp>
        <p:nvSpPr>
          <p:cNvPr id="12" name="sketch line">
            <a:extLst>
              <a:ext uri="{FF2B5EF4-FFF2-40B4-BE49-F238E27FC236}">
                <a16:creationId xmlns:a16="http://schemas.microsoft.com/office/drawing/2014/main" id="{00F062C9-AD8C-4880-7F58-4419A9D5D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791A958-19AC-7113-894F-2BEED25C0FB2}"/>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42622583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697DBF-7B19-19A1-569A-82A7B73BD05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8E093A4-7084-BED3-890B-4ADCAC6850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15E12A6-4805-EFD1-44AF-557E93F3711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573C9983-A13C-CFB7-ACE1-88415AC8172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Configure Cross-Tenant Workload Identity</a:t>
            </a:r>
          </a:p>
        </p:txBody>
      </p:sp>
      <p:sp>
        <p:nvSpPr>
          <p:cNvPr id="10" name="sketch line">
            <a:extLst>
              <a:ext uri="{FF2B5EF4-FFF2-40B4-BE49-F238E27FC236}">
                <a16:creationId xmlns:a16="http://schemas.microsoft.com/office/drawing/2014/main" id="{75A75FBD-4098-9CDF-D364-DBF979CA7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5309034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98232C-6D88-924F-6CE9-EC24F8666E3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45F1BA-88EF-A6D1-8439-85ED0FE7F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D9F24A-1D00-3DD5-810C-51DFADC91C2B}"/>
              </a:ext>
            </a:extLst>
          </p:cNvPr>
          <p:cNvSpPr>
            <a:spLocks noGrp="1"/>
          </p:cNvSpPr>
          <p:nvPr>
            <p:ph type="title"/>
          </p:nvPr>
        </p:nvSpPr>
        <p:spPr>
          <a:xfrm>
            <a:off x="600365" y="370098"/>
            <a:ext cx="11443853" cy="1325563"/>
          </a:xfrm>
        </p:spPr>
        <p:txBody>
          <a:bodyPr vert="horz" lIns="91440" tIns="45720" rIns="91440" bIns="45720" rtlCol="0" anchor="ctr">
            <a:normAutofit/>
          </a:bodyPr>
          <a:lstStyle/>
          <a:p>
            <a:pPr algn="ctr"/>
            <a:r>
              <a:rPr lang="en-US"/>
              <a:t>Migrate your App from Pod identity to Workload Identity</a:t>
            </a:r>
          </a:p>
        </p:txBody>
      </p:sp>
      <p:sp>
        <p:nvSpPr>
          <p:cNvPr id="12" name="sketch line">
            <a:extLst>
              <a:ext uri="{FF2B5EF4-FFF2-40B4-BE49-F238E27FC236}">
                <a16:creationId xmlns:a16="http://schemas.microsoft.com/office/drawing/2014/main" id="{A2239DBD-91E8-29A9-DC67-4B31DE3F43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14BBB4D-7DF9-69DD-F53A-23352D082C3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79135227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B0D86A-FB9A-DA04-9610-3B0B5C9BBE9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EABD54-2547-9142-122C-B15E34F65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7DF60A8-40C9-8403-6E67-FDCD57D9C4CE}"/>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7993CE9B-CFAF-D462-D36F-E81658D37C6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Migrate your App from Pod identity to Workload Identity</a:t>
            </a:r>
          </a:p>
        </p:txBody>
      </p:sp>
      <p:sp>
        <p:nvSpPr>
          <p:cNvPr id="10" name="sketch line">
            <a:extLst>
              <a:ext uri="{FF2B5EF4-FFF2-40B4-BE49-F238E27FC236}">
                <a16:creationId xmlns:a16="http://schemas.microsoft.com/office/drawing/2014/main" id="{25800856-6351-209E-21EB-D01D4C537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4967557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F40419-BCCE-7666-C332-03F36B85117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85F7638-58D1-F5F2-31DF-3B8DE68896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A867DA-7EAE-EC15-1B2D-111AC2090E1C}"/>
              </a:ext>
            </a:extLst>
          </p:cNvPr>
          <p:cNvSpPr>
            <a:spLocks noGrp="1"/>
          </p:cNvSpPr>
          <p:nvPr>
            <p:ph type="title"/>
          </p:nvPr>
        </p:nvSpPr>
        <p:spPr>
          <a:xfrm>
            <a:off x="600365" y="370098"/>
            <a:ext cx="11443853" cy="1325563"/>
          </a:xfrm>
        </p:spPr>
        <p:txBody>
          <a:bodyPr vert="horz" lIns="91440" tIns="45720" rIns="91440" bIns="45720" rtlCol="0" anchor="ctr">
            <a:normAutofit/>
          </a:bodyPr>
          <a:lstStyle/>
          <a:p>
            <a:pPr algn="ctr"/>
            <a:r>
              <a:rPr lang="en-US"/>
              <a:t>Identity Bindings Overview</a:t>
            </a:r>
          </a:p>
        </p:txBody>
      </p:sp>
      <p:sp>
        <p:nvSpPr>
          <p:cNvPr id="12" name="sketch line">
            <a:extLst>
              <a:ext uri="{FF2B5EF4-FFF2-40B4-BE49-F238E27FC236}">
                <a16:creationId xmlns:a16="http://schemas.microsoft.com/office/drawing/2014/main" id="{61C09CCE-DAB3-16E3-D4FA-7EE1A7C77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F09B3F0-410E-3093-119C-35D13E1505B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06723250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0E50CA-0F6C-8CCC-FE67-5E186B71E18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C00B979-D6D9-B6F4-0E1C-E8778560C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2B1FBB-2AE1-10A2-B599-8F5931EA2AED}"/>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Set up identity bindings</a:t>
            </a:r>
          </a:p>
        </p:txBody>
      </p:sp>
      <p:sp>
        <p:nvSpPr>
          <p:cNvPr id="12" name="sketch line">
            <a:extLst>
              <a:ext uri="{FF2B5EF4-FFF2-40B4-BE49-F238E27FC236}">
                <a16:creationId xmlns:a16="http://schemas.microsoft.com/office/drawing/2014/main" id="{836A7F06-B884-DB5B-41C5-8AFA1168A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E8708CD-4DE0-8618-C1B3-25B6AEF1C9E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42485194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79DF2F-1482-C2D9-B175-95C158C8384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2ED187-A594-F3CC-749E-17A39F3D2E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8FE64C6-0E99-583A-2FD2-49FEB044B4C8}"/>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BF8BE9FE-D421-1A99-CC29-4552F3EF19D1}"/>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Set up identity bindings</a:t>
            </a:r>
          </a:p>
        </p:txBody>
      </p:sp>
      <p:sp>
        <p:nvSpPr>
          <p:cNvPr id="10" name="sketch line">
            <a:extLst>
              <a:ext uri="{FF2B5EF4-FFF2-40B4-BE49-F238E27FC236}">
                <a16:creationId xmlns:a16="http://schemas.microsoft.com/office/drawing/2014/main" id="{0732A6F1-F785-BC43-695C-51DF56581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619401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BC2047-C134-E7E5-02EA-6F1503D5088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C39D1DD-3482-1649-A3B2-2E3698914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70F2A5-0EB5-5DAC-B210-B25D114C80E4}"/>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Microsoft Entra Pod Identity</a:t>
            </a:r>
          </a:p>
        </p:txBody>
      </p:sp>
      <p:sp>
        <p:nvSpPr>
          <p:cNvPr id="12" name="sketch line">
            <a:extLst>
              <a:ext uri="{FF2B5EF4-FFF2-40B4-BE49-F238E27FC236}">
                <a16:creationId xmlns:a16="http://schemas.microsoft.com/office/drawing/2014/main" id="{2D34024E-5890-D83C-ADEA-A30A676F5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C7D87EB-154E-C22B-4A4C-15B260DC06B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68871797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B44396-1A89-DA31-A505-F1A0EF86485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1F567E-6B78-66A9-E733-BF52955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E22BE1C-73CD-44EC-9351-E08B28BC961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5DE59B6-2385-B366-018B-BA6FDEA9F3A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Microsoft Entra Pod Identity</a:t>
            </a:r>
          </a:p>
        </p:txBody>
      </p:sp>
      <p:sp>
        <p:nvSpPr>
          <p:cNvPr id="10" name="sketch line">
            <a:extLst>
              <a:ext uri="{FF2B5EF4-FFF2-40B4-BE49-F238E27FC236}">
                <a16:creationId xmlns:a16="http://schemas.microsoft.com/office/drawing/2014/main" id="{524792C2-8401-D9F0-A6FF-109F0F089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427609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81CE53-2C65-5A01-ED4A-31FDAD0F61F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6F38012-E227-EFD3-17A4-ABFE74CF8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32774E-79AC-3DE2-36A7-8D2151B83A7F}"/>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Pod Sandboxing Overview</a:t>
            </a:r>
          </a:p>
        </p:txBody>
      </p:sp>
      <p:sp>
        <p:nvSpPr>
          <p:cNvPr id="12" name="sketch line">
            <a:extLst>
              <a:ext uri="{FF2B5EF4-FFF2-40B4-BE49-F238E27FC236}">
                <a16:creationId xmlns:a16="http://schemas.microsoft.com/office/drawing/2014/main" id="{CB29DF3B-362D-BCDF-DB94-E54A432950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92F9266-9279-B17D-9867-E619927B2F12}"/>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50537626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6DBB46-3C71-DCB1-4A52-D0F1E9F6FAC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817E51D-548D-7F60-D22D-A54ED933E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54D932-CBBF-6DC7-8E13-2EB519E9DB21}"/>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Pod Sandboxing Considerations</a:t>
            </a:r>
          </a:p>
        </p:txBody>
      </p:sp>
      <p:sp>
        <p:nvSpPr>
          <p:cNvPr id="12" name="sketch line">
            <a:extLst>
              <a:ext uri="{FF2B5EF4-FFF2-40B4-BE49-F238E27FC236}">
                <a16:creationId xmlns:a16="http://schemas.microsoft.com/office/drawing/2014/main" id="{F054443B-258B-AFB4-082D-F7D8552F2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35FB6DB-2A5D-B135-1695-138BF16B24BF}"/>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98357815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E64F7F-6D43-A3FA-F13C-A80715EB347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6C6112-1C88-3A60-D615-88D0C0E6E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FBAA50-2E4C-3D1E-470F-280FB71D93DE}"/>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Deploy Pod Sandboxing</a:t>
            </a:r>
          </a:p>
        </p:txBody>
      </p:sp>
      <p:sp>
        <p:nvSpPr>
          <p:cNvPr id="12" name="sketch line">
            <a:extLst>
              <a:ext uri="{FF2B5EF4-FFF2-40B4-BE49-F238E27FC236}">
                <a16:creationId xmlns:a16="http://schemas.microsoft.com/office/drawing/2014/main" id="{26311F4D-3436-0AD9-6CEC-D1F222C226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BAB8312-C0A1-54A3-6B7A-C78EAE3EEDD9}"/>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6427247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1BD64F-CF2F-6D92-92B6-9FFFE171264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70C112E-1CD7-8951-AAC3-DDFE3D5E4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1A2E389-3DDF-1DB9-D5EC-92F119D32CB2}"/>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732B477-CC46-113F-0F96-BC9E30599399}"/>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Deploy Pod Sandboxing</a:t>
            </a:r>
          </a:p>
        </p:txBody>
      </p:sp>
      <p:sp>
        <p:nvSpPr>
          <p:cNvPr id="10" name="sketch line">
            <a:extLst>
              <a:ext uri="{FF2B5EF4-FFF2-40B4-BE49-F238E27FC236}">
                <a16:creationId xmlns:a16="http://schemas.microsoft.com/office/drawing/2014/main" id="{C33AE091-046C-5551-860A-6DE9EE8763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080391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B3306B-6548-C288-5BD7-0ADF0126201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3307D12-59EB-D220-1E22-B80D57587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9F0EF5-D006-135D-5F6A-045B8541CFFF}"/>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Secure Pod Traffic with Network Policies</a:t>
            </a:r>
          </a:p>
        </p:txBody>
      </p:sp>
      <p:sp>
        <p:nvSpPr>
          <p:cNvPr id="12" name="sketch line">
            <a:extLst>
              <a:ext uri="{FF2B5EF4-FFF2-40B4-BE49-F238E27FC236}">
                <a16:creationId xmlns:a16="http://schemas.microsoft.com/office/drawing/2014/main" id="{ED99F7DC-8BB2-4C92-7570-E567F149A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8B8CEE2-7A2B-4028-472C-C322745DCBC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13540494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5B37C0-517B-EE31-7BBF-65E5F3209B9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F661289-36DA-FEBC-C2E8-3DB7C16ED5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708AFBB-9B47-841F-9571-FC5566C56635}"/>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2BC2152-7ECA-6DD6-C716-1DA7305291B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Secure Pod Traffic with Network Policies</a:t>
            </a:r>
          </a:p>
        </p:txBody>
      </p:sp>
      <p:sp>
        <p:nvSpPr>
          <p:cNvPr id="10" name="sketch line">
            <a:extLst>
              <a:ext uri="{FF2B5EF4-FFF2-40B4-BE49-F238E27FC236}">
                <a16:creationId xmlns:a16="http://schemas.microsoft.com/office/drawing/2014/main" id="{0F786956-3FAD-5B6A-D7F0-91F0E29B0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0977938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FF1F47-EBC9-B2B6-A997-D09D5642E29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F45904-80D4-9DD7-8593-BF318B909B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43BE30-59BD-2C8B-FD92-D5B417BD625F}"/>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Network Policy Best Practices</a:t>
            </a:r>
          </a:p>
        </p:txBody>
      </p:sp>
      <p:sp>
        <p:nvSpPr>
          <p:cNvPr id="12" name="sketch line">
            <a:extLst>
              <a:ext uri="{FF2B5EF4-FFF2-40B4-BE49-F238E27FC236}">
                <a16:creationId xmlns:a16="http://schemas.microsoft.com/office/drawing/2014/main" id="{1A6266FF-BD2A-3BB6-BB99-4D30CD33F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81F82F6-ACDE-9A3E-35CF-F4F937EA5A46}"/>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64340730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F1395B-111C-1247-EF38-A2C66C57EC2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7F3E25D-7ADB-48B6-43B0-84A5426F0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0E3FBB9-7DF6-B93E-006D-6578A70F7DD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721CCBA3-D7DB-B9C7-C346-B77FCFB5F97F}"/>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Network Policy Best Practices</a:t>
            </a:r>
          </a:p>
        </p:txBody>
      </p:sp>
      <p:sp>
        <p:nvSpPr>
          <p:cNvPr id="10" name="sketch line">
            <a:extLst>
              <a:ext uri="{FF2B5EF4-FFF2-40B4-BE49-F238E27FC236}">
                <a16:creationId xmlns:a16="http://schemas.microsoft.com/office/drawing/2014/main" id="{94636AD0-5049-D54B-8C29-14B8015B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5387081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37C1F0-455C-AD0C-0C62-0C4417D3A95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92BA7FB-95E4-FD3C-CFAA-C00BBE365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06B1FB-5036-2327-D3AD-7590A752A3E4}"/>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Use Network Policies in the Azure Portal</a:t>
            </a:r>
          </a:p>
        </p:txBody>
      </p:sp>
      <p:sp>
        <p:nvSpPr>
          <p:cNvPr id="12" name="sketch line">
            <a:extLst>
              <a:ext uri="{FF2B5EF4-FFF2-40B4-BE49-F238E27FC236}">
                <a16:creationId xmlns:a16="http://schemas.microsoft.com/office/drawing/2014/main" id="{F3CD6426-D49B-3EFC-4C18-F1B656573F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11ACC7A-1B59-5B95-9FA3-31B41E49533A}"/>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79178502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B7490B-93B2-325C-2CC4-A3E854581EA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4ED5703-FE16-F351-BEBA-B48745643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324FE6C-7693-4B10-C63B-D9F7187D508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CC27BD83-1BE8-C3CA-0213-A709CC448A1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Network Policies in the Azure Portal</a:t>
            </a:r>
          </a:p>
        </p:txBody>
      </p:sp>
      <p:sp>
        <p:nvSpPr>
          <p:cNvPr id="10" name="sketch line">
            <a:extLst>
              <a:ext uri="{FF2B5EF4-FFF2-40B4-BE49-F238E27FC236}">
                <a16:creationId xmlns:a16="http://schemas.microsoft.com/office/drawing/2014/main" id="{0B502D79-59FC-1174-AE69-B31ABF7E56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2724405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5E6205-7C0C-ED3B-B434-48DFD1B8632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B5FEE2-7684-9C0C-18BB-4850868615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3A6859-5C29-3820-DDD6-B520D71BBB24}"/>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Pod Security Policies</a:t>
            </a:r>
          </a:p>
        </p:txBody>
      </p:sp>
      <p:sp>
        <p:nvSpPr>
          <p:cNvPr id="12" name="sketch line">
            <a:extLst>
              <a:ext uri="{FF2B5EF4-FFF2-40B4-BE49-F238E27FC236}">
                <a16:creationId xmlns:a16="http://schemas.microsoft.com/office/drawing/2014/main" id="{E06C9D4C-1489-28D8-DF19-5A769277C7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8723F6F-0E23-A0FB-CBAD-381700F4558A}"/>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9893191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DE2E0E-4A44-2EAD-6182-0A1ED413D15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6E8A52-FE88-09B8-FCCE-ABB4792EE6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CAC7FAD-A68B-0AE9-12C1-4A84C6DBDF7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2582ED3E-9988-9965-5D39-0C9EC0686538}"/>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Pod Security Policies</a:t>
            </a:r>
          </a:p>
        </p:txBody>
      </p:sp>
      <p:sp>
        <p:nvSpPr>
          <p:cNvPr id="10" name="sketch line">
            <a:extLst>
              <a:ext uri="{FF2B5EF4-FFF2-40B4-BE49-F238E27FC236}">
                <a16:creationId xmlns:a16="http://schemas.microsoft.com/office/drawing/2014/main" id="{08BA1A7E-1D48-76C5-D967-4291B83EDA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8174313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0FECA8-2BE4-000A-0318-6F3DF43267B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3AB3821-429D-07F6-F646-FF47BFD03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53E534-A21D-B8D9-0314-31E48420DE39}"/>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Pod Security Best Practices</a:t>
            </a:r>
          </a:p>
        </p:txBody>
      </p:sp>
      <p:sp>
        <p:nvSpPr>
          <p:cNvPr id="12" name="sketch line">
            <a:extLst>
              <a:ext uri="{FF2B5EF4-FFF2-40B4-BE49-F238E27FC236}">
                <a16:creationId xmlns:a16="http://schemas.microsoft.com/office/drawing/2014/main" id="{9F33E82A-19FF-A83A-2B9F-B2BFE738F0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82C0A2E-B6F7-2DE6-C969-026F42141F6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64919586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6C5BCC-A86C-1488-2BA8-B145ACB9F1D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214ED73-1611-A8B6-1D95-A9859B02CC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81A0C3-2EAC-2CB0-B55D-AF8C6B188776}"/>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Resource Management Best Practices</a:t>
            </a:r>
          </a:p>
        </p:txBody>
      </p:sp>
      <p:sp>
        <p:nvSpPr>
          <p:cNvPr id="12" name="sketch line">
            <a:extLst>
              <a:ext uri="{FF2B5EF4-FFF2-40B4-BE49-F238E27FC236}">
                <a16:creationId xmlns:a16="http://schemas.microsoft.com/office/drawing/2014/main" id="{1F1DD402-DB94-9022-E86D-36588D8CE2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82ECD86-9133-780D-06B9-D4D98D553AFA}"/>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4284738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D0FF71-0804-914B-4D6A-8DE003FE076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65A92B9-CECF-5C2B-E826-2057B90C5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4AE92A-F126-97D1-CA0E-E39C3F90613B}"/>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Configure TLS for NGINX Ingress Controller</a:t>
            </a:r>
          </a:p>
        </p:txBody>
      </p:sp>
      <p:sp>
        <p:nvSpPr>
          <p:cNvPr id="12" name="sketch line">
            <a:extLst>
              <a:ext uri="{FF2B5EF4-FFF2-40B4-BE49-F238E27FC236}">
                <a16:creationId xmlns:a16="http://schemas.microsoft.com/office/drawing/2014/main" id="{DDD8933B-4F98-6C68-59C0-90805A0A27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28A78B8-7805-88DB-0FAF-1C6F17022079}"/>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83599021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22BC66-3D47-CE20-B2B4-0B357AB5713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0867D2E-F29F-7006-471A-0FB780547D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6B9DDD-D2A8-B2ED-9450-8498AFDA3CCE}"/>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1 - Configure Secrets Store CSI Driver</a:t>
            </a:r>
          </a:p>
        </p:txBody>
      </p:sp>
      <p:sp>
        <p:nvSpPr>
          <p:cNvPr id="12" name="sketch line">
            <a:extLst>
              <a:ext uri="{FF2B5EF4-FFF2-40B4-BE49-F238E27FC236}">
                <a16:creationId xmlns:a16="http://schemas.microsoft.com/office/drawing/2014/main" id="{24E93211-5F6B-DE0D-DF2D-6A1BCC785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93FAC52-4CD9-E2AF-21FC-0AA1D836553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12577290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A9EB2B-CEE2-9122-BD90-13333C3C08D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6D82BE-B3D3-8045-6383-67BEEE8BE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5F35B6A-F1EF-015E-21F9-C2573D1AB8D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D5A9AA4D-F9E2-ACAB-559A-74AD2FE245ED}"/>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1 - Configure Secrets Store CSI Driver</a:t>
            </a:r>
          </a:p>
        </p:txBody>
      </p:sp>
      <p:sp>
        <p:nvSpPr>
          <p:cNvPr id="10" name="sketch line">
            <a:extLst>
              <a:ext uri="{FF2B5EF4-FFF2-40B4-BE49-F238E27FC236}">
                <a16:creationId xmlns:a16="http://schemas.microsoft.com/office/drawing/2014/main" id="{2FD9B433-B428-4375-7026-D887178D8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407148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9AD7FB-D520-3DE8-FB16-5ADD60495EC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7794E1-3B51-DE8F-D6F4-F42799521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9F7EBB-6415-8831-36AD-C87E13CC10C0}"/>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2 - Provider Azure Key Vault Access</a:t>
            </a:r>
          </a:p>
        </p:txBody>
      </p:sp>
      <p:sp>
        <p:nvSpPr>
          <p:cNvPr id="12" name="sketch line">
            <a:extLst>
              <a:ext uri="{FF2B5EF4-FFF2-40B4-BE49-F238E27FC236}">
                <a16:creationId xmlns:a16="http://schemas.microsoft.com/office/drawing/2014/main" id="{5A7884D9-D9EC-DEB3-E0D6-A261B7A60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4753465-AC08-705C-CDD4-57A3D74B828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09775097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A6CE77-59C1-1E09-FE1A-B100E3426FD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C250BA-F516-90D5-4867-A5D4D8F7F2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8B8B1C0-FC69-4B25-3F67-5B5760D29D82}"/>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8473647-28F9-59F2-A81C-F8749EEE83FE}"/>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2 - Provider Azure Key Vault Access</a:t>
            </a:r>
          </a:p>
        </p:txBody>
      </p:sp>
      <p:sp>
        <p:nvSpPr>
          <p:cNvPr id="10" name="sketch line">
            <a:extLst>
              <a:ext uri="{FF2B5EF4-FFF2-40B4-BE49-F238E27FC236}">
                <a16:creationId xmlns:a16="http://schemas.microsoft.com/office/drawing/2014/main" id="{870B6CB7-1F44-A101-2E3A-10E352FBB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706003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C3CB07-8FB9-89BF-D860-CF2FF7E40EE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8F6B7C7-FE52-281D-ECF7-7FE2F77004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3B127E-6EED-76DF-F985-002358681455}"/>
              </a:ext>
            </a:extLst>
          </p:cNvPr>
          <p:cNvSpPr>
            <a:spLocks noGrp="1"/>
          </p:cNvSpPr>
          <p:nvPr>
            <p:ph type="title"/>
          </p:nvPr>
        </p:nvSpPr>
        <p:spPr>
          <a:xfrm>
            <a:off x="157019" y="370098"/>
            <a:ext cx="13337308" cy="1325563"/>
          </a:xfrm>
        </p:spPr>
        <p:txBody>
          <a:bodyPr vert="horz" lIns="91440" tIns="45720" rIns="91440" bIns="45720" rtlCol="0" anchor="ctr">
            <a:normAutofit/>
          </a:bodyPr>
          <a:lstStyle/>
          <a:p>
            <a:pPr algn="ctr"/>
            <a:r>
              <a:rPr lang="en-US"/>
              <a:t>3 - Apply Extra Configurations or Perform </a:t>
            </a:r>
            <a:br>
              <a:rPr lang="en-US"/>
            </a:br>
            <a:r>
              <a:rPr lang="en-US"/>
              <a:t>Troubleshooting</a:t>
            </a:r>
          </a:p>
        </p:txBody>
      </p:sp>
      <p:sp>
        <p:nvSpPr>
          <p:cNvPr id="12" name="sketch line">
            <a:extLst>
              <a:ext uri="{FF2B5EF4-FFF2-40B4-BE49-F238E27FC236}">
                <a16:creationId xmlns:a16="http://schemas.microsoft.com/office/drawing/2014/main" id="{F9A4FBB3-E720-8582-3269-EC6BE593BF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5336BC0-1C27-B58A-FBBA-5CED404F41A1}"/>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75862679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FC3A70-23B0-4E74-D440-352C9D30D71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38AACA-399F-B521-DCC0-B01545684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CD28783-BD30-0453-84C6-00E222C4F8F3}"/>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F6D92FD4-418B-1436-577D-1082FAEE19C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3 - Apply Extra Configurations or Perform </a:t>
            </a:r>
            <a:br>
              <a:rPr lang="en-US" sz="2400"/>
            </a:br>
            <a:r>
              <a:rPr lang="en-US" sz="2400"/>
              <a:t>Troubleshooting</a:t>
            </a:r>
          </a:p>
        </p:txBody>
      </p:sp>
      <p:sp>
        <p:nvSpPr>
          <p:cNvPr id="10" name="sketch line">
            <a:extLst>
              <a:ext uri="{FF2B5EF4-FFF2-40B4-BE49-F238E27FC236}">
                <a16:creationId xmlns:a16="http://schemas.microsoft.com/office/drawing/2014/main" id="{8350902F-016D-0683-833C-B96E9FA094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281161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B04EC62-3031-7072-16EC-B397A472F0CE}"/>
              </a:ext>
            </a:extLst>
          </p:cNvPr>
          <p:cNvSpPr>
            <a:spLocks noGrp="1"/>
          </p:cNvSpPr>
          <p:nvPr>
            <p:ph type="title"/>
          </p:nvPr>
        </p:nvSpPr>
        <p:spPr>
          <a:xfrm>
            <a:off x="1115568" y="548640"/>
            <a:ext cx="10168128" cy="1179576"/>
          </a:xfrm>
        </p:spPr>
        <p:txBody>
          <a:bodyPr>
            <a:normAutofit/>
          </a:bodyPr>
          <a:lstStyle/>
          <a:p>
            <a:r>
              <a:rPr lang="en-US" sz="4000"/>
              <a:t>Open ID Connect (OIDC) on AKS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F269636-5A48-605F-5D7F-D02783CEAB36}"/>
              </a:ext>
            </a:extLst>
          </p:cNvPr>
          <p:cNvSpPr>
            <a:spLocks noGrp="1"/>
          </p:cNvSpPr>
          <p:nvPr>
            <p:ph idx="1"/>
          </p:nvPr>
        </p:nvSpPr>
        <p:spPr>
          <a:xfrm>
            <a:off x="566926" y="2221992"/>
            <a:ext cx="11167447" cy="3954971"/>
          </a:xfrm>
        </p:spPr>
        <p:txBody>
          <a:bodyPr>
            <a:normAutofit/>
          </a:bodyPr>
          <a:lstStyle/>
          <a:p>
            <a:pPr>
              <a:spcAft>
                <a:spcPts val="600"/>
              </a:spcAft>
            </a:pPr>
            <a:r>
              <a:rPr lang="en-US" sz="2400"/>
              <a:t>OpenID Connect (OIDC) extends the OAuth 2.0 authorization protocol for use as another authentication protocol issued by Microsoft Entra ID.</a:t>
            </a:r>
          </a:p>
          <a:p>
            <a:pPr>
              <a:spcAft>
                <a:spcPts val="600"/>
              </a:spcAft>
            </a:pPr>
            <a:r>
              <a:rPr lang="en-US" sz="2400"/>
              <a:t>You can use OIDC to enable single sign-on (SSO) between OAuth-enabled applications on your Azure Kubernetes Service (AKS) cluster using a security token called an ID token.</a:t>
            </a:r>
          </a:p>
          <a:p>
            <a:r>
              <a:rPr lang="en-US" sz="2400"/>
              <a:t>You can enable the OIDC issuer on your AKS clusters, which allows Microsoft Entra ID (or another cloud provider's identity and access management platform) to discover the API server's public signing keys.</a:t>
            </a:r>
          </a:p>
        </p:txBody>
      </p:sp>
    </p:spTree>
    <p:extLst>
      <p:ext uri="{BB962C8B-B14F-4D97-AF65-F5344CB8AC3E}">
        <p14:creationId xmlns:p14="http://schemas.microsoft.com/office/powerpoint/2010/main" val="182705377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AA1D32-73FF-82E5-2497-794DF4F4774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17DC455-9DA7-ECF5-2DCB-53D9BDD2E3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EAD3C12A-5076-52A3-1685-F2BED1EF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CA3BDF82-8657-2EB3-FAD4-5A187F891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12126B6-019F-E31A-9CC9-C39145F659DE}"/>
              </a:ext>
            </a:extLst>
          </p:cNvPr>
          <p:cNvSpPr>
            <a:spLocks noGrp="1"/>
          </p:cNvSpPr>
          <p:nvPr>
            <p:ph type="title"/>
          </p:nvPr>
        </p:nvSpPr>
        <p:spPr>
          <a:xfrm>
            <a:off x="1115568" y="548640"/>
            <a:ext cx="10168128" cy="1179576"/>
          </a:xfrm>
        </p:spPr>
        <p:txBody>
          <a:bodyPr>
            <a:normAutofit/>
          </a:bodyPr>
          <a:lstStyle/>
          <a:p>
            <a:r>
              <a:rPr lang="en-US" sz="4000"/>
              <a:t>Open ID Connect (OIDC) on AKS</a:t>
            </a:r>
          </a:p>
        </p:txBody>
      </p:sp>
      <p:sp>
        <p:nvSpPr>
          <p:cNvPr id="14" name="Rectangle 13">
            <a:extLst>
              <a:ext uri="{FF2B5EF4-FFF2-40B4-BE49-F238E27FC236}">
                <a16:creationId xmlns:a16="http://schemas.microsoft.com/office/drawing/2014/main" id="{27030759-B1F7-1EDA-31C1-4E59B7FB0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787B3DE-5DCD-FC19-616B-5E6BE8B42A42}"/>
              </a:ext>
            </a:extLst>
          </p:cNvPr>
          <p:cNvSpPr>
            <a:spLocks noGrp="1"/>
          </p:cNvSpPr>
          <p:nvPr>
            <p:ph idx="1"/>
          </p:nvPr>
        </p:nvSpPr>
        <p:spPr>
          <a:xfrm>
            <a:off x="566926" y="2221993"/>
            <a:ext cx="11250700" cy="2966234"/>
          </a:xfrm>
        </p:spPr>
        <p:txBody>
          <a:bodyPr>
            <a:normAutofit/>
          </a:bodyPr>
          <a:lstStyle/>
          <a:p>
            <a:pPr>
              <a:spcAft>
                <a:spcPts val="600"/>
              </a:spcAft>
            </a:pPr>
            <a:r>
              <a:rPr lang="en-US" sz="2400"/>
              <a:t>You can't disable OIDC issuer once enabled</a:t>
            </a:r>
          </a:p>
          <a:p>
            <a:pPr>
              <a:spcAft>
                <a:spcPts val="600"/>
              </a:spcAft>
            </a:pPr>
            <a:r>
              <a:rPr lang="en-US" sz="2400"/>
              <a:t>Enabling OIDC issuer on existing clusters requires API server restart (brief downtime)</a:t>
            </a:r>
          </a:p>
          <a:p>
            <a:pPr>
              <a:spcAft>
                <a:spcPts val="600"/>
              </a:spcAft>
            </a:pPr>
            <a:r>
              <a:rPr lang="en-US" sz="2400"/>
              <a:t>Maximum token lifetime is 24 hours (one day)</a:t>
            </a:r>
          </a:p>
          <a:p>
            <a:pPr>
              <a:spcAft>
                <a:spcPts val="600"/>
              </a:spcAft>
            </a:pPr>
            <a:r>
              <a:rPr lang="en-US" sz="2400"/>
              <a:t>Projected service account tokens required for Kubernetes 1.30+ clusters</a:t>
            </a:r>
          </a:p>
        </p:txBody>
      </p:sp>
    </p:spTree>
    <p:extLst>
      <p:ext uri="{BB962C8B-B14F-4D97-AF65-F5344CB8AC3E}">
        <p14:creationId xmlns:p14="http://schemas.microsoft.com/office/powerpoint/2010/main" val="102724061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0E3460-5C96-3C33-F90A-080BF82F08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49C24B3-CEB1-EAE1-D153-34ECE9D693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6EB5E184-6A90-6D5F-6327-55B0A1C0B3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6FC209B1-39D6-B470-2D66-1A8200404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ABFB6A8-72CA-A075-B175-0C40A6D9367E}"/>
              </a:ext>
            </a:extLst>
          </p:cNvPr>
          <p:cNvSpPr>
            <a:spLocks noGrp="1"/>
          </p:cNvSpPr>
          <p:nvPr>
            <p:ph type="title"/>
          </p:nvPr>
        </p:nvSpPr>
        <p:spPr>
          <a:xfrm>
            <a:off x="1115568" y="548640"/>
            <a:ext cx="10168128" cy="1179576"/>
          </a:xfrm>
        </p:spPr>
        <p:txBody>
          <a:bodyPr>
            <a:normAutofit/>
          </a:bodyPr>
          <a:lstStyle/>
          <a:p>
            <a:r>
              <a:rPr lang="en-US" sz="4000"/>
              <a:t>Open ID Connect (OIDC) on AKS</a:t>
            </a:r>
          </a:p>
        </p:txBody>
      </p:sp>
      <p:sp>
        <p:nvSpPr>
          <p:cNvPr id="14" name="Rectangle 13">
            <a:extLst>
              <a:ext uri="{FF2B5EF4-FFF2-40B4-BE49-F238E27FC236}">
                <a16:creationId xmlns:a16="http://schemas.microsoft.com/office/drawing/2014/main" id="{2B50AACE-4138-503A-0CCD-A55D0DE96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2F63206D-E739-6FB7-38D3-4E3AF57E06EC}"/>
              </a:ext>
            </a:extLst>
          </p:cNvPr>
          <p:cNvSpPr txBox="1"/>
          <p:nvPr/>
        </p:nvSpPr>
        <p:spPr>
          <a:xfrm>
            <a:off x="241024" y="2770632"/>
            <a:ext cx="5853320" cy="3416320"/>
          </a:xfrm>
          <a:prstGeom prst="rect">
            <a:avLst/>
          </a:prstGeom>
          <a:noFill/>
          <a:ln w="3175">
            <a:solidFill>
              <a:schemeClr val="tx1"/>
            </a:solidFill>
            <a:prstDash val="solid"/>
          </a:ln>
        </p:spPr>
        <p:txBody>
          <a:bodyPr wrap="square">
            <a:spAutoFit/>
          </a:bodyPr>
          <a:lstStyle/>
          <a:p>
            <a:r>
              <a:rPr lang="en-US" b="1">
                <a:solidFill>
                  <a:schemeClr val="accent3">
                    <a:lumMod val="60000"/>
                    <a:lumOff val="40000"/>
                  </a:schemeClr>
                </a:solidFill>
              </a:rPr>
              <a:t># Set environment variables</a:t>
            </a:r>
          </a:p>
          <a:p>
            <a:r>
              <a:rPr lang="en-US">
                <a:latin typeface="Consolas" panose="020B0609020204030204" pitchFamily="49" charset="0"/>
              </a:rPr>
              <a:t>RESOURCE_GROUP=</a:t>
            </a:r>
            <a:r>
              <a:rPr lang="en-US">
                <a:solidFill>
                  <a:srgbClr val="EE0000"/>
                </a:solidFill>
                <a:latin typeface="Consolas" panose="020B0609020204030204" pitchFamily="49" charset="0"/>
              </a:rPr>
              <a:t>&lt;your-resource-group-name&gt;</a:t>
            </a:r>
          </a:p>
          <a:p>
            <a:r>
              <a:rPr lang="en-US">
                <a:latin typeface="Consolas" panose="020B0609020204030204" pitchFamily="49" charset="0"/>
              </a:rPr>
              <a:t>CLUSTER_NAME=</a:t>
            </a:r>
            <a:r>
              <a:rPr lang="en-US">
                <a:solidFill>
                  <a:srgbClr val="EE0000"/>
                </a:solidFill>
                <a:latin typeface="Consolas" panose="020B0609020204030204" pitchFamily="49" charset="0"/>
              </a:rPr>
              <a:t>&lt;your-</a:t>
            </a:r>
            <a:r>
              <a:rPr lang="en-US" err="1">
                <a:solidFill>
                  <a:srgbClr val="EE0000"/>
                </a:solidFill>
                <a:latin typeface="Consolas" panose="020B0609020204030204" pitchFamily="49" charset="0"/>
              </a:rPr>
              <a:t>aks</a:t>
            </a:r>
            <a:r>
              <a:rPr lang="en-US">
                <a:solidFill>
                  <a:srgbClr val="EE0000"/>
                </a:solidFill>
                <a:latin typeface="Consolas" panose="020B0609020204030204" pitchFamily="49" charset="0"/>
              </a:rPr>
              <a:t>-cluster-name&gt;</a:t>
            </a:r>
          </a:p>
          <a:p>
            <a:endParaRPr lang="en-US"/>
          </a:p>
          <a:p>
            <a:r>
              <a:rPr lang="en-US" b="1">
                <a:solidFill>
                  <a:schemeClr val="accent3">
                    <a:lumMod val="60000"/>
                    <a:lumOff val="40000"/>
                  </a:schemeClr>
                </a:solidFill>
              </a:rPr>
              <a:t># Create the AKS cluster with OIDC issuer enabled (OIDC issuer enabled by default for Kubernetes 1.34+)</a:t>
            </a:r>
          </a:p>
          <a:p>
            <a:r>
              <a:rPr lang="en-US" b="1" err="1">
                <a:solidFill>
                  <a:schemeClr val="tx2">
                    <a:lumMod val="75000"/>
                    <a:lumOff val="25000"/>
                  </a:schemeClr>
                </a:solidFill>
                <a:latin typeface="Consolas" panose="020B0609020204030204" pitchFamily="49" charset="0"/>
              </a:rPr>
              <a:t>az</a:t>
            </a:r>
            <a:r>
              <a:rPr lang="en-US" b="1">
                <a:solidFill>
                  <a:schemeClr val="tx2">
                    <a:lumMod val="75000"/>
                    <a:lumOff val="25000"/>
                  </a:schemeClr>
                </a:solidFill>
                <a:latin typeface="Consolas" panose="020B0609020204030204" pitchFamily="49" charset="0"/>
              </a:rPr>
              <a:t> </a:t>
            </a:r>
            <a:r>
              <a:rPr lang="en-US" b="1" err="1">
                <a:solidFill>
                  <a:schemeClr val="tx2">
                    <a:lumMod val="75000"/>
                    <a:lumOff val="25000"/>
                  </a:schemeClr>
                </a:solidFill>
                <a:latin typeface="Consolas" panose="020B0609020204030204" pitchFamily="49" charset="0"/>
              </a:rPr>
              <a:t>aks</a:t>
            </a:r>
            <a:r>
              <a:rPr lang="en-US" b="1">
                <a:solidFill>
                  <a:schemeClr val="tx2">
                    <a:lumMod val="75000"/>
                    <a:lumOff val="25000"/>
                  </a:schemeClr>
                </a:solidFill>
                <a:latin typeface="Consolas" panose="020B0609020204030204" pitchFamily="49" charset="0"/>
              </a:rPr>
              <a:t> create </a:t>
            </a:r>
          </a:p>
          <a:p>
            <a:r>
              <a:rPr lang="en-US">
                <a:solidFill>
                  <a:schemeClr val="accent4">
                    <a:lumMod val="75000"/>
                  </a:schemeClr>
                </a:solidFill>
                <a:latin typeface="Consolas" panose="020B0609020204030204" pitchFamily="49" charset="0"/>
              </a:rPr>
              <a:t>--resource-group </a:t>
            </a:r>
            <a:r>
              <a:rPr lang="en-US">
                <a:latin typeface="Consolas" panose="020B0609020204030204" pitchFamily="49" charset="0"/>
              </a:rPr>
              <a:t>$RESOURCE_GROUP </a:t>
            </a:r>
          </a:p>
          <a:p>
            <a:r>
              <a:rPr lang="en-US">
                <a:solidFill>
                  <a:schemeClr val="accent4">
                    <a:lumMod val="75000"/>
                  </a:schemeClr>
                </a:solidFill>
                <a:latin typeface="Consolas" panose="020B0609020204030204" pitchFamily="49" charset="0"/>
              </a:rPr>
              <a:t>--name </a:t>
            </a:r>
            <a:r>
              <a:rPr lang="en-US">
                <a:latin typeface="Consolas" panose="020B0609020204030204" pitchFamily="49" charset="0"/>
              </a:rPr>
              <a:t>$CLUSTER_NAME </a:t>
            </a:r>
          </a:p>
          <a:p>
            <a:r>
              <a:rPr lang="en-US">
                <a:solidFill>
                  <a:schemeClr val="accent4">
                    <a:lumMod val="75000"/>
                  </a:schemeClr>
                </a:solidFill>
                <a:latin typeface="Consolas" panose="020B0609020204030204" pitchFamily="49" charset="0"/>
              </a:rPr>
              <a:t>--node-count </a:t>
            </a:r>
            <a:r>
              <a:rPr lang="en-US">
                <a:latin typeface="Consolas" panose="020B0609020204030204" pitchFamily="49" charset="0"/>
              </a:rPr>
              <a:t>1 </a:t>
            </a:r>
          </a:p>
          <a:p>
            <a:r>
              <a:rPr lang="en-US">
                <a:solidFill>
                  <a:schemeClr val="accent4">
                    <a:lumMod val="75000"/>
                  </a:schemeClr>
                </a:solidFill>
                <a:latin typeface="Consolas" panose="020B0609020204030204" pitchFamily="49" charset="0"/>
              </a:rPr>
              <a:t>--enable-</a:t>
            </a:r>
            <a:r>
              <a:rPr lang="en-US" err="1">
                <a:solidFill>
                  <a:schemeClr val="accent4">
                    <a:lumMod val="75000"/>
                  </a:schemeClr>
                </a:solidFill>
                <a:latin typeface="Consolas" panose="020B0609020204030204" pitchFamily="49" charset="0"/>
              </a:rPr>
              <a:t>oidc</a:t>
            </a:r>
            <a:r>
              <a:rPr lang="en-US">
                <a:solidFill>
                  <a:schemeClr val="accent4">
                    <a:lumMod val="75000"/>
                  </a:schemeClr>
                </a:solidFill>
                <a:latin typeface="Consolas" panose="020B0609020204030204" pitchFamily="49" charset="0"/>
              </a:rPr>
              <a:t>-issuer </a:t>
            </a:r>
          </a:p>
          <a:p>
            <a:r>
              <a:rPr lang="en-US">
                <a:solidFill>
                  <a:schemeClr val="accent4">
                    <a:lumMod val="75000"/>
                  </a:schemeClr>
                </a:solidFill>
                <a:latin typeface="Consolas" panose="020B0609020204030204" pitchFamily="49" charset="0"/>
              </a:rPr>
              <a:t>--generate-ssh-keys</a:t>
            </a:r>
          </a:p>
        </p:txBody>
      </p:sp>
      <p:sp>
        <p:nvSpPr>
          <p:cNvPr id="11" name="TextBox 10">
            <a:extLst>
              <a:ext uri="{FF2B5EF4-FFF2-40B4-BE49-F238E27FC236}">
                <a16:creationId xmlns:a16="http://schemas.microsoft.com/office/drawing/2014/main" id="{81200CD9-EF60-0550-71DE-64C70CBDEE74}"/>
              </a:ext>
            </a:extLst>
          </p:cNvPr>
          <p:cNvSpPr txBox="1"/>
          <p:nvPr/>
        </p:nvSpPr>
        <p:spPr>
          <a:xfrm>
            <a:off x="6265795" y="2770632"/>
            <a:ext cx="5685181" cy="2585323"/>
          </a:xfrm>
          <a:prstGeom prst="rect">
            <a:avLst/>
          </a:prstGeom>
          <a:noFill/>
          <a:ln w="3175">
            <a:solidFill>
              <a:schemeClr val="tx1"/>
            </a:solidFill>
            <a:prstDash val="solid"/>
          </a:ln>
        </p:spPr>
        <p:txBody>
          <a:bodyPr wrap="square">
            <a:spAutoFit/>
          </a:bodyPr>
          <a:lstStyle/>
          <a:p>
            <a:r>
              <a:rPr lang="en-US" b="1">
                <a:solidFill>
                  <a:schemeClr val="accent3">
                    <a:lumMod val="60000"/>
                    <a:lumOff val="40000"/>
                  </a:schemeClr>
                </a:solidFill>
              </a:rPr>
              <a:t># Set environment variables</a:t>
            </a:r>
          </a:p>
          <a:p>
            <a:r>
              <a:rPr lang="en-US">
                <a:latin typeface="Consolas" panose="020B0609020204030204" pitchFamily="49" charset="0"/>
              </a:rPr>
              <a:t>RESOURCE_GROUP=</a:t>
            </a:r>
            <a:r>
              <a:rPr lang="en-US">
                <a:solidFill>
                  <a:srgbClr val="EE0000"/>
                </a:solidFill>
                <a:latin typeface="Consolas" panose="020B0609020204030204" pitchFamily="49" charset="0"/>
              </a:rPr>
              <a:t>&lt;your-resource-group-name&gt;</a:t>
            </a:r>
          </a:p>
          <a:p>
            <a:r>
              <a:rPr lang="en-US">
                <a:latin typeface="Consolas" panose="020B0609020204030204" pitchFamily="49" charset="0"/>
              </a:rPr>
              <a:t>CLUSTER_NAME=</a:t>
            </a:r>
            <a:r>
              <a:rPr lang="en-US">
                <a:solidFill>
                  <a:srgbClr val="EE0000"/>
                </a:solidFill>
                <a:latin typeface="Consolas" panose="020B0609020204030204" pitchFamily="49" charset="0"/>
              </a:rPr>
              <a:t>&lt;your-</a:t>
            </a:r>
            <a:r>
              <a:rPr lang="en-US" err="1">
                <a:solidFill>
                  <a:srgbClr val="EE0000"/>
                </a:solidFill>
                <a:latin typeface="Consolas" panose="020B0609020204030204" pitchFamily="49" charset="0"/>
              </a:rPr>
              <a:t>aks</a:t>
            </a:r>
            <a:r>
              <a:rPr lang="en-US">
                <a:solidFill>
                  <a:srgbClr val="EE0000"/>
                </a:solidFill>
                <a:latin typeface="Consolas" panose="020B0609020204030204" pitchFamily="49" charset="0"/>
              </a:rPr>
              <a:t>-cluster-name&gt;</a:t>
            </a:r>
          </a:p>
          <a:p>
            <a:endParaRPr lang="en-US">
              <a:latin typeface="Consolas" panose="020B0609020204030204" pitchFamily="49" charset="0"/>
            </a:endParaRPr>
          </a:p>
          <a:p>
            <a:r>
              <a:rPr lang="en-US" b="1">
                <a:solidFill>
                  <a:schemeClr val="accent3">
                    <a:lumMod val="60000"/>
                    <a:lumOff val="40000"/>
                  </a:schemeClr>
                </a:solidFill>
              </a:rPr>
              <a:t># Enable the OIDC issuer on the existing AKS cluster</a:t>
            </a:r>
          </a:p>
          <a:p>
            <a:r>
              <a:rPr lang="en-US" b="1" err="1">
                <a:solidFill>
                  <a:schemeClr val="tx2">
                    <a:lumMod val="75000"/>
                    <a:lumOff val="25000"/>
                  </a:schemeClr>
                </a:solidFill>
                <a:latin typeface="Consolas" panose="020B0609020204030204" pitchFamily="49" charset="0"/>
              </a:rPr>
              <a:t>az</a:t>
            </a:r>
            <a:r>
              <a:rPr lang="en-US" b="1">
                <a:solidFill>
                  <a:schemeClr val="tx2">
                    <a:lumMod val="75000"/>
                    <a:lumOff val="25000"/>
                  </a:schemeClr>
                </a:solidFill>
                <a:latin typeface="Consolas" panose="020B0609020204030204" pitchFamily="49" charset="0"/>
              </a:rPr>
              <a:t> </a:t>
            </a:r>
            <a:r>
              <a:rPr lang="en-US" b="1" err="1">
                <a:solidFill>
                  <a:schemeClr val="tx2">
                    <a:lumMod val="75000"/>
                    <a:lumOff val="25000"/>
                  </a:schemeClr>
                </a:solidFill>
                <a:latin typeface="Consolas" panose="020B0609020204030204" pitchFamily="49" charset="0"/>
              </a:rPr>
              <a:t>aks</a:t>
            </a:r>
            <a:r>
              <a:rPr lang="en-US" b="1">
                <a:solidFill>
                  <a:schemeClr val="tx2">
                    <a:lumMod val="75000"/>
                    <a:lumOff val="25000"/>
                  </a:schemeClr>
                </a:solidFill>
                <a:latin typeface="Consolas" panose="020B0609020204030204" pitchFamily="49" charset="0"/>
              </a:rPr>
              <a:t> update</a:t>
            </a:r>
            <a:r>
              <a:rPr lang="en-US">
                <a:latin typeface="Consolas" panose="020B0609020204030204" pitchFamily="49" charset="0"/>
              </a:rPr>
              <a:t> </a:t>
            </a:r>
          </a:p>
          <a:p>
            <a:r>
              <a:rPr lang="en-US">
                <a:solidFill>
                  <a:schemeClr val="accent4">
                    <a:lumMod val="75000"/>
                  </a:schemeClr>
                </a:solidFill>
                <a:latin typeface="Consolas" panose="020B0609020204030204" pitchFamily="49" charset="0"/>
              </a:rPr>
              <a:t>--resource-group </a:t>
            </a:r>
            <a:r>
              <a:rPr lang="en-US">
                <a:latin typeface="Consolas" panose="020B0609020204030204" pitchFamily="49" charset="0"/>
              </a:rPr>
              <a:t>$RESOURCE_GROUP </a:t>
            </a:r>
          </a:p>
          <a:p>
            <a:r>
              <a:rPr lang="en-US">
                <a:solidFill>
                  <a:schemeClr val="accent4">
                    <a:lumMod val="75000"/>
                  </a:schemeClr>
                </a:solidFill>
                <a:latin typeface="Consolas" panose="020B0609020204030204" pitchFamily="49" charset="0"/>
              </a:rPr>
              <a:t>--name </a:t>
            </a:r>
            <a:r>
              <a:rPr lang="en-US">
                <a:latin typeface="Consolas" panose="020B0609020204030204" pitchFamily="49" charset="0"/>
              </a:rPr>
              <a:t>$CLUSTER_NAME </a:t>
            </a:r>
          </a:p>
          <a:p>
            <a:r>
              <a:rPr lang="en-US">
                <a:solidFill>
                  <a:schemeClr val="accent4">
                    <a:lumMod val="75000"/>
                  </a:schemeClr>
                </a:solidFill>
                <a:latin typeface="Consolas" panose="020B0609020204030204" pitchFamily="49" charset="0"/>
              </a:rPr>
              <a:t>--enable-</a:t>
            </a:r>
            <a:r>
              <a:rPr lang="en-US" err="1">
                <a:solidFill>
                  <a:schemeClr val="accent4">
                    <a:lumMod val="75000"/>
                  </a:schemeClr>
                </a:solidFill>
                <a:latin typeface="Consolas" panose="020B0609020204030204" pitchFamily="49" charset="0"/>
              </a:rPr>
              <a:t>oidc</a:t>
            </a:r>
            <a:r>
              <a:rPr lang="en-US">
                <a:solidFill>
                  <a:schemeClr val="accent4">
                    <a:lumMod val="75000"/>
                  </a:schemeClr>
                </a:solidFill>
                <a:latin typeface="Consolas" panose="020B0609020204030204" pitchFamily="49" charset="0"/>
              </a:rPr>
              <a:t>-issuer</a:t>
            </a:r>
          </a:p>
        </p:txBody>
      </p:sp>
      <p:sp>
        <p:nvSpPr>
          <p:cNvPr id="15" name="TextBox 14">
            <a:extLst>
              <a:ext uri="{FF2B5EF4-FFF2-40B4-BE49-F238E27FC236}">
                <a16:creationId xmlns:a16="http://schemas.microsoft.com/office/drawing/2014/main" id="{4FBB8ACE-66B4-1A82-EE32-0B2075AED2BE}"/>
              </a:ext>
            </a:extLst>
          </p:cNvPr>
          <p:cNvSpPr txBox="1"/>
          <p:nvPr/>
        </p:nvSpPr>
        <p:spPr>
          <a:xfrm>
            <a:off x="237712" y="2167896"/>
            <a:ext cx="5228810" cy="400110"/>
          </a:xfrm>
          <a:prstGeom prst="rect">
            <a:avLst/>
          </a:prstGeom>
          <a:noFill/>
        </p:spPr>
        <p:txBody>
          <a:bodyPr wrap="square">
            <a:spAutoFit/>
          </a:bodyPr>
          <a:lstStyle/>
          <a:p>
            <a:r>
              <a:rPr lang="en-US" sz="2000" b="1"/>
              <a:t>Create an AKS cluster with the OIDC issuer</a:t>
            </a:r>
          </a:p>
        </p:txBody>
      </p:sp>
      <p:sp>
        <p:nvSpPr>
          <p:cNvPr id="17" name="TextBox 16">
            <a:extLst>
              <a:ext uri="{FF2B5EF4-FFF2-40B4-BE49-F238E27FC236}">
                <a16:creationId xmlns:a16="http://schemas.microsoft.com/office/drawing/2014/main" id="{874C6C01-EC4A-F6BF-8974-C8263B7415F2}"/>
              </a:ext>
            </a:extLst>
          </p:cNvPr>
          <p:cNvSpPr txBox="1"/>
          <p:nvPr/>
        </p:nvSpPr>
        <p:spPr>
          <a:xfrm>
            <a:off x="6262483" y="2167896"/>
            <a:ext cx="5929517" cy="400110"/>
          </a:xfrm>
          <a:prstGeom prst="rect">
            <a:avLst/>
          </a:prstGeom>
          <a:noFill/>
        </p:spPr>
        <p:txBody>
          <a:bodyPr wrap="square">
            <a:spAutoFit/>
          </a:bodyPr>
          <a:lstStyle/>
          <a:p>
            <a:r>
              <a:rPr lang="en-US" sz="2000" b="1"/>
              <a:t>Enable the OIDC issuer on an existing AKS cluster</a:t>
            </a:r>
          </a:p>
        </p:txBody>
      </p:sp>
    </p:spTree>
    <p:extLst>
      <p:ext uri="{BB962C8B-B14F-4D97-AF65-F5344CB8AC3E}">
        <p14:creationId xmlns:p14="http://schemas.microsoft.com/office/powerpoint/2010/main" val="372868726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FCD82E3-B46D-E980-D577-D230A357CD92}"/>
              </a:ext>
            </a:extLst>
          </p:cNvPr>
          <p:cNvSpPr txBox="1"/>
          <p:nvPr/>
        </p:nvSpPr>
        <p:spPr>
          <a:xfrm>
            <a:off x="630936" y="640080"/>
            <a:ext cx="4229299" cy="148132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000" kern="1200">
                <a:solidFill>
                  <a:schemeClr val="tx1"/>
                </a:solidFill>
                <a:latin typeface="+mj-lt"/>
                <a:ea typeface="+mj-ea"/>
                <a:cs typeface="+mj-cs"/>
              </a:rPr>
              <a:t>OIDC on AKS  How it works</a:t>
            </a:r>
          </a:p>
        </p:txBody>
      </p:sp>
      <p:sp>
        <p:nvSpPr>
          <p:cNvPr id="14"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2CF2C99-3EEA-C445-2547-DC63E64FD4B3}"/>
              </a:ext>
            </a:extLst>
          </p:cNvPr>
          <p:cNvSpPr txBox="1"/>
          <p:nvPr/>
        </p:nvSpPr>
        <p:spPr>
          <a:xfrm>
            <a:off x="362583" y="2660904"/>
            <a:ext cx="4051367" cy="3547872"/>
          </a:xfrm>
          <a:prstGeom prst="rect">
            <a:avLst/>
          </a:prstGeom>
        </p:spPr>
        <p:txBody>
          <a:bodyPr vert="horz" lIns="91440" tIns="45720" rIns="91440" bIns="45720" rtlCol="0" anchor="t">
            <a:normAutofit/>
          </a:bodyPr>
          <a:lstStyle/>
          <a:p>
            <a:r>
              <a:rPr lang="en-US" sz="1500"/>
              <a:t>In this security model, the AKS cluster acts </a:t>
            </a:r>
          </a:p>
          <a:p>
            <a:r>
              <a:rPr lang="en-US" sz="1500"/>
              <a:t>as the token issuer. </a:t>
            </a:r>
          </a:p>
          <a:p>
            <a:endParaRPr lang="en-US" sz="1500"/>
          </a:p>
          <a:p>
            <a:r>
              <a:rPr lang="en-US" sz="1500"/>
              <a:t>Microsoft Entra ID uses OIDC to discover </a:t>
            </a:r>
          </a:p>
          <a:p>
            <a:r>
              <a:rPr lang="en-US" sz="1500"/>
              <a:t>public signing keys and verify the authenticity </a:t>
            </a:r>
          </a:p>
          <a:p>
            <a:r>
              <a:rPr lang="en-US" sz="1500"/>
              <a:t>of the service account token before exchanging it for a Microsoft Entra token. </a:t>
            </a:r>
          </a:p>
          <a:p>
            <a:endParaRPr lang="en-US" sz="1500"/>
          </a:p>
          <a:p>
            <a:r>
              <a:rPr lang="en-US" sz="1500"/>
              <a:t>Your workload can exchange a service account </a:t>
            </a:r>
          </a:p>
          <a:p>
            <a:r>
              <a:rPr lang="en-US" sz="1500"/>
              <a:t>token projected to its volume for a </a:t>
            </a:r>
          </a:p>
          <a:p>
            <a:r>
              <a:rPr lang="en-US" sz="1500"/>
              <a:t>Microsoft Entra token using the Azure Identity </a:t>
            </a:r>
          </a:p>
          <a:p>
            <a:r>
              <a:rPr lang="en-US" sz="1500"/>
              <a:t>client library or the MSAL.</a:t>
            </a:r>
          </a:p>
        </p:txBody>
      </p:sp>
      <p:pic>
        <p:nvPicPr>
          <p:cNvPr id="4" name="Picture 3" descr="Diagram of the AKS Microsoft Entra Workload ID security model.">
            <a:extLst>
              <a:ext uri="{FF2B5EF4-FFF2-40B4-BE49-F238E27FC236}">
                <a16:creationId xmlns:a16="http://schemas.microsoft.com/office/drawing/2014/main" id="{9E2DE0D2-DC6E-C2FA-8481-BFEFBF672943}"/>
              </a:ext>
            </a:extLst>
          </p:cNvPr>
          <p:cNvPicPr>
            <a:picLocks noChangeAspect="1"/>
          </p:cNvPicPr>
          <p:nvPr/>
        </p:nvPicPr>
        <p:blipFill>
          <a:blip r:embed="rId2"/>
          <a:stretch>
            <a:fillRect/>
          </a:stretch>
        </p:blipFill>
        <p:spPr>
          <a:xfrm>
            <a:off x="4462675" y="1623796"/>
            <a:ext cx="7509697" cy="4430720"/>
          </a:xfrm>
          <a:prstGeom prst="rect">
            <a:avLst/>
          </a:prstGeom>
        </p:spPr>
      </p:pic>
    </p:spTree>
    <p:extLst>
      <p:ext uri="{BB962C8B-B14F-4D97-AF65-F5344CB8AC3E}">
        <p14:creationId xmlns:p14="http://schemas.microsoft.com/office/powerpoint/2010/main" val="133801216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EFA974-4C98-9B69-D243-3F864748CE23}"/>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4600"/>
              <a:t>Authentication Sequence of OIDC</a:t>
            </a:r>
          </a:p>
        </p:txBody>
      </p:sp>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agram of the AKS Microsoft Entra Workload ID OIDC authentication sequence.">
            <a:extLst>
              <a:ext uri="{FF2B5EF4-FFF2-40B4-BE49-F238E27FC236}">
                <a16:creationId xmlns:a16="http://schemas.microsoft.com/office/drawing/2014/main" id="{CF86CF09-68AB-8FE8-D740-EDA651992B5D}"/>
              </a:ext>
            </a:extLst>
          </p:cNvPr>
          <p:cNvPicPr>
            <a:picLocks noChangeAspect="1"/>
          </p:cNvPicPr>
          <p:nvPr/>
        </p:nvPicPr>
        <p:blipFill>
          <a:blip r:embed="rId2"/>
          <a:stretch>
            <a:fillRect/>
          </a:stretch>
        </p:blipFill>
        <p:spPr>
          <a:xfrm>
            <a:off x="5088835" y="0"/>
            <a:ext cx="6987208" cy="6858000"/>
          </a:xfrm>
          <a:prstGeom prst="rect">
            <a:avLst/>
          </a:prstGeom>
        </p:spPr>
      </p:pic>
    </p:spTree>
    <p:extLst>
      <p:ext uri="{BB962C8B-B14F-4D97-AF65-F5344CB8AC3E}">
        <p14:creationId xmlns:p14="http://schemas.microsoft.com/office/powerpoint/2010/main" val="3293302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38979D-4E8F-A7F8-F81E-225FBB44EF6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D70251-F7B4-B02A-9D65-9B3AD9DAB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90937578-B2AB-ADB4-976C-46F1799874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F09CDCDA-7399-C2B2-7539-2BA3ECDE9B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5865A8E-3618-0238-C6AE-7B4EF420A2F4}"/>
              </a:ext>
            </a:extLst>
          </p:cNvPr>
          <p:cNvSpPr>
            <a:spLocks noGrp="1"/>
          </p:cNvSpPr>
          <p:nvPr>
            <p:ph type="title"/>
          </p:nvPr>
        </p:nvSpPr>
        <p:spPr>
          <a:xfrm>
            <a:off x="1115568" y="548640"/>
            <a:ext cx="10168128" cy="1179576"/>
          </a:xfrm>
        </p:spPr>
        <p:txBody>
          <a:bodyPr>
            <a:normAutofit/>
          </a:bodyPr>
          <a:lstStyle/>
          <a:p>
            <a:r>
              <a:rPr lang="en-US" sz="4000"/>
              <a:t>Open ID Connect (OIDC) on AKS</a:t>
            </a:r>
          </a:p>
        </p:txBody>
      </p:sp>
      <p:sp>
        <p:nvSpPr>
          <p:cNvPr id="14" name="Rectangle 13">
            <a:extLst>
              <a:ext uri="{FF2B5EF4-FFF2-40B4-BE49-F238E27FC236}">
                <a16:creationId xmlns:a16="http://schemas.microsoft.com/office/drawing/2014/main" id="{15BAF43F-04BA-8370-D08F-3FBDAEB6E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46F2D74E-FD8F-77EF-A767-F0CE1A9DBDCE}"/>
              </a:ext>
            </a:extLst>
          </p:cNvPr>
          <p:cNvGraphicFramePr>
            <a:graphicFrameLocks noGrp="1"/>
          </p:cNvGraphicFramePr>
          <p:nvPr>
            <p:extLst>
              <p:ext uri="{D42A27DB-BD31-4B8C-83A1-F6EECF244321}">
                <p14:modId xmlns:p14="http://schemas.microsoft.com/office/powerpoint/2010/main" val="1821152536"/>
              </p:ext>
            </p:extLst>
          </p:nvPr>
        </p:nvGraphicFramePr>
        <p:xfrm>
          <a:off x="576467" y="2221992"/>
          <a:ext cx="11167447" cy="1341120"/>
        </p:xfrm>
        <a:graphic>
          <a:graphicData uri="http://schemas.openxmlformats.org/drawingml/2006/table">
            <a:tbl>
              <a:tblPr/>
              <a:tblGrid>
                <a:gridCol w="3637724">
                  <a:extLst>
                    <a:ext uri="{9D8B030D-6E8A-4147-A177-3AD203B41FA5}">
                      <a16:colId xmlns:a16="http://schemas.microsoft.com/office/drawing/2014/main" val="1848566490"/>
                    </a:ext>
                  </a:extLst>
                </a:gridCol>
                <a:gridCol w="7529723">
                  <a:extLst>
                    <a:ext uri="{9D8B030D-6E8A-4147-A177-3AD203B41FA5}">
                      <a16:colId xmlns:a16="http://schemas.microsoft.com/office/drawing/2014/main" val="856657601"/>
                    </a:ext>
                  </a:extLst>
                </a:gridCol>
              </a:tblGrid>
              <a:tr h="0">
                <a:tc>
                  <a:txBody>
                    <a:bodyPr/>
                    <a:lstStyle/>
                    <a:p>
                      <a:pPr algn="l" fontAlgn="t">
                        <a:buNone/>
                      </a:pPr>
                      <a:r>
                        <a:rPr lang="en-US" sz="1400" b="1">
                          <a:effectLst/>
                        </a:rPr>
                        <a:t>Endpoint</a:t>
                      </a: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b="1">
                          <a:effectLst/>
                        </a:rPr>
                        <a:t>Description</a:t>
                      </a: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778207093"/>
                  </a:ext>
                </a:extLst>
              </a:tr>
              <a:tr h="0">
                <a:tc>
                  <a:txBody>
                    <a:bodyPr/>
                    <a:lstStyle/>
                    <a:p>
                      <a:pPr algn="l" fontAlgn="t">
                        <a:buNone/>
                      </a:pPr>
                      <a:r>
                        <a:rPr lang="en-US" sz="1400">
                          <a:effectLst/>
                          <a:latin typeface="SFMono-Regular"/>
                        </a:rPr>
                        <a:t>{</a:t>
                      </a:r>
                      <a:r>
                        <a:rPr lang="en-US" sz="1400" err="1">
                          <a:effectLst/>
                          <a:latin typeface="SFMono-Regular"/>
                        </a:rPr>
                        <a:t>IssuerURL</a:t>
                      </a:r>
                      <a:r>
                        <a:rPr lang="en-US" sz="1400">
                          <a:effectLst/>
                          <a:latin typeface="SFMono-Regular"/>
                        </a:rPr>
                        <a:t>}/.well-known/</a:t>
                      </a:r>
                      <a:r>
                        <a:rPr lang="en-US" sz="1400" err="1">
                          <a:effectLst/>
                          <a:latin typeface="SFMono-Regular"/>
                        </a:rPr>
                        <a:t>openid</a:t>
                      </a:r>
                      <a:r>
                        <a:rPr lang="en-US" sz="1400">
                          <a:effectLst/>
                          <a:latin typeface="SFMono-Regular"/>
                        </a:rPr>
                        <a:t>-configuration</a:t>
                      </a:r>
                      <a:endParaRPr lang="en-US" sz="1400">
                        <a:effectLst/>
                      </a:endParaRP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Also known as the OIDC discovery document. This contains the metadata about the issuer's configurations.</a:t>
                      </a: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805942949"/>
                  </a:ext>
                </a:extLst>
              </a:tr>
              <a:tr h="0">
                <a:tc>
                  <a:txBody>
                    <a:bodyPr/>
                    <a:lstStyle/>
                    <a:p>
                      <a:pPr algn="l" fontAlgn="t">
                        <a:buNone/>
                      </a:pPr>
                      <a:r>
                        <a:rPr lang="en-US" sz="1400">
                          <a:effectLst/>
                          <a:latin typeface="SFMono-Regular"/>
                        </a:rPr>
                        <a:t>{</a:t>
                      </a:r>
                      <a:r>
                        <a:rPr lang="en-US" sz="1400" err="1">
                          <a:effectLst/>
                          <a:latin typeface="SFMono-Regular"/>
                        </a:rPr>
                        <a:t>IssuerURL</a:t>
                      </a:r>
                      <a:r>
                        <a:rPr lang="en-US" sz="1400">
                          <a:effectLst/>
                          <a:latin typeface="SFMono-Regular"/>
                        </a:rPr>
                        <a:t>}/</a:t>
                      </a:r>
                      <a:r>
                        <a:rPr lang="en-US" sz="1400" err="1">
                          <a:effectLst/>
                          <a:latin typeface="SFMono-Regular"/>
                        </a:rPr>
                        <a:t>openid</a:t>
                      </a:r>
                      <a:r>
                        <a:rPr lang="en-US" sz="1400">
                          <a:effectLst/>
                          <a:latin typeface="SFMono-Regular"/>
                        </a:rPr>
                        <a:t>/v1/</a:t>
                      </a:r>
                      <a:r>
                        <a:rPr lang="en-US" sz="1400" err="1">
                          <a:effectLst/>
                          <a:latin typeface="SFMono-Regular"/>
                        </a:rPr>
                        <a:t>jwks</a:t>
                      </a:r>
                      <a:endParaRPr lang="en-US" sz="1400">
                        <a:effectLst/>
                      </a:endParaRP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This contains the public signing key(s) that Microsoft Entra ID uses to verify the authenticity of the service account token.</a:t>
                      </a: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676529359"/>
                  </a:ext>
                </a:extLst>
              </a:tr>
            </a:tbl>
          </a:graphicData>
        </a:graphic>
      </p:graphicFrame>
      <p:sp>
        <p:nvSpPr>
          <p:cNvPr id="9" name="TextBox 8">
            <a:extLst>
              <a:ext uri="{FF2B5EF4-FFF2-40B4-BE49-F238E27FC236}">
                <a16:creationId xmlns:a16="http://schemas.microsoft.com/office/drawing/2014/main" id="{BF7C92ED-D115-B373-965B-E7C8A992008C}"/>
              </a:ext>
            </a:extLst>
          </p:cNvPr>
          <p:cNvSpPr txBox="1"/>
          <p:nvPr/>
        </p:nvSpPr>
        <p:spPr>
          <a:xfrm>
            <a:off x="576467" y="4138593"/>
            <a:ext cx="5256182" cy="2585323"/>
          </a:xfrm>
          <a:prstGeom prst="rect">
            <a:avLst/>
          </a:prstGeom>
          <a:noFill/>
          <a:ln w="3175">
            <a:solidFill>
              <a:schemeClr val="tx1"/>
            </a:solidFill>
            <a:prstDash val="solid"/>
          </a:ln>
        </p:spPr>
        <p:txBody>
          <a:bodyPr wrap="square">
            <a:spAutoFit/>
          </a:bodyPr>
          <a:lstStyle/>
          <a:p>
            <a:r>
              <a:rPr lang="en-US" b="1">
                <a:solidFill>
                  <a:schemeClr val="accent6"/>
                </a:solidFill>
              </a:rPr>
              <a:t># Set environment variables</a:t>
            </a:r>
          </a:p>
          <a:p>
            <a:r>
              <a:rPr lang="en-US"/>
              <a:t>RESOURCE_GROUP=</a:t>
            </a:r>
            <a:r>
              <a:rPr lang="en-US">
                <a:solidFill>
                  <a:srgbClr val="EE0000"/>
                </a:solidFill>
              </a:rPr>
              <a:t>&lt;your-resource-group-name&gt;</a:t>
            </a:r>
          </a:p>
          <a:p>
            <a:r>
              <a:rPr lang="en-US"/>
              <a:t>CLUSTER_NAME=</a:t>
            </a:r>
            <a:r>
              <a:rPr lang="en-US">
                <a:solidFill>
                  <a:srgbClr val="EE0000"/>
                </a:solidFill>
              </a:rPr>
              <a:t>&lt;your-</a:t>
            </a:r>
            <a:r>
              <a:rPr lang="en-US" err="1">
                <a:solidFill>
                  <a:srgbClr val="EE0000"/>
                </a:solidFill>
              </a:rPr>
              <a:t>aks</a:t>
            </a:r>
            <a:r>
              <a:rPr lang="en-US">
                <a:solidFill>
                  <a:srgbClr val="EE0000"/>
                </a:solidFill>
              </a:rPr>
              <a:t>-cluster-name&gt;</a:t>
            </a:r>
          </a:p>
          <a:p>
            <a:endParaRPr lang="en-US"/>
          </a:p>
          <a:p>
            <a:r>
              <a:rPr lang="en-US" b="1">
                <a:solidFill>
                  <a:schemeClr val="accent6"/>
                </a:solidFill>
              </a:rPr>
              <a:t># Get the OIDC issuer URL</a:t>
            </a:r>
          </a:p>
          <a:p>
            <a:r>
              <a:rPr lang="en-US" b="1" err="1">
                <a:solidFill>
                  <a:srgbClr val="0070C0"/>
                </a:solidFill>
              </a:rPr>
              <a:t>az</a:t>
            </a:r>
            <a:r>
              <a:rPr lang="en-US" b="1">
                <a:solidFill>
                  <a:srgbClr val="0070C0"/>
                </a:solidFill>
              </a:rPr>
              <a:t> </a:t>
            </a:r>
            <a:r>
              <a:rPr lang="en-US" b="1" err="1">
                <a:solidFill>
                  <a:srgbClr val="0070C0"/>
                </a:solidFill>
              </a:rPr>
              <a:t>aks</a:t>
            </a:r>
            <a:r>
              <a:rPr lang="en-US" b="1">
                <a:solidFill>
                  <a:srgbClr val="0070C0"/>
                </a:solidFill>
              </a:rPr>
              <a:t> show </a:t>
            </a:r>
          </a:p>
          <a:p>
            <a:r>
              <a:rPr lang="en-US">
                <a:solidFill>
                  <a:srgbClr val="00B0F0"/>
                </a:solidFill>
              </a:rPr>
              <a:t>--name</a:t>
            </a:r>
            <a:r>
              <a:rPr lang="en-US"/>
              <a:t> $CLUSTER_NAME </a:t>
            </a:r>
          </a:p>
          <a:p>
            <a:r>
              <a:rPr lang="en-US">
                <a:solidFill>
                  <a:srgbClr val="00B0F0"/>
                </a:solidFill>
              </a:rPr>
              <a:t>--resource-group</a:t>
            </a:r>
            <a:r>
              <a:rPr lang="en-US"/>
              <a:t> $RESOURCE_GROUP </a:t>
            </a:r>
          </a:p>
          <a:p>
            <a:r>
              <a:rPr lang="en-US">
                <a:solidFill>
                  <a:srgbClr val="00B0F0"/>
                </a:solidFill>
              </a:rPr>
              <a:t>--query</a:t>
            </a:r>
            <a:r>
              <a:rPr lang="en-US"/>
              <a:t> "</a:t>
            </a:r>
            <a:r>
              <a:rPr lang="en-US" err="1"/>
              <a:t>oidcIssuerProfile.issuerUrl</a:t>
            </a:r>
            <a:r>
              <a:rPr lang="en-US"/>
              <a:t>" -o </a:t>
            </a:r>
            <a:r>
              <a:rPr lang="en-US" err="1"/>
              <a:t>tsv</a:t>
            </a:r>
            <a:endParaRPr lang="en-US"/>
          </a:p>
        </p:txBody>
      </p:sp>
      <p:sp>
        <p:nvSpPr>
          <p:cNvPr id="11" name="TextBox 10">
            <a:extLst>
              <a:ext uri="{FF2B5EF4-FFF2-40B4-BE49-F238E27FC236}">
                <a16:creationId xmlns:a16="http://schemas.microsoft.com/office/drawing/2014/main" id="{0CC3A7B6-C2C9-AE37-7B67-BB3EE0D5F601}"/>
              </a:ext>
            </a:extLst>
          </p:cNvPr>
          <p:cNvSpPr txBox="1"/>
          <p:nvPr/>
        </p:nvSpPr>
        <p:spPr>
          <a:xfrm>
            <a:off x="566928" y="3724788"/>
            <a:ext cx="2730235" cy="369332"/>
          </a:xfrm>
          <a:prstGeom prst="rect">
            <a:avLst/>
          </a:prstGeom>
          <a:noFill/>
        </p:spPr>
        <p:txBody>
          <a:bodyPr wrap="none" rtlCol="0">
            <a:spAutoFit/>
          </a:bodyPr>
          <a:lstStyle/>
          <a:p>
            <a:r>
              <a:rPr lang="en-US" b="1"/>
              <a:t>Get the OIDC Issuer URL</a:t>
            </a:r>
          </a:p>
        </p:txBody>
      </p:sp>
    </p:spTree>
    <p:extLst>
      <p:ext uri="{BB962C8B-B14F-4D97-AF65-F5344CB8AC3E}">
        <p14:creationId xmlns:p14="http://schemas.microsoft.com/office/powerpoint/2010/main" val="72534230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6B4544-E4F3-9868-C6F1-C55C65643D0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C5E5626-C23A-42AD-89AE-2FC9BAF3CC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349A8084-9217-4DB1-B24E-AB7A11434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333695A8-6585-652F-5855-360ED6A0A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535BF53-37A9-CDE4-A7E1-59C27A9AF9B0}"/>
              </a:ext>
            </a:extLst>
          </p:cNvPr>
          <p:cNvSpPr>
            <a:spLocks noGrp="1"/>
          </p:cNvSpPr>
          <p:nvPr>
            <p:ph type="title"/>
          </p:nvPr>
        </p:nvSpPr>
        <p:spPr>
          <a:xfrm>
            <a:off x="1115568" y="548640"/>
            <a:ext cx="10168128" cy="1179576"/>
          </a:xfrm>
        </p:spPr>
        <p:txBody>
          <a:bodyPr>
            <a:normAutofit/>
          </a:bodyPr>
          <a:lstStyle/>
          <a:p>
            <a:r>
              <a:rPr lang="en-US" sz="4000"/>
              <a:t>Service Account Labels and Annotations</a:t>
            </a:r>
          </a:p>
        </p:txBody>
      </p:sp>
      <p:sp>
        <p:nvSpPr>
          <p:cNvPr id="14" name="Rectangle 13">
            <a:extLst>
              <a:ext uri="{FF2B5EF4-FFF2-40B4-BE49-F238E27FC236}">
                <a16:creationId xmlns:a16="http://schemas.microsoft.com/office/drawing/2014/main" id="{D31BD7F6-8F85-B8AC-7E5F-2504E6F071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A7D5E59-779C-1E45-FE95-659967F3F4A0}"/>
              </a:ext>
            </a:extLst>
          </p:cNvPr>
          <p:cNvSpPr txBox="1"/>
          <p:nvPr/>
        </p:nvSpPr>
        <p:spPr>
          <a:xfrm>
            <a:off x="498834" y="2276856"/>
            <a:ext cx="11220592" cy="3708708"/>
          </a:xfrm>
          <a:prstGeom prst="rect">
            <a:avLst/>
          </a:prstGeom>
          <a:noFill/>
        </p:spPr>
        <p:txBody>
          <a:bodyPr wrap="square">
            <a:spAutoFit/>
          </a:bodyPr>
          <a:lstStyle/>
          <a:p>
            <a:r>
              <a:rPr lang="en-US" sz="2000"/>
              <a:t>Microsoft Entra Workload ID supports the following mappings related to a service account:</a:t>
            </a:r>
          </a:p>
          <a:p>
            <a:endParaRPr lang="en-US" sz="2000"/>
          </a:p>
          <a:p>
            <a:pPr marL="285750" indent="-285750">
              <a:lnSpc>
                <a:spcPct val="150000"/>
              </a:lnSpc>
              <a:spcAft>
                <a:spcPts val="600"/>
              </a:spcAft>
              <a:buFont typeface="Arial" panose="020B0604020202020204" pitchFamily="34" charset="0"/>
              <a:buChar char="•"/>
            </a:pPr>
            <a:r>
              <a:rPr lang="en-US" sz="2000" b="1"/>
              <a:t>One-to-one</a:t>
            </a:r>
            <a:r>
              <a:rPr lang="en-US" sz="2000"/>
              <a:t>, where a service account references a Microsoft Entra object.</a:t>
            </a:r>
          </a:p>
          <a:p>
            <a:pPr marL="285750" indent="-285750">
              <a:lnSpc>
                <a:spcPct val="150000"/>
              </a:lnSpc>
              <a:spcAft>
                <a:spcPts val="600"/>
              </a:spcAft>
              <a:buFont typeface="Arial" panose="020B0604020202020204" pitchFamily="34" charset="0"/>
              <a:buChar char="•"/>
            </a:pPr>
            <a:r>
              <a:rPr lang="en-US" sz="2000" b="1"/>
              <a:t>Many-to-one</a:t>
            </a:r>
            <a:r>
              <a:rPr lang="en-US" sz="2000"/>
              <a:t>, where multiple service accounts reference the same Microsoft Entra object.</a:t>
            </a:r>
          </a:p>
          <a:p>
            <a:pPr marL="285750" indent="-285750">
              <a:lnSpc>
                <a:spcPct val="150000"/>
              </a:lnSpc>
              <a:spcAft>
                <a:spcPts val="600"/>
              </a:spcAft>
              <a:buFont typeface="Arial" panose="020B0604020202020204" pitchFamily="34" charset="0"/>
              <a:buChar char="•"/>
            </a:pPr>
            <a:r>
              <a:rPr lang="en-US" sz="2000" b="1"/>
              <a:t>One-to-many</a:t>
            </a:r>
            <a:r>
              <a:rPr lang="en-US" sz="2000"/>
              <a:t>, where a service account references multiple Microsoft Entra objects by changing the client ID annotation. </a:t>
            </a:r>
          </a:p>
          <a:p>
            <a:endParaRPr lang="en-US" sz="2000"/>
          </a:p>
          <a:p>
            <a:r>
              <a:rPr lang="en-US" sz="2000" b="1"/>
              <a:t>Note:</a:t>
            </a:r>
            <a:r>
              <a:rPr lang="en-US" sz="2000"/>
              <a:t> If you update the service account annotations, you must restart the pod for the changes to take effect.</a:t>
            </a:r>
          </a:p>
        </p:txBody>
      </p:sp>
    </p:spTree>
    <p:extLst>
      <p:ext uri="{BB962C8B-B14F-4D97-AF65-F5344CB8AC3E}">
        <p14:creationId xmlns:p14="http://schemas.microsoft.com/office/powerpoint/2010/main" val="420893220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3524BF-5B7B-2DBC-AD1C-0E61F6CF919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37C321A-1F5E-405D-D243-2CA8EEA3F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59B6A496-314A-3B20-BB7E-4A22E71D69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794F43B1-BFF1-6E10-9127-7F2BE13947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8879F0F-3E7E-49A8-2583-EA5C6B787010}"/>
              </a:ext>
            </a:extLst>
          </p:cNvPr>
          <p:cNvSpPr>
            <a:spLocks noGrp="1"/>
          </p:cNvSpPr>
          <p:nvPr>
            <p:ph type="title"/>
          </p:nvPr>
        </p:nvSpPr>
        <p:spPr>
          <a:xfrm>
            <a:off x="1115568" y="548640"/>
            <a:ext cx="10168128" cy="1179576"/>
          </a:xfrm>
        </p:spPr>
        <p:txBody>
          <a:bodyPr>
            <a:normAutofit/>
          </a:bodyPr>
          <a:lstStyle/>
          <a:p>
            <a:r>
              <a:rPr lang="en-US" sz="4000"/>
              <a:t>Service Account Annotations</a:t>
            </a:r>
          </a:p>
        </p:txBody>
      </p:sp>
      <p:sp>
        <p:nvSpPr>
          <p:cNvPr id="14" name="Rectangle 13">
            <a:extLst>
              <a:ext uri="{FF2B5EF4-FFF2-40B4-BE49-F238E27FC236}">
                <a16:creationId xmlns:a16="http://schemas.microsoft.com/office/drawing/2014/main" id="{F473F037-E920-827F-BA7D-8B1FF0FBC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3" name="Table 2">
            <a:extLst>
              <a:ext uri="{FF2B5EF4-FFF2-40B4-BE49-F238E27FC236}">
                <a16:creationId xmlns:a16="http://schemas.microsoft.com/office/drawing/2014/main" id="{75679273-6A0B-5CD8-A4C7-732DB6930D12}"/>
              </a:ext>
            </a:extLst>
          </p:cNvPr>
          <p:cNvGraphicFramePr>
            <a:graphicFrameLocks noGrp="1"/>
          </p:cNvGraphicFramePr>
          <p:nvPr>
            <p:extLst>
              <p:ext uri="{D42A27DB-BD31-4B8C-83A1-F6EECF244321}">
                <p14:modId xmlns:p14="http://schemas.microsoft.com/office/powerpoint/2010/main" val="3934441063"/>
              </p:ext>
            </p:extLst>
          </p:nvPr>
        </p:nvGraphicFramePr>
        <p:xfrm>
          <a:off x="566928" y="2567446"/>
          <a:ext cx="11181124" cy="2409563"/>
        </p:xfrm>
        <a:graphic>
          <a:graphicData uri="http://schemas.openxmlformats.org/drawingml/2006/table">
            <a:tbl>
              <a:tblPr/>
              <a:tblGrid>
                <a:gridCol w="3378907">
                  <a:extLst>
                    <a:ext uri="{9D8B030D-6E8A-4147-A177-3AD203B41FA5}">
                      <a16:colId xmlns:a16="http://schemas.microsoft.com/office/drawing/2014/main" val="1051040934"/>
                    </a:ext>
                  </a:extLst>
                </a:gridCol>
                <a:gridCol w="4890052">
                  <a:extLst>
                    <a:ext uri="{9D8B030D-6E8A-4147-A177-3AD203B41FA5}">
                      <a16:colId xmlns:a16="http://schemas.microsoft.com/office/drawing/2014/main" val="3003606410"/>
                    </a:ext>
                  </a:extLst>
                </a:gridCol>
                <a:gridCol w="2912165">
                  <a:extLst>
                    <a:ext uri="{9D8B030D-6E8A-4147-A177-3AD203B41FA5}">
                      <a16:colId xmlns:a16="http://schemas.microsoft.com/office/drawing/2014/main" val="2699256802"/>
                    </a:ext>
                  </a:extLst>
                </a:gridCol>
              </a:tblGrid>
              <a:tr h="198778">
                <a:tc>
                  <a:txBody>
                    <a:bodyPr/>
                    <a:lstStyle/>
                    <a:p>
                      <a:pPr algn="l" fontAlgn="t">
                        <a:buNone/>
                      </a:pPr>
                      <a:r>
                        <a:rPr lang="en-US" sz="1000" b="1">
                          <a:effectLst/>
                        </a:rPr>
                        <a:t>Annotation</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b="1">
                          <a:effectLst/>
                        </a:rPr>
                        <a:t>Description</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b="1">
                          <a:effectLst/>
                        </a:rPr>
                        <a:t>Default</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266153793"/>
                  </a:ext>
                </a:extLst>
              </a:tr>
              <a:tr h="347861">
                <a:tc>
                  <a:txBody>
                    <a:bodyPr/>
                    <a:lstStyle/>
                    <a:p>
                      <a:pPr algn="l" fontAlgn="t">
                        <a:buNone/>
                      </a:pPr>
                      <a:r>
                        <a:rPr lang="en-US" sz="1100" err="1">
                          <a:effectLst/>
                          <a:latin typeface="SFMono-Regular"/>
                        </a:rPr>
                        <a:t>azure.workload.identity</a:t>
                      </a:r>
                      <a:r>
                        <a:rPr lang="en-US" sz="1100">
                          <a:effectLst/>
                          <a:latin typeface="SFMono-Regular"/>
                        </a:rPr>
                        <a:t>/client-id</a:t>
                      </a:r>
                      <a:endParaRPr lang="en-US" sz="110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lnSpc>
                          <a:spcPct val="150000"/>
                        </a:lnSpc>
                        <a:buNone/>
                      </a:pPr>
                      <a:r>
                        <a:rPr lang="en-US" sz="1100">
                          <a:effectLst/>
                        </a:rPr>
                        <a:t>Represents the Microsoft Entra application client ID to be used with the pod.</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endParaRPr lang="en-US" sz="110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202854954"/>
                  </a:ext>
                </a:extLst>
              </a:tr>
              <a:tr h="347861">
                <a:tc>
                  <a:txBody>
                    <a:bodyPr/>
                    <a:lstStyle/>
                    <a:p>
                      <a:pPr algn="l" fontAlgn="t">
                        <a:buNone/>
                      </a:pPr>
                      <a:r>
                        <a:rPr lang="en-US" sz="1100">
                          <a:effectLst/>
                          <a:latin typeface="SFMono-Regular"/>
                        </a:rPr>
                        <a:t>azure.workload.identity/tenant-id</a:t>
                      </a:r>
                      <a:endParaRPr lang="en-US" sz="110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lnSpc>
                          <a:spcPct val="150000"/>
                        </a:lnSpc>
                        <a:buNone/>
                      </a:pPr>
                      <a:r>
                        <a:rPr lang="en-US" sz="1100">
                          <a:effectLst/>
                        </a:rPr>
                        <a:t>Represents the Azure tenant ID where the Microsoft Entra application is registered.</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AZURE_TENANT_ID environment variable extracted</a:t>
                      </a:r>
                      <a:br>
                        <a:rPr lang="en-US" sz="1100">
                          <a:effectLst/>
                        </a:rPr>
                      </a:br>
                      <a:r>
                        <a:rPr lang="en-US" sz="1100">
                          <a:effectLst/>
                        </a:rPr>
                        <a:t>from </a:t>
                      </a:r>
                      <a:r>
                        <a:rPr lang="en-US" sz="1100">
                          <a:effectLst/>
                          <a:latin typeface="SFMono-Regular"/>
                        </a:rPr>
                        <a:t>azure-</a:t>
                      </a:r>
                      <a:r>
                        <a:rPr lang="en-US" sz="1100" err="1">
                          <a:effectLst/>
                          <a:latin typeface="SFMono-Regular"/>
                        </a:rPr>
                        <a:t>wi</a:t>
                      </a:r>
                      <a:r>
                        <a:rPr lang="en-US" sz="1100">
                          <a:effectLst/>
                          <a:latin typeface="SFMono-Regular"/>
                        </a:rPr>
                        <a:t>-webhook-config</a:t>
                      </a:r>
                      <a:r>
                        <a:rPr lang="en-US" sz="1100">
                          <a:effectLst/>
                        </a:rPr>
                        <a:t> </a:t>
                      </a:r>
                      <a:r>
                        <a:rPr lang="en-US" sz="1100" err="1">
                          <a:effectLst/>
                        </a:rPr>
                        <a:t>ConfigMap</a:t>
                      </a:r>
                      <a:r>
                        <a:rPr lang="en-US" sz="1100">
                          <a:effectLst/>
                        </a:rPr>
                        <a:t>.</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752182263"/>
                  </a:ext>
                </a:extLst>
              </a:tr>
              <a:tr h="944194">
                <a:tc>
                  <a:txBody>
                    <a:bodyPr/>
                    <a:lstStyle/>
                    <a:p>
                      <a:pPr algn="l" fontAlgn="t">
                        <a:buNone/>
                      </a:pPr>
                      <a:r>
                        <a:rPr lang="en-US" sz="1100">
                          <a:effectLst/>
                          <a:latin typeface="SFMono-Regular"/>
                        </a:rPr>
                        <a:t>azure.workload.identity/service-account-token-expiration</a:t>
                      </a:r>
                      <a:endParaRPr lang="en-US" sz="110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lnSpc>
                          <a:spcPct val="150000"/>
                        </a:lnSpc>
                        <a:buNone/>
                      </a:pPr>
                      <a:r>
                        <a:rPr lang="en-US" sz="1100">
                          <a:effectLst/>
                        </a:rPr>
                        <a:t>Represents the </a:t>
                      </a:r>
                      <a:r>
                        <a:rPr lang="en-US" sz="1100" err="1">
                          <a:effectLst/>
                          <a:latin typeface="SFMono-Regular"/>
                        </a:rPr>
                        <a:t>expirationSeconds</a:t>
                      </a:r>
                      <a:r>
                        <a:rPr lang="en-US" sz="1100">
                          <a:effectLst/>
                        </a:rPr>
                        <a:t> field for the projected service account token. It's an optional field that you configure to prevent any downtime caused by errors during service account token refresh. Kubernetes service account token expiry isn't correlated with Microsoft Entra tokens. Microsoft Entra tokens expire in 24 hours after they're issued.</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3600</a:t>
                      </a:r>
                      <a:br>
                        <a:rPr lang="en-US" sz="1100">
                          <a:effectLst/>
                        </a:rPr>
                      </a:br>
                      <a:r>
                        <a:rPr lang="en-US" sz="1100">
                          <a:effectLst/>
                        </a:rPr>
                        <a:t>Supported range is 3600-86400.</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900575607"/>
                  </a:ext>
                </a:extLst>
              </a:tr>
            </a:tbl>
          </a:graphicData>
        </a:graphic>
      </p:graphicFrame>
    </p:spTree>
    <p:extLst>
      <p:ext uri="{BB962C8B-B14F-4D97-AF65-F5344CB8AC3E}">
        <p14:creationId xmlns:p14="http://schemas.microsoft.com/office/powerpoint/2010/main" val="66042253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FA1AA8-7CAF-9845-6C09-300ACC1BBA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0E0ED9-2E70-C2E5-3E09-276D9CAB4F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80D29217-2ECD-5E22-290E-9010BD4BDB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5698BAFE-C604-1D33-FE02-D952BE50F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B93FA8-3094-1BB2-4C61-5793860175AB}"/>
              </a:ext>
            </a:extLst>
          </p:cNvPr>
          <p:cNvSpPr>
            <a:spLocks noGrp="1"/>
          </p:cNvSpPr>
          <p:nvPr>
            <p:ph type="title"/>
          </p:nvPr>
        </p:nvSpPr>
        <p:spPr>
          <a:xfrm>
            <a:off x="1115568" y="548640"/>
            <a:ext cx="10168128" cy="1179576"/>
          </a:xfrm>
        </p:spPr>
        <p:txBody>
          <a:bodyPr>
            <a:normAutofit/>
          </a:bodyPr>
          <a:lstStyle/>
          <a:p>
            <a:r>
              <a:rPr lang="en-US" sz="4000"/>
              <a:t>Pod Labels</a:t>
            </a:r>
          </a:p>
        </p:txBody>
      </p:sp>
      <p:sp>
        <p:nvSpPr>
          <p:cNvPr id="14" name="Rectangle 13">
            <a:extLst>
              <a:ext uri="{FF2B5EF4-FFF2-40B4-BE49-F238E27FC236}">
                <a16:creationId xmlns:a16="http://schemas.microsoft.com/office/drawing/2014/main" id="{65070596-0C07-A553-6A74-B6E8226D1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30F78693-FC73-9703-D773-8D502F2225F9}"/>
              </a:ext>
            </a:extLst>
          </p:cNvPr>
          <p:cNvGraphicFramePr>
            <a:graphicFrameLocks noGrp="1"/>
          </p:cNvGraphicFramePr>
          <p:nvPr>
            <p:extLst>
              <p:ext uri="{D42A27DB-BD31-4B8C-83A1-F6EECF244321}">
                <p14:modId xmlns:p14="http://schemas.microsoft.com/office/powerpoint/2010/main" val="2299596537"/>
              </p:ext>
            </p:extLst>
          </p:nvPr>
        </p:nvGraphicFramePr>
        <p:xfrm>
          <a:off x="558209" y="3137587"/>
          <a:ext cx="11173120" cy="1622860"/>
        </p:xfrm>
        <a:graphic>
          <a:graphicData uri="http://schemas.openxmlformats.org/drawingml/2006/table">
            <a:tbl>
              <a:tblPr/>
              <a:tblGrid>
                <a:gridCol w="2483165">
                  <a:extLst>
                    <a:ext uri="{9D8B030D-6E8A-4147-A177-3AD203B41FA5}">
                      <a16:colId xmlns:a16="http://schemas.microsoft.com/office/drawing/2014/main" val="3376633057"/>
                    </a:ext>
                  </a:extLst>
                </a:gridCol>
                <a:gridCol w="5814391">
                  <a:extLst>
                    <a:ext uri="{9D8B030D-6E8A-4147-A177-3AD203B41FA5}">
                      <a16:colId xmlns:a16="http://schemas.microsoft.com/office/drawing/2014/main" val="498254926"/>
                    </a:ext>
                  </a:extLst>
                </a:gridCol>
                <a:gridCol w="1540565">
                  <a:extLst>
                    <a:ext uri="{9D8B030D-6E8A-4147-A177-3AD203B41FA5}">
                      <a16:colId xmlns:a16="http://schemas.microsoft.com/office/drawing/2014/main" val="1305125283"/>
                    </a:ext>
                  </a:extLst>
                </a:gridCol>
                <a:gridCol w="1334999">
                  <a:extLst>
                    <a:ext uri="{9D8B030D-6E8A-4147-A177-3AD203B41FA5}">
                      <a16:colId xmlns:a16="http://schemas.microsoft.com/office/drawing/2014/main" val="4180459243"/>
                    </a:ext>
                  </a:extLst>
                </a:gridCol>
              </a:tblGrid>
              <a:tr h="445843">
                <a:tc>
                  <a:txBody>
                    <a:bodyPr/>
                    <a:lstStyle/>
                    <a:p>
                      <a:pPr algn="l" fontAlgn="t">
                        <a:buNone/>
                      </a:pPr>
                      <a:r>
                        <a:rPr lang="en-US" sz="1500" b="1">
                          <a:effectLst/>
                        </a:rPr>
                        <a:t>Label</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b="1">
                          <a:effectLst/>
                        </a:rPr>
                        <a:t>Description</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b="1">
                          <a:effectLst/>
                        </a:rPr>
                        <a:t>Recommended value</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b="1">
                          <a:effectLst/>
                        </a:rPr>
                        <a:t>Required</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804759759"/>
                  </a:ext>
                </a:extLst>
              </a:tr>
              <a:tr h="1087958">
                <a:tc>
                  <a:txBody>
                    <a:bodyPr/>
                    <a:lstStyle/>
                    <a:p>
                      <a:pPr algn="l" fontAlgn="t">
                        <a:buNone/>
                      </a:pPr>
                      <a:r>
                        <a:rPr lang="en-US" sz="1500">
                          <a:effectLst/>
                          <a:latin typeface="SFMono-Regular"/>
                        </a:rPr>
                        <a:t>azure.workload.identity/use</a:t>
                      </a:r>
                      <a:endParaRPr lang="en-US" sz="1500">
                        <a:effectLst/>
                      </a:endParaRP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a:effectLst/>
                        </a:rPr>
                        <a:t>This label is required in the pod template spec. Only pods with this label are mutated by the azure-workload-identity mutating admission webhook to inject the Azure specific environment variables and the projected service account token volume.</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a:effectLst/>
                        </a:rPr>
                        <a:t>true</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a:effectLst/>
                        </a:rPr>
                        <a:t>Yes</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338853820"/>
                  </a:ext>
                </a:extLst>
              </a:tr>
            </a:tbl>
          </a:graphicData>
        </a:graphic>
      </p:graphicFrame>
    </p:spTree>
    <p:extLst>
      <p:ext uri="{BB962C8B-B14F-4D97-AF65-F5344CB8AC3E}">
        <p14:creationId xmlns:p14="http://schemas.microsoft.com/office/powerpoint/2010/main" val="333174775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CEEA8D-03BB-03F4-AE4E-566DF5BE183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BE5C0ED-040A-327B-6049-A589959EC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AD088820-3831-B156-2F93-3197BC199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78B7CD94-D61C-3639-EE40-34129F7DF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0BE792-28C3-AC42-D181-28DF6B39C05C}"/>
              </a:ext>
            </a:extLst>
          </p:cNvPr>
          <p:cNvSpPr>
            <a:spLocks noGrp="1"/>
          </p:cNvSpPr>
          <p:nvPr>
            <p:ph type="title"/>
          </p:nvPr>
        </p:nvSpPr>
        <p:spPr>
          <a:xfrm>
            <a:off x="1115568" y="548640"/>
            <a:ext cx="10168128" cy="1179576"/>
          </a:xfrm>
        </p:spPr>
        <p:txBody>
          <a:bodyPr>
            <a:normAutofit/>
          </a:bodyPr>
          <a:lstStyle/>
          <a:p>
            <a:r>
              <a:rPr lang="en-US" sz="4000"/>
              <a:t>Pod Annotations</a:t>
            </a:r>
          </a:p>
        </p:txBody>
      </p:sp>
      <p:sp>
        <p:nvSpPr>
          <p:cNvPr id="14" name="Rectangle 13">
            <a:extLst>
              <a:ext uri="{FF2B5EF4-FFF2-40B4-BE49-F238E27FC236}">
                <a16:creationId xmlns:a16="http://schemas.microsoft.com/office/drawing/2014/main" id="{97589B57-2569-A264-8C37-FB4427F7B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3" name="Table 2">
            <a:extLst>
              <a:ext uri="{FF2B5EF4-FFF2-40B4-BE49-F238E27FC236}">
                <a16:creationId xmlns:a16="http://schemas.microsoft.com/office/drawing/2014/main" id="{79728FE5-F48C-03CD-EACB-50159C2F53FD}"/>
              </a:ext>
            </a:extLst>
          </p:cNvPr>
          <p:cNvGraphicFramePr>
            <a:graphicFrameLocks noGrp="1"/>
          </p:cNvGraphicFramePr>
          <p:nvPr>
            <p:extLst>
              <p:ext uri="{D42A27DB-BD31-4B8C-83A1-F6EECF244321}">
                <p14:modId xmlns:p14="http://schemas.microsoft.com/office/powerpoint/2010/main" val="2645185745"/>
              </p:ext>
            </p:extLst>
          </p:nvPr>
        </p:nvGraphicFramePr>
        <p:xfrm>
          <a:off x="555161" y="2365512"/>
          <a:ext cx="11176167" cy="3619899"/>
        </p:xfrm>
        <a:graphic>
          <a:graphicData uri="http://schemas.openxmlformats.org/drawingml/2006/table">
            <a:tbl>
              <a:tblPr/>
              <a:tblGrid>
                <a:gridCol w="3162074">
                  <a:extLst>
                    <a:ext uri="{9D8B030D-6E8A-4147-A177-3AD203B41FA5}">
                      <a16:colId xmlns:a16="http://schemas.microsoft.com/office/drawing/2014/main" val="2157973385"/>
                    </a:ext>
                  </a:extLst>
                </a:gridCol>
                <a:gridCol w="5158408">
                  <a:extLst>
                    <a:ext uri="{9D8B030D-6E8A-4147-A177-3AD203B41FA5}">
                      <a16:colId xmlns:a16="http://schemas.microsoft.com/office/drawing/2014/main" val="4203712295"/>
                    </a:ext>
                  </a:extLst>
                </a:gridCol>
                <a:gridCol w="2855685">
                  <a:extLst>
                    <a:ext uri="{9D8B030D-6E8A-4147-A177-3AD203B41FA5}">
                      <a16:colId xmlns:a16="http://schemas.microsoft.com/office/drawing/2014/main" val="3959015242"/>
                    </a:ext>
                  </a:extLst>
                </a:gridCol>
              </a:tblGrid>
              <a:tr h="304700">
                <a:tc>
                  <a:txBody>
                    <a:bodyPr/>
                    <a:lstStyle/>
                    <a:p>
                      <a:pPr algn="l" fontAlgn="t">
                        <a:buNone/>
                      </a:pPr>
                      <a:r>
                        <a:rPr lang="en-US" sz="1400" b="1">
                          <a:effectLst/>
                        </a:rPr>
                        <a:t>Annotation</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b="1">
                          <a:effectLst/>
                        </a:rPr>
                        <a:t>Description</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b="1">
                          <a:effectLst/>
                        </a:rPr>
                        <a:t>Default</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50913743"/>
                  </a:ext>
                </a:extLst>
              </a:tr>
              <a:tr h="603225">
                <a:tc>
                  <a:txBody>
                    <a:bodyPr/>
                    <a:lstStyle/>
                    <a:p>
                      <a:pPr algn="l" fontAlgn="t">
                        <a:buNone/>
                      </a:pPr>
                      <a:r>
                        <a:rPr lang="en-US" sz="1400" err="1">
                          <a:effectLst/>
                          <a:latin typeface="SFMono-Regular"/>
                        </a:rPr>
                        <a:t>azure.workload.identity</a:t>
                      </a:r>
                      <a:r>
                        <a:rPr lang="en-US" sz="1400">
                          <a:effectLst/>
                          <a:latin typeface="SFMono-Regular"/>
                        </a:rPr>
                        <a:t>/service-account-token-expiration</a:t>
                      </a:r>
                      <a:endParaRPr lang="en-US" sz="1400">
                        <a:effectLst/>
                      </a:endParaRP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b="1">
                          <a:effectLst/>
                        </a:rPr>
                        <a:t>Pod annotations take precedence over service account annotations</a:t>
                      </a:r>
                      <a:r>
                        <a:rPr lang="en-US" sz="1400">
                          <a:effectLst/>
                        </a:rPr>
                        <a:t>.</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3600</a:t>
                      </a:r>
                      <a:br>
                        <a:rPr lang="en-US" sz="1400">
                          <a:effectLst/>
                        </a:rPr>
                      </a:br>
                      <a:r>
                        <a:rPr lang="en-US" sz="1400">
                          <a:effectLst/>
                        </a:rPr>
                        <a:t>Supported range is 3600-86400.</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60358407"/>
                  </a:ext>
                </a:extLst>
              </a:tr>
              <a:tr h="797289">
                <a:tc>
                  <a:txBody>
                    <a:bodyPr/>
                    <a:lstStyle/>
                    <a:p>
                      <a:pPr algn="l" fontAlgn="t">
                        <a:buNone/>
                      </a:pPr>
                      <a:r>
                        <a:rPr lang="en-US" sz="1400">
                          <a:effectLst/>
                          <a:latin typeface="SFMono-Regular"/>
                        </a:rPr>
                        <a:t>azure.workload.identity/skip-containers</a:t>
                      </a:r>
                      <a:endParaRPr lang="en-US" sz="1400">
                        <a:effectLst/>
                      </a:endParaRP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Represents a semi-colon-separated list of containers to skip adding projected service account token volume. For example, </a:t>
                      </a:r>
                      <a:r>
                        <a:rPr lang="en-US" sz="1400">
                          <a:effectLst/>
                          <a:latin typeface="SFMono-Regular"/>
                        </a:rPr>
                        <a:t>container1;container2</a:t>
                      </a:r>
                      <a:r>
                        <a:rPr lang="en-US" sz="1400">
                          <a:effectLst/>
                        </a:rPr>
                        <a:t>.</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By default, the projected service account token volume is added to all containers if the pod is labeled with </a:t>
                      </a:r>
                      <a:r>
                        <a:rPr lang="en-US" sz="1400">
                          <a:effectLst/>
                          <a:latin typeface="SFMono-Regular"/>
                        </a:rPr>
                        <a:t>azure.workload.identity/use: true</a:t>
                      </a:r>
                      <a:r>
                        <a:rPr lang="en-US" sz="1400">
                          <a:effectLst/>
                        </a:rPr>
                        <a:t>.</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76244893"/>
                  </a:ext>
                </a:extLst>
              </a:tr>
              <a:tr h="1043583">
                <a:tc>
                  <a:txBody>
                    <a:bodyPr/>
                    <a:lstStyle/>
                    <a:p>
                      <a:pPr algn="l" fontAlgn="t">
                        <a:buNone/>
                      </a:pPr>
                      <a:r>
                        <a:rPr lang="en-US" sz="1400">
                          <a:effectLst/>
                          <a:latin typeface="SFMono-Regular"/>
                        </a:rPr>
                        <a:t>azure.workload.identity/inject-proxy-sidecar</a:t>
                      </a:r>
                      <a:endParaRPr lang="en-US" sz="1400">
                        <a:effectLst/>
                      </a:endParaRP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Injects a proxy init container and proxy sidecar into the pod. The proxy sidecar is used to intercept token requests to IMDS and acquire a Microsoft Entra token on behalf of the user with federated identity credential.</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false</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745314689"/>
                  </a:ext>
                </a:extLst>
              </a:tr>
              <a:tr h="550995">
                <a:tc>
                  <a:txBody>
                    <a:bodyPr/>
                    <a:lstStyle/>
                    <a:p>
                      <a:pPr algn="l" fontAlgn="t">
                        <a:buNone/>
                      </a:pPr>
                      <a:r>
                        <a:rPr lang="en-US" sz="1400">
                          <a:effectLst/>
                          <a:latin typeface="SFMono-Regular"/>
                        </a:rPr>
                        <a:t>azure.workload.identity/proxy-sidecar-port</a:t>
                      </a:r>
                      <a:endParaRPr lang="en-US" sz="1400">
                        <a:effectLst/>
                      </a:endParaRP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Represents the port of the proxy sidecar.</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8000</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115048298"/>
                  </a:ext>
                </a:extLst>
              </a:tr>
            </a:tbl>
          </a:graphicData>
        </a:graphic>
      </p:graphicFrame>
    </p:spTree>
    <p:extLst>
      <p:ext uri="{BB962C8B-B14F-4D97-AF65-F5344CB8AC3E}">
        <p14:creationId xmlns:p14="http://schemas.microsoft.com/office/powerpoint/2010/main" val="354518482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2B108BA-CE66-2908-88CD-284D3F55490C}"/>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BE0EBD9-543C-DF01-01FB-12871320253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Deploy and configure Microsoft Entra Workload ID on an Azure Kubernetes Service (AKS) cluster</a:t>
            </a:r>
            <a:endParaRPr lang="en-US" sz="2400" kern="120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074405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263244-4949-EB37-4D42-76690E48CA3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kern="1200">
                <a:solidFill>
                  <a:schemeClr val="tx1"/>
                </a:solidFill>
                <a:latin typeface="+mj-lt"/>
                <a:ea typeface="+mj-ea"/>
                <a:cs typeface="+mj-cs"/>
              </a:rPr>
              <a:t>Deploy and configure Microsoft Entra Workload ID on an Azure Kubernetes Service (AKS) cluster</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53DE259-39F3-0924-0353-80307BA326A8}"/>
              </a:ext>
            </a:extLst>
          </p:cNvPr>
          <p:cNvSpPr txBox="1"/>
          <p:nvPr/>
        </p:nvSpPr>
        <p:spPr>
          <a:xfrm>
            <a:off x="838200" y="2138102"/>
            <a:ext cx="10853928" cy="3855193"/>
          </a:xfrm>
          <a:prstGeom prst="rect">
            <a:avLst/>
          </a:prstGeom>
        </p:spPr>
        <p:txBody>
          <a:bodyPr vert="horz" lIns="91440" tIns="45720" rIns="91440" bIns="45720" rtlCol="0">
            <a:normAutofit fontScale="92500"/>
          </a:bodyPr>
          <a:lstStyle/>
          <a:p>
            <a:pPr marL="285750" indent="-228600">
              <a:lnSpc>
                <a:spcPct val="90000"/>
              </a:lnSpc>
              <a:spcBef>
                <a:spcPts val="600"/>
              </a:spcBef>
              <a:spcAft>
                <a:spcPts val="1200"/>
              </a:spcAft>
              <a:buFont typeface="Arial" panose="020B0604020202020204" pitchFamily="34" charset="0"/>
              <a:buChar char="•"/>
            </a:pPr>
            <a:r>
              <a:rPr lang="en-US" sz="2800"/>
              <a:t>Create a new or update an existing AKS cluster using the Azure CLI with OpenID Connect (OIDC) issuer and Microsoft Entra Workload ID enabled.</a:t>
            </a:r>
          </a:p>
          <a:p>
            <a:pPr marL="285750" indent="-228600">
              <a:lnSpc>
                <a:spcPct val="90000"/>
              </a:lnSpc>
              <a:spcBef>
                <a:spcPts val="600"/>
              </a:spcBef>
              <a:spcAft>
                <a:spcPts val="1200"/>
              </a:spcAft>
              <a:buFont typeface="Arial" panose="020B0604020202020204" pitchFamily="34" charset="0"/>
              <a:buChar char="•"/>
            </a:pPr>
            <a:r>
              <a:rPr lang="en-US" sz="2800"/>
              <a:t>Create a workload identity and Kubernetes service account.</a:t>
            </a:r>
          </a:p>
          <a:p>
            <a:pPr marL="285750" indent="-228600">
              <a:lnSpc>
                <a:spcPct val="90000"/>
              </a:lnSpc>
              <a:spcBef>
                <a:spcPts val="600"/>
              </a:spcBef>
              <a:spcAft>
                <a:spcPts val="1200"/>
              </a:spcAft>
              <a:buFont typeface="Arial" panose="020B0604020202020204" pitchFamily="34" charset="0"/>
              <a:buChar char="•"/>
            </a:pPr>
            <a:r>
              <a:rPr lang="en-US" sz="2800"/>
              <a:t>Configure the managed identity for token federation.</a:t>
            </a:r>
          </a:p>
          <a:p>
            <a:pPr marL="285750" indent="-228600">
              <a:lnSpc>
                <a:spcPct val="90000"/>
              </a:lnSpc>
              <a:spcBef>
                <a:spcPts val="600"/>
              </a:spcBef>
              <a:spcAft>
                <a:spcPts val="1200"/>
              </a:spcAft>
              <a:buFont typeface="Arial" panose="020B0604020202020204" pitchFamily="34" charset="0"/>
              <a:buChar char="•"/>
            </a:pPr>
            <a:r>
              <a:rPr lang="en-US" sz="2800"/>
              <a:t>Deploy the workload and verify authentication with the workload identity.</a:t>
            </a:r>
          </a:p>
          <a:p>
            <a:pPr marL="285750" indent="-228600">
              <a:lnSpc>
                <a:spcPct val="90000"/>
              </a:lnSpc>
              <a:spcBef>
                <a:spcPts val="600"/>
              </a:spcBef>
              <a:spcAft>
                <a:spcPts val="1200"/>
              </a:spcAft>
              <a:buFont typeface="Arial" panose="020B0604020202020204" pitchFamily="34" charset="0"/>
              <a:buChar char="•"/>
            </a:pPr>
            <a:r>
              <a:rPr lang="en-US" sz="2800"/>
              <a:t>Optionally grant a pod in the cluster access to secrets in an Azure key vault.</a:t>
            </a:r>
          </a:p>
        </p:txBody>
      </p:sp>
    </p:spTree>
    <p:extLst>
      <p:ext uri="{BB962C8B-B14F-4D97-AF65-F5344CB8AC3E}">
        <p14:creationId xmlns:p14="http://schemas.microsoft.com/office/powerpoint/2010/main" val="313127401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1FAE03-065D-7599-E1A5-CD22D24CF1BD}"/>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A3CE1F1-6713-86E6-8AAE-D4881CBA77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80BF5A8E-E44E-B657-27D7-896E96402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905E75DA-A16C-ED99-D713-E4E5F9E5F1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15B1F9-1A96-BEBB-3AFB-11C6D3E74BFB}"/>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Secrets Store CSI Driver</a:t>
            </a:r>
          </a:p>
        </p:txBody>
      </p:sp>
      <p:sp>
        <p:nvSpPr>
          <p:cNvPr id="13" name="Rectangle 12">
            <a:extLst>
              <a:ext uri="{FF2B5EF4-FFF2-40B4-BE49-F238E27FC236}">
                <a16:creationId xmlns:a16="http://schemas.microsoft.com/office/drawing/2014/main" id="{E15175E4-7419-54E6-D29E-F2CDE4CC7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493575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8CB151-A4A3-4C6A-7C88-FCCE678625B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7C4004E-D86A-D5D9-A5C5-42EDE4D0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C72ECC-5817-3BC3-CAC7-F7DD858BF1BB}"/>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kern="1200">
                <a:solidFill>
                  <a:schemeClr val="tx1"/>
                </a:solidFill>
                <a:latin typeface="+mj-lt"/>
                <a:ea typeface="+mj-ea"/>
                <a:cs typeface="+mj-cs"/>
              </a:rPr>
              <a:t>CSI Driver</a:t>
            </a:r>
          </a:p>
        </p:txBody>
      </p:sp>
      <p:sp>
        <p:nvSpPr>
          <p:cNvPr id="12" name="sketch line">
            <a:extLst>
              <a:ext uri="{FF2B5EF4-FFF2-40B4-BE49-F238E27FC236}">
                <a16:creationId xmlns:a16="http://schemas.microsoft.com/office/drawing/2014/main" id="{B612F7B7-1977-27E7-45C6-C453C68A8D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CE0DF66-6242-2523-C6BD-189FBDE76F9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The Container Storage Interface (CSI) is a standard for exposing arbitrary block and file storage systems to containerized workloads on Container Orchestration Systems (COS) like Kubernetes. </a:t>
            </a:r>
          </a:p>
          <a:p>
            <a:pPr marL="285750" indent="-228600">
              <a:lnSpc>
                <a:spcPct val="90000"/>
              </a:lnSpc>
              <a:spcBef>
                <a:spcPts val="600"/>
              </a:spcBef>
              <a:spcAft>
                <a:spcPts val="1200"/>
              </a:spcAft>
              <a:buFont typeface="Arial" panose="020B0604020202020204" pitchFamily="34" charset="0"/>
              <a:buChar char="•"/>
            </a:pPr>
            <a:r>
              <a:rPr lang="en-US" sz="2800"/>
              <a:t>Using CSI third-party storage providers can write and deploy plugins exposing new storage systems in Kubernetes without ever having to touch the core Kubernetes code.</a:t>
            </a:r>
          </a:p>
        </p:txBody>
      </p:sp>
    </p:spTree>
    <p:extLst>
      <p:ext uri="{BB962C8B-B14F-4D97-AF65-F5344CB8AC3E}">
        <p14:creationId xmlns:p14="http://schemas.microsoft.com/office/powerpoint/2010/main" val="194352595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8D4151-C8A8-720E-A6FB-5A4B080E9CF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E9CFE6-6D88-3158-450F-1FA3358456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D73244-415D-1E68-2BC3-7944B43AEF2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kern="1200">
                <a:solidFill>
                  <a:schemeClr val="tx1"/>
                </a:solidFill>
                <a:latin typeface="+mj-lt"/>
                <a:ea typeface="+mj-ea"/>
                <a:cs typeface="+mj-cs"/>
              </a:rPr>
              <a:t>Secret Store CSI Driver</a:t>
            </a:r>
          </a:p>
        </p:txBody>
      </p:sp>
      <p:sp>
        <p:nvSpPr>
          <p:cNvPr id="12" name="sketch line">
            <a:extLst>
              <a:ext uri="{FF2B5EF4-FFF2-40B4-BE49-F238E27FC236}">
                <a16:creationId xmlns:a16="http://schemas.microsoft.com/office/drawing/2014/main" id="{7946E436-2FE2-E7BC-3266-1C0DAED1C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DD22AB8-9347-F997-4926-1151CE27FC93}"/>
              </a:ext>
            </a:extLst>
          </p:cNvPr>
          <p:cNvSpPr txBox="1"/>
          <p:nvPr/>
        </p:nvSpPr>
        <p:spPr>
          <a:xfrm>
            <a:off x="838200" y="2297126"/>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Secrets Store CSI Driver for Kubernetes secrets - Integrates secrets stores with Kubernetes via a Container Storage Interface (CSI) volume. </a:t>
            </a:r>
          </a:p>
          <a:p>
            <a:pPr marL="285750" indent="-228600">
              <a:lnSpc>
                <a:spcPct val="90000"/>
              </a:lnSpc>
              <a:spcBef>
                <a:spcPts val="600"/>
              </a:spcBef>
              <a:spcAft>
                <a:spcPts val="1200"/>
              </a:spcAft>
              <a:buFont typeface="Arial" panose="020B0604020202020204" pitchFamily="34" charset="0"/>
              <a:buChar char="•"/>
            </a:pPr>
            <a:r>
              <a:rPr lang="en-US" sz="2800"/>
              <a:t>The Secrets Store CSI Driver secrets-store.csi.k8s.io allows Kubernetes to mount multiple secrets, keys, and certs stored in enterprise-grade external secrets stores into their pods as a volume. Once the Volume is attached, the data in it is mounted into the container's file system.</a:t>
            </a:r>
          </a:p>
        </p:txBody>
      </p:sp>
    </p:spTree>
    <p:extLst>
      <p:ext uri="{BB962C8B-B14F-4D97-AF65-F5344CB8AC3E}">
        <p14:creationId xmlns:p14="http://schemas.microsoft.com/office/powerpoint/2010/main" val="3147632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B06DFB-F903-5FD4-627E-711A082B759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EAFD258-A185-3E83-8EB6-7BF75E1752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FAF51A-E526-0A71-1402-88AE146C1C0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Azure Key Vault provider for </a:t>
            </a:r>
            <a:r>
              <a:rPr lang="en-US" sz="4200" kern="1200">
                <a:solidFill>
                  <a:schemeClr val="tx1"/>
                </a:solidFill>
                <a:latin typeface="+mj-lt"/>
                <a:ea typeface="+mj-ea"/>
                <a:cs typeface="+mj-cs"/>
              </a:rPr>
              <a:t>Secret Store CSI Driver</a:t>
            </a:r>
            <a:r>
              <a:rPr lang="en-US" sz="4200"/>
              <a:t> in an AKS cluster</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DA48ADF1-C7DC-D347-1224-85369B2CD4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20040C-9D0D-FBC1-5C0C-81B85D27ED0A}"/>
              </a:ext>
            </a:extLst>
          </p:cNvPr>
          <p:cNvSpPr txBox="1"/>
          <p:nvPr/>
        </p:nvSpPr>
        <p:spPr>
          <a:xfrm>
            <a:off x="838200" y="2545606"/>
            <a:ext cx="10853928" cy="2528121"/>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The Azure Key Vault provider for Secrets Store CSI Driver allows for the integration of an Azure Key Vault as a secret store with an Azure Kubernetes Service (AKS) cluster via a CSI volume.</a:t>
            </a:r>
          </a:p>
        </p:txBody>
      </p:sp>
    </p:spTree>
    <p:extLst>
      <p:ext uri="{BB962C8B-B14F-4D97-AF65-F5344CB8AC3E}">
        <p14:creationId xmlns:p14="http://schemas.microsoft.com/office/powerpoint/2010/main" val="274866670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CEF19C-DCB6-46A6-96B4-EEE2B1BFA1E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2DE6783-DEDC-C7D0-4E8E-0BADBE526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AF5AF1-97BC-0B3E-C481-F63DF4FC92FE}"/>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Features</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07651CE5-3B86-D2AA-AB71-9F80F0E04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5A57006-ADBE-F5AA-4E04-3185D74D844D}"/>
              </a:ext>
            </a:extLst>
          </p:cNvPr>
          <p:cNvSpPr txBox="1"/>
          <p:nvPr/>
        </p:nvSpPr>
        <p:spPr>
          <a:xfrm>
            <a:off x="218661" y="2138102"/>
            <a:ext cx="11807687" cy="4354773"/>
          </a:xfrm>
          <a:prstGeom prst="rect">
            <a:avLst/>
          </a:prstGeom>
        </p:spPr>
        <p:txBody>
          <a:bodyPr vert="horz" lIns="91440" tIns="45720" rIns="91440" bIns="45720" rtlCol="0">
            <a:normAutofit/>
          </a:bodyPr>
          <a:lstStyle/>
          <a:p>
            <a:pPr marL="514350" indent="-457200">
              <a:spcBef>
                <a:spcPts val="600"/>
              </a:spcBef>
              <a:spcAft>
                <a:spcPts val="600"/>
              </a:spcAft>
              <a:buFont typeface="Arial" panose="020B0604020202020204" pitchFamily="34" charset="0"/>
              <a:buChar char="•"/>
            </a:pPr>
            <a:r>
              <a:rPr lang="en-US" sz="2400"/>
              <a:t>Mounts secrets, keys, and certificates to a pod using a CSI volume.</a:t>
            </a:r>
          </a:p>
          <a:p>
            <a:pPr marL="514350" indent="-457200">
              <a:spcBef>
                <a:spcPts val="600"/>
              </a:spcBef>
              <a:spcAft>
                <a:spcPts val="600"/>
              </a:spcAft>
              <a:buFont typeface="Arial" panose="020B0604020202020204" pitchFamily="34" charset="0"/>
              <a:buChar char="•"/>
            </a:pPr>
            <a:r>
              <a:rPr lang="en-US" sz="2400"/>
              <a:t>Supports CSI inline volumes.</a:t>
            </a:r>
          </a:p>
          <a:p>
            <a:pPr marL="514350" indent="-457200">
              <a:spcBef>
                <a:spcPts val="600"/>
              </a:spcBef>
              <a:spcAft>
                <a:spcPts val="600"/>
              </a:spcAft>
              <a:buFont typeface="Arial" panose="020B0604020202020204" pitchFamily="34" charset="0"/>
              <a:buChar char="•"/>
            </a:pPr>
            <a:r>
              <a:rPr lang="en-US" sz="2400"/>
              <a:t>Supports mounting multiple secrets store objects as a single volume.</a:t>
            </a:r>
          </a:p>
          <a:p>
            <a:pPr marL="514350" indent="-457200">
              <a:spcBef>
                <a:spcPts val="600"/>
              </a:spcBef>
              <a:spcAft>
                <a:spcPts val="600"/>
              </a:spcAft>
              <a:buFont typeface="Arial" panose="020B0604020202020204" pitchFamily="34" charset="0"/>
              <a:buChar char="•"/>
            </a:pPr>
            <a:r>
              <a:rPr lang="en-US" sz="2400"/>
              <a:t>Supports pod portability with the </a:t>
            </a:r>
            <a:r>
              <a:rPr lang="en-US" sz="2400" err="1"/>
              <a:t>SecretProviderClass</a:t>
            </a:r>
            <a:r>
              <a:rPr lang="en-US" sz="2400"/>
              <a:t> CRD.</a:t>
            </a:r>
          </a:p>
          <a:p>
            <a:pPr marL="514350" indent="-457200">
              <a:spcBef>
                <a:spcPts val="600"/>
              </a:spcBef>
              <a:spcAft>
                <a:spcPts val="600"/>
              </a:spcAft>
              <a:buFont typeface="Arial" panose="020B0604020202020204" pitchFamily="34" charset="0"/>
              <a:buChar char="•"/>
            </a:pPr>
            <a:r>
              <a:rPr lang="en-US" sz="2400"/>
              <a:t>Supports Windows containers.</a:t>
            </a:r>
          </a:p>
          <a:p>
            <a:pPr marL="514350" indent="-457200">
              <a:spcBef>
                <a:spcPts val="600"/>
              </a:spcBef>
              <a:spcAft>
                <a:spcPts val="600"/>
              </a:spcAft>
              <a:buFont typeface="Arial" panose="020B0604020202020204" pitchFamily="34" charset="0"/>
              <a:buChar char="•"/>
            </a:pPr>
            <a:r>
              <a:rPr lang="en-US" sz="2400"/>
              <a:t>Syncs with Kubernetes secrets.</a:t>
            </a:r>
          </a:p>
          <a:p>
            <a:pPr marL="514350" indent="-457200">
              <a:spcBef>
                <a:spcPts val="600"/>
              </a:spcBef>
              <a:spcAft>
                <a:spcPts val="600"/>
              </a:spcAft>
              <a:buFont typeface="Arial" panose="020B0604020202020204" pitchFamily="34" charset="0"/>
              <a:buChar char="•"/>
            </a:pPr>
            <a:r>
              <a:rPr lang="en-US" sz="2400"/>
              <a:t>Supports autorotation of mounted contents and synced Kubernetes secrets.</a:t>
            </a:r>
          </a:p>
        </p:txBody>
      </p:sp>
    </p:spTree>
    <p:extLst>
      <p:ext uri="{BB962C8B-B14F-4D97-AF65-F5344CB8AC3E}">
        <p14:creationId xmlns:p14="http://schemas.microsoft.com/office/powerpoint/2010/main" val="45747031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B3B339-A53B-9AEC-243D-B5695075C5A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3C736D-9A58-0684-9A8B-F3330CEEE8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C7264-E972-D17B-8715-77C42B8E5E0E}"/>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Limitations</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88C885C2-3F92-7D36-B017-59E9F23E2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0762854-9D1C-A13C-B22B-E8745BEB7227}"/>
              </a:ext>
            </a:extLst>
          </p:cNvPr>
          <p:cNvSpPr txBox="1"/>
          <p:nvPr/>
        </p:nvSpPr>
        <p:spPr>
          <a:xfrm>
            <a:off x="218661" y="2138102"/>
            <a:ext cx="11807687" cy="4354773"/>
          </a:xfrm>
          <a:prstGeom prst="rect">
            <a:avLst/>
          </a:prstGeom>
        </p:spPr>
        <p:txBody>
          <a:bodyPr vert="horz" lIns="91440" tIns="45720" rIns="91440" bIns="45720" rtlCol="0">
            <a:normAutofit/>
          </a:bodyPr>
          <a:lstStyle/>
          <a:p>
            <a:pPr marL="514350" indent="-457200">
              <a:spcBef>
                <a:spcPts val="600"/>
              </a:spcBef>
              <a:spcAft>
                <a:spcPts val="600"/>
              </a:spcAft>
              <a:buFont typeface="Arial" panose="020B0604020202020204" pitchFamily="34" charset="0"/>
              <a:buChar char="•"/>
            </a:pPr>
            <a:r>
              <a:rPr lang="en-US" sz="2400"/>
              <a:t>A container using a </a:t>
            </a:r>
            <a:r>
              <a:rPr lang="en-US" sz="2400" err="1"/>
              <a:t>ConfigMap</a:t>
            </a:r>
            <a:r>
              <a:rPr lang="en-US" sz="2400"/>
              <a:t> or Secret as a </a:t>
            </a:r>
            <a:r>
              <a:rPr lang="en-US" sz="2400" err="1"/>
              <a:t>subPath</a:t>
            </a:r>
            <a:r>
              <a:rPr lang="en-US" sz="2400"/>
              <a:t> volume mount does not receive automated updates when the secret is rotated. This is a Kubernetes limitation. To have the changes take effect, the application needs to reload the changed file by either watching for changes in the file system or by restarting the pod. </a:t>
            </a:r>
          </a:p>
          <a:p>
            <a:pPr marL="514350" indent="-457200">
              <a:spcBef>
                <a:spcPts val="600"/>
              </a:spcBef>
              <a:spcAft>
                <a:spcPts val="600"/>
              </a:spcAft>
              <a:buFont typeface="Arial" panose="020B0604020202020204" pitchFamily="34" charset="0"/>
              <a:buChar char="•"/>
            </a:pPr>
            <a:r>
              <a:rPr lang="en-US" sz="2400"/>
              <a:t>The add-on creates a managed identity named </a:t>
            </a:r>
            <a:r>
              <a:rPr lang="en-US" sz="2400" err="1"/>
              <a:t>azurekeyvaultsecretsprovider</a:t>
            </a:r>
            <a:r>
              <a:rPr lang="en-US" sz="2400"/>
              <a:t>-xxx in the node resource group and assigns it to the Virtual Machine Scale Sets (VMSS) automatically. You can use this managed identity or your own managed identity to access the key vault. It's not supported to prevent creation of the identity.</a:t>
            </a:r>
          </a:p>
        </p:txBody>
      </p:sp>
    </p:spTree>
    <p:extLst>
      <p:ext uri="{BB962C8B-B14F-4D97-AF65-F5344CB8AC3E}">
        <p14:creationId xmlns:p14="http://schemas.microsoft.com/office/powerpoint/2010/main" val="427559963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BF4F92-21E9-E558-F76C-E35CF71B05B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EA2B19-95AB-C604-52E0-14FFEE09A1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78BC852B-E404-BC8F-6D54-D7F69E935787}"/>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BA872B3-F8E5-9FB3-0731-5C7DF1418BCA}"/>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Azure Key Vault Provider for Secret Store CSI Driver in AKS</a:t>
            </a:r>
            <a:endParaRPr lang="en-US" sz="2400" kern="120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1CD68F60-313A-D32E-92ED-BE498F54C7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360662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F52C18-96C4-D862-9BD9-9FC9A33B8A2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00D6497-2834-0600-478A-4A19C4FAE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42E1EBEC-0A7A-80D3-61C4-47991D941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FC6FFFB7-F11C-E5AE-9F0A-01FE756594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D882827-A7DB-FE5D-80C4-42D6E49AE04D}"/>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Pod Security Admission (PSA)</a:t>
            </a:r>
          </a:p>
        </p:txBody>
      </p:sp>
      <p:sp>
        <p:nvSpPr>
          <p:cNvPr id="13" name="Rectangle 12">
            <a:extLst>
              <a:ext uri="{FF2B5EF4-FFF2-40B4-BE49-F238E27FC236}">
                <a16:creationId xmlns:a16="http://schemas.microsoft.com/office/drawing/2014/main" id="{3DA883F1-D187-202F-6390-EA8DFA36B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816947"/>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C06A07-EA2C-0764-71E0-E9FFDA3F07C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AF8F9B-1077-0923-D88C-E8F988891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A4DA1B-1F5A-1943-49B1-E0EE88B3767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Pod Security Standards</a:t>
            </a:r>
          </a:p>
        </p:txBody>
      </p:sp>
      <p:sp>
        <p:nvSpPr>
          <p:cNvPr id="12" name="sketch line">
            <a:extLst>
              <a:ext uri="{FF2B5EF4-FFF2-40B4-BE49-F238E27FC236}">
                <a16:creationId xmlns:a16="http://schemas.microsoft.com/office/drawing/2014/main" id="{D559035B-0947-9112-A3F5-10FEE9BE64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480673C-DBFD-EDAD-1BFF-9190037FAC9E}"/>
              </a:ext>
            </a:extLst>
          </p:cNvPr>
          <p:cNvSpPr txBox="1"/>
          <p:nvPr/>
        </p:nvSpPr>
        <p:spPr>
          <a:xfrm>
            <a:off x="838200" y="2018831"/>
            <a:ext cx="10853928" cy="1984651"/>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The Pod Security Standards define three different policies to broadly cover the security spectrum. </a:t>
            </a:r>
          </a:p>
          <a:p>
            <a:pPr marL="57150">
              <a:lnSpc>
                <a:spcPct val="90000"/>
              </a:lnSpc>
              <a:spcBef>
                <a:spcPts val="600"/>
              </a:spcBef>
              <a:spcAft>
                <a:spcPts val="1200"/>
              </a:spcAft>
            </a:pPr>
            <a:r>
              <a:rPr lang="en-US" sz="2800"/>
              <a:t>These policies are cumulative and range from highly-permissive to highly-restrictive. </a:t>
            </a:r>
          </a:p>
        </p:txBody>
      </p:sp>
      <p:graphicFrame>
        <p:nvGraphicFramePr>
          <p:cNvPr id="3" name="Table 2">
            <a:extLst>
              <a:ext uri="{FF2B5EF4-FFF2-40B4-BE49-F238E27FC236}">
                <a16:creationId xmlns:a16="http://schemas.microsoft.com/office/drawing/2014/main" id="{2DC7441C-1AD8-365A-2446-85D2611DB8DE}"/>
              </a:ext>
            </a:extLst>
          </p:cNvPr>
          <p:cNvGraphicFramePr>
            <a:graphicFrameLocks noGrp="1"/>
          </p:cNvGraphicFramePr>
          <p:nvPr>
            <p:extLst>
              <p:ext uri="{D42A27DB-BD31-4B8C-83A1-F6EECF244321}">
                <p14:modId xmlns:p14="http://schemas.microsoft.com/office/powerpoint/2010/main" val="1218049854"/>
              </p:ext>
            </p:extLst>
          </p:nvPr>
        </p:nvGraphicFramePr>
        <p:xfrm>
          <a:off x="838200" y="4267018"/>
          <a:ext cx="10515600" cy="2011680"/>
        </p:xfrm>
        <a:graphic>
          <a:graphicData uri="http://schemas.openxmlformats.org/drawingml/2006/table">
            <a:tbl>
              <a:tblPr/>
              <a:tblGrid>
                <a:gridCol w="1489081">
                  <a:extLst>
                    <a:ext uri="{9D8B030D-6E8A-4147-A177-3AD203B41FA5}">
                      <a16:colId xmlns:a16="http://schemas.microsoft.com/office/drawing/2014/main" val="2413998057"/>
                    </a:ext>
                  </a:extLst>
                </a:gridCol>
                <a:gridCol w="9026519">
                  <a:extLst>
                    <a:ext uri="{9D8B030D-6E8A-4147-A177-3AD203B41FA5}">
                      <a16:colId xmlns:a16="http://schemas.microsoft.com/office/drawing/2014/main" val="1526893556"/>
                    </a:ext>
                  </a:extLst>
                </a:gridCol>
              </a:tblGrid>
              <a:tr h="0">
                <a:tc>
                  <a:txBody>
                    <a:bodyPr/>
                    <a:lstStyle/>
                    <a:p>
                      <a:pPr algn="l" fontAlgn="b">
                        <a:buNone/>
                      </a:pPr>
                      <a:r>
                        <a:rPr lang="en-US">
                          <a:effectLst/>
                        </a:rPr>
                        <a:t>Profile</a:t>
                      </a:r>
                    </a:p>
                  </a:txBody>
                  <a:tcPr anchor="b">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algn="l" fontAlgn="b">
                        <a:buNone/>
                      </a:pPr>
                      <a:r>
                        <a:rPr lang="en-US">
                          <a:effectLst/>
                        </a:rPr>
                        <a:t>Description</a:t>
                      </a:r>
                    </a:p>
                  </a:txBody>
                  <a:tcPr anchor="b">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74318008"/>
                  </a:ext>
                </a:extLst>
              </a:tr>
              <a:tr h="0">
                <a:tc>
                  <a:txBody>
                    <a:bodyPr/>
                    <a:lstStyle/>
                    <a:p>
                      <a:pPr fontAlgn="t">
                        <a:buNone/>
                      </a:pPr>
                      <a:r>
                        <a:rPr lang="en-US" b="1">
                          <a:effectLst/>
                        </a:rPr>
                        <a:t>Privileged</a:t>
                      </a:r>
                      <a:endParaRPr lang="en-US" b="0">
                        <a:effectLst/>
                      </a:endParaRP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a:effectLst/>
                        </a:rPr>
                        <a:t>Unrestricted policy, providing the widest possible level of permissions. This policy allows for known privilege escalations.</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91771172"/>
                  </a:ext>
                </a:extLst>
              </a:tr>
              <a:tr h="0">
                <a:tc>
                  <a:txBody>
                    <a:bodyPr/>
                    <a:lstStyle/>
                    <a:p>
                      <a:pPr fontAlgn="t">
                        <a:buNone/>
                      </a:pPr>
                      <a:r>
                        <a:rPr lang="en-US" b="1">
                          <a:effectLst/>
                        </a:rPr>
                        <a:t>Baseline</a:t>
                      </a:r>
                      <a:endParaRPr lang="en-US" b="0">
                        <a:effectLst/>
                      </a:endParaRP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a:effectLst/>
                        </a:rPr>
                        <a:t>Minimally restrictive policy which prevents known privilege escalations. Allows the default (minimally specified) Pod configuration.</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91325860"/>
                  </a:ext>
                </a:extLst>
              </a:tr>
              <a:tr h="0">
                <a:tc>
                  <a:txBody>
                    <a:bodyPr/>
                    <a:lstStyle/>
                    <a:p>
                      <a:pPr fontAlgn="t">
                        <a:buNone/>
                      </a:pPr>
                      <a:r>
                        <a:rPr lang="en-US" b="1">
                          <a:effectLst/>
                        </a:rPr>
                        <a:t>Restricted</a:t>
                      </a:r>
                      <a:endParaRPr lang="en-US" b="0">
                        <a:effectLst/>
                      </a:endParaRPr>
                    </a:p>
                  </a:txBody>
                  <a:tcPr>
                    <a:lnL>
                      <a:noFill/>
                    </a:lnL>
                    <a:lnR>
                      <a:noFill/>
                    </a:lnR>
                    <a:lnT w="9525" cap="flat" cmpd="sng" algn="ctr">
                      <a:solidFill>
                        <a:srgbClr val="DEE2E6"/>
                      </a:solidFill>
                      <a:prstDash val="solid"/>
                      <a:round/>
                      <a:headEnd type="none" w="med" len="med"/>
                      <a:tailEnd type="none" w="med" len="med"/>
                    </a:lnT>
                    <a:lnB>
                      <a:noFill/>
                    </a:lnB>
                    <a:solidFill>
                      <a:srgbClr val="FFFFFF"/>
                    </a:solidFill>
                  </a:tcPr>
                </a:tc>
                <a:tc>
                  <a:txBody>
                    <a:bodyPr/>
                    <a:lstStyle/>
                    <a:p>
                      <a:pPr fontAlgn="t">
                        <a:buNone/>
                      </a:pPr>
                      <a:r>
                        <a:rPr lang="en-US" b="0">
                          <a:effectLst/>
                        </a:rPr>
                        <a:t>Heavily restricted policy, following current Pod hardening best practices.</a:t>
                      </a:r>
                    </a:p>
                  </a:txBody>
                  <a:tcPr>
                    <a:lnL>
                      <a:noFill/>
                    </a:lnL>
                    <a:lnR>
                      <a:noFill/>
                    </a:lnR>
                    <a:lnT w="9525" cap="flat" cmpd="sng" algn="ctr">
                      <a:solidFill>
                        <a:srgbClr val="DEE2E6"/>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545908330"/>
                  </a:ext>
                </a:extLst>
              </a:tr>
            </a:tbl>
          </a:graphicData>
        </a:graphic>
      </p:graphicFrame>
    </p:spTree>
    <p:extLst>
      <p:ext uri="{BB962C8B-B14F-4D97-AF65-F5344CB8AC3E}">
        <p14:creationId xmlns:p14="http://schemas.microsoft.com/office/powerpoint/2010/main" val="387146185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D511D5-6F85-BCA6-012C-D367B75B3AD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F99691-F110-12A9-3C4A-434BE427DC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D7D15D-5A8B-93CA-E765-5097B2C90E8E}"/>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The Privileged Policy</a:t>
            </a:r>
          </a:p>
        </p:txBody>
      </p:sp>
      <p:sp>
        <p:nvSpPr>
          <p:cNvPr id="12" name="sketch line">
            <a:extLst>
              <a:ext uri="{FF2B5EF4-FFF2-40B4-BE49-F238E27FC236}">
                <a16:creationId xmlns:a16="http://schemas.microsoft.com/office/drawing/2014/main" id="{CBD7EF90-FFA0-5B7A-8C72-99B8F6751C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6C67AB8-B85D-91AE-BE05-3BA13B92FC18}"/>
              </a:ext>
            </a:extLst>
          </p:cNvPr>
          <p:cNvSpPr txBox="1"/>
          <p:nvPr/>
        </p:nvSpPr>
        <p:spPr>
          <a:xfrm>
            <a:off x="838200" y="2423558"/>
            <a:ext cx="10853928" cy="3557811"/>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The Privileged policy is purposely-open, and entirely unrestricted. This type of policy is typically aimed at system- and infrastructure-level workloads managed by privileged, trusted users.</a:t>
            </a:r>
          </a:p>
          <a:p>
            <a:pPr marL="57150">
              <a:lnSpc>
                <a:spcPct val="90000"/>
              </a:lnSpc>
              <a:spcBef>
                <a:spcPts val="600"/>
              </a:spcBef>
              <a:spcAft>
                <a:spcPts val="1200"/>
              </a:spcAft>
            </a:pPr>
            <a:r>
              <a:rPr lang="en-US" sz="2800"/>
              <a:t>The Privileged policy is defined by an absence of restrictions. If you define a Pod where the Privileged security policy applies, the Pod you define is able to bypass typical container isolation mechanisms. For example, you can define a Pod that has access to the node's host network.</a:t>
            </a:r>
          </a:p>
        </p:txBody>
      </p:sp>
    </p:spTree>
    <p:extLst>
      <p:ext uri="{BB962C8B-B14F-4D97-AF65-F5344CB8AC3E}">
        <p14:creationId xmlns:p14="http://schemas.microsoft.com/office/powerpoint/2010/main" val="37692942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3144E8-F804-9118-A7AD-82D09510D45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4CF14E7-1A90-9DA4-2863-6A305FAF7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2D8E11-E12A-C650-317C-1A33289350D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The Baseline Policy</a:t>
            </a:r>
          </a:p>
        </p:txBody>
      </p:sp>
      <p:sp>
        <p:nvSpPr>
          <p:cNvPr id="12" name="sketch line">
            <a:extLst>
              <a:ext uri="{FF2B5EF4-FFF2-40B4-BE49-F238E27FC236}">
                <a16:creationId xmlns:a16="http://schemas.microsoft.com/office/drawing/2014/main" id="{1CE7B4EB-5F3E-5F36-578E-8D7639E77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44FBEED-1F8B-AC54-B2E0-15F272B9CBDD}"/>
              </a:ext>
            </a:extLst>
          </p:cNvPr>
          <p:cNvSpPr txBox="1"/>
          <p:nvPr/>
        </p:nvSpPr>
        <p:spPr>
          <a:xfrm>
            <a:off x="838200" y="2433497"/>
            <a:ext cx="10853928" cy="2471265"/>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The Baseline policy is aimed at ease of adoption for common containerized workloads while preventing known privilege escalations. </a:t>
            </a:r>
          </a:p>
          <a:p>
            <a:pPr marL="57150">
              <a:lnSpc>
                <a:spcPct val="90000"/>
              </a:lnSpc>
              <a:spcBef>
                <a:spcPts val="600"/>
              </a:spcBef>
              <a:spcAft>
                <a:spcPts val="1200"/>
              </a:spcAft>
            </a:pPr>
            <a:r>
              <a:rPr lang="en-US" sz="2800"/>
              <a:t>This policy is targeted at application operators and developers of non-critical applications.</a:t>
            </a:r>
          </a:p>
        </p:txBody>
      </p:sp>
    </p:spTree>
    <p:extLst>
      <p:ext uri="{BB962C8B-B14F-4D97-AF65-F5344CB8AC3E}">
        <p14:creationId xmlns:p14="http://schemas.microsoft.com/office/powerpoint/2010/main" val="214053094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E2AEDC-9D35-5A1E-90A3-EEA28C93E72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798FEE-151D-280B-6E2E-572230008F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A320DC-D331-853A-8517-C0B4F91500FB}"/>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The Restricted Policy</a:t>
            </a:r>
          </a:p>
        </p:txBody>
      </p:sp>
      <p:sp>
        <p:nvSpPr>
          <p:cNvPr id="12" name="sketch line">
            <a:extLst>
              <a:ext uri="{FF2B5EF4-FFF2-40B4-BE49-F238E27FC236}">
                <a16:creationId xmlns:a16="http://schemas.microsoft.com/office/drawing/2014/main" id="{EAC336F9-A603-B0EC-88E0-E477D2D03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68F914E-AFD7-D361-F302-2958B299BDC7}"/>
              </a:ext>
            </a:extLst>
          </p:cNvPr>
          <p:cNvSpPr txBox="1"/>
          <p:nvPr/>
        </p:nvSpPr>
        <p:spPr>
          <a:xfrm>
            <a:off x="838200" y="2423558"/>
            <a:ext cx="10853928" cy="2275663"/>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The Restricted policy is aimed at enforcing current Pod hardening best practices, at the expense of some compatibility. </a:t>
            </a:r>
          </a:p>
          <a:p>
            <a:pPr marL="57150">
              <a:lnSpc>
                <a:spcPct val="90000"/>
              </a:lnSpc>
              <a:spcBef>
                <a:spcPts val="600"/>
              </a:spcBef>
              <a:spcAft>
                <a:spcPts val="1200"/>
              </a:spcAft>
            </a:pPr>
            <a:r>
              <a:rPr lang="en-US" sz="2800"/>
              <a:t>It is targeted at operators and developers of security-critical applications, as well as lower-trust users.</a:t>
            </a:r>
          </a:p>
        </p:txBody>
      </p:sp>
    </p:spTree>
    <p:extLst>
      <p:ext uri="{BB962C8B-B14F-4D97-AF65-F5344CB8AC3E}">
        <p14:creationId xmlns:p14="http://schemas.microsoft.com/office/powerpoint/2010/main" val="206469861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B997BC-EE95-5B83-DE0F-E3F1CB30892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D58F2-85DD-48C3-E80D-73A549524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90FB55-8AA5-2161-38B7-9A7A79101521}"/>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Pod Security Admission in AKS</a:t>
            </a:r>
          </a:p>
        </p:txBody>
      </p:sp>
      <p:sp>
        <p:nvSpPr>
          <p:cNvPr id="12" name="sketch line">
            <a:extLst>
              <a:ext uri="{FF2B5EF4-FFF2-40B4-BE49-F238E27FC236}">
                <a16:creationId xmlns:a16="http://schemas.microsoft.com/office/drawing/2014/main" id="{4E30A4F9-70FB-9EA3-15F0-2A57AA0643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7DD3020-C663-016B-C5A5-9E682BEDDD01}"/>
              </a:ext>
            </a:extLst>
          </p:cNvPr>
          <p:cNvSpPr txBox="1"/>
          <p:nvPr/>
        </p:nvSpPr>
        <p:spPr>
          <a:xfrm>
            <a:off x="838200" y="2423558"/>
            <a:ext cx="10853928" cy="2275663"/>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Pod Security Admission (PSA) uses labels to enforce Pod Security Standards policies on pods running in a namespace. </a:t>
            </a:r>
          </a:p>
          <a:p>
            <a:pPr marL="57150">
              <a:lnSpc>
                <a:spcPct val="90000"/>
              </a:lnSpc>
              <a:spcBef>
                <a:spcPts val="600"/>
              </a:spcBef>
              <a:spcAft>
                <a:spcPts val="1200"/>
              </a:spcAft>
            </a:pPr>
            <a:r>
              <a:rPr lang="en-US" sz="2800"/>
              <a:t>In AKS, Pod Security Admission is enabled by default.</a:t>
            </a:r>
          </a:p>
        </p:txBody>
      </p:sp>
    </p:spTree>
    <p:extLst>
      <p:ext uri="{BB962C8B-B14F-4D97-AF65-F5344CB8AC3E}">
        <p14:creationId xmlns:p14="http://schemas.microsoft.com/office/powerpoint/2010/main" val="202341951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F8CEEF-21FB-4E90-1312-85A38F4A6B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A02917-ED24-661B-578F-63ED421F8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C8FF8F0-84E3-861F-E004-1000EC5C062B}"/>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013CD4F-1411-BB1E-0B04-7C6D2082A9D9}"/>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Pod Security Admission</a:t>
            </a:r>
            <a:endParaRPr lang="en-US" sz="2400" kern="120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9243E848-C42F-FB60-CFD1-C1DF19AF5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81877820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A4B89-FD2E-CDD1-7B1F-E654DF70EFF8}"/>
              </a:ext>
            </a:extLst>
          </p:cNvPr>
          <p:cNvSpPr>
            <a:spLocks noGrp="1"/>
          </p:cNvSpPr>
          <p:nvPr>
            <p:ph type="title"/>
          </p:nvPr>
        </p:nvSpPr>
        <p:spPr/>
        <p:txBody>
          <a:bodyPr/>
          <a:lstStyle/>
          <a:p>
            <a:r>
              <a:rPr lang="en-US"/>
              <a:t>Demo Companion</a:t>
            </a:r>
          </a:p>
        </p:txBody>
      </p:sp>
      <p:graphicFrame>
        <p:nvGraphicFramePr>
          <p:cNvPr id="6" name="Table 5">
            <a:extLst>
              <a:ext uri="{FF2B5EF4-FFF2-40B4-BE49-F238E27FC236}">
                <a16:creationId xmlns:a16="http://schemas.microsoft.com/office/drawing/2014/main" id="{A711F935-912B-1B27-1FDB-EDDCE2BEBB3A}"/>
              </a:ext>
            </a:extLst>
          </p:cNvPr>
          <p:cNvGraphicFramePr>
            <a:graphicFrameLocks noGrp="1"/>
          </p:cNvGraphicFramePr>
          <p:nvPr>
            <p:extLst>
              <p:ext uri="{D42A27DB-BD31-4B8C-83A1-F6EECF244321}">
                <p14:modId xmlns:p14="http://schemas.microsoft.com/office/powerpoint/2010/main" val="2051743218"/>
              </p:ext>
            </p:extLst>
          </p:nvPr>
        </p:nvGraphicFramePr>
        <p:xfrm>
          <a:off x="998882" y="1988863"/>
          <a:ext cx="9486901" cy="1731645"/>
        </p:xfrm>
        <a:graphic>
          <a:graphicData uri="http://schemas.openxmlformats.org/drawingml/2006/table">
            <a:tbl>
              <a:tblPr/>
              <a:tblGrid>
                <a:gridCol w="2324778">
                  <a:extLst>
                    <a:ext uri="{9D8B030D-6E8A-4147-A177-3AD203B41FA5}">
                      <a16:colId xmlns:a16="http://schemas.microsoft.com/office/drawing/2014/main" val="3159380899"/>
                    </a:ext>
                  </a:extLst>
                </a:gridCol>
                <a:gridCol w="2052795">
                  <a:extLst>
                    <a:ext uri="{9D8B030D-6E8A-4147-A177-3AD203B41FA5}">
                      <a16:colId xmlns:a16="http://schemas.microsoft.com/office/drawing/2014/main" val="1049103936"/>
                    </a:ext>
                  </a:extLst>
                </a:gridCol>
                <a:gridCol w="1616823">
                  <a:extLst>
                    <a:ext uri="{9D8B030D-6E8A-4147-A177-3AD203B41FA5}">
                      <a16:colId xmlns:a16="http://schemas.microsoft.com/office/drawing/2014/main" val="3060123714"/>
                    </a:ext>
                  </a:extLst>
                </a:gridCol>
                <a:gridCol w="3492505">
                  <a:extLst>
                    <a:ext uri="{9D8B030D-6E8A-4147-A177-3AD203B41FA5}">
                      <a16:colId xmlns:a16="http://schemas.microsoft.com/office/drawing/2014/main" val="1433798474"/>
                    </a:ext>
                  </a:extLst>
                </a:gridCol>
              </a:tblGrid>
              <a:tr h="190500">
                <a:tc>
                  <a:txBody>
                    <a:bodyPr/>
                    <a:lstStyle/>
                    <a:p>
                      <a:pPr algn="l" fontAlgn="b">
                        <a:buNone/>
                      </a:pPr>
                      <a:r>
                        <a:rPr lang="en-US" sz="1200" b="1" i="0" u="none" strike="noStrike">
                          <a:solidFill>
                            <a:srgbClr val="000000"/>
                          </a:solidFill>
                          <a:effectLst/>
                          <a:latin typeface="Aptos Narrow" panose="020B0004020202020204" pitchFamily="34" charset="0"/>
                        </a:rPr>
                        <a:t>Element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1" i="0" u="none" strike="noStrike">
                          <a:solidFill>
                            <a:srgbClr val="000000"/>
                          </a:solidFill>
                          <a:effectLst/>
                          <a:latin typeface="Aptos Narrow" panose="020B0004020202020204" pitchFamily="34" charset="0"/>
                        </a:rPr>
                        <a:t>Pod Level</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1" i="0" u="none" strike="noStrike">
                          <a:solidFill>
                            <a:srgbClr val="000000"/>
                          </a:solidFill>
                          <a:effectLst/>
                          <a:latin typeface="Aptos Narrow" panose="020B0004020202020204" pitchFamily="34" charset="0"/>
                        </a:rPr>
                        <a:t>Container Level</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1" i="0" u="none" strike="noStrike">
                          <a:solidFill>
                            <a:srgbClr val="000000"/>
                          </a:solidFill>
                          <a:effectLst/>
                          <a:latin typeface="Aptos Narrow" panose="020B0004020202020204" pitchFamily="34" charset="0"/>
                        </a:rPr>
                        <a:t>Purpose</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9455173"/>
                  </a:ext>
                </a:extLst>
              </a:tr>
              <a:tr h="190500">
                <a:tc>
                  <a:txBody>
                    <a:bodyPr/>
                    <a:lstStyle/>
                    <a:p>
                      <a:pPr algn="l" fontAlgn="b">
                        <a:buNone/>
                      </a:pPr>
                      <a:r>
                        <a:rPr lang="en-US" sz="1200" b="0" i="0" u="none" strike="noStrike" err="1">
                          <a:solidFill>
                            <a:srgbClr val="000000"/>
                          </a:solidFill>
                          <a:effectLst/>
                          <a:highlight>
                            <a:srgbClr val="00FFFF"/>
                          </a:highlight>
                          <a:latin typeface="Aptos Narrow" panose="020B0004020202020204" pitchFamily="34" charset="0"/>
                        </a:rPr>
                        <a:t>runAsNonRoot</a:t>
                      </a:r>
                      <a:endParaRPr lang="en-US" sz="1200" b="0" i="0" u="none" strike="noStrike">
                        <a:solidFill>
                          <a:srgbClr val="000000"/>
                        </a:solidFill>
                        <a:effectLst/>
                        <a:highlight>
                          <a:srgbClr val="00FFFF"/>
                        </a:highligh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Prevent running as root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9077091"/>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runAsUser</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Specify user ID</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0004191"/>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runAsGroup</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Specify group ID</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5159852"/>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fsGroup</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File system group for volumes</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0513096"/>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readOnlyRootFilesystem</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Make root filesystem read-only</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4550755"/>
                  </a:ext>
                </a:extLst>
              </a:tr>
              <a:tr h="190500">
                <a:tc>
                  <a:txBody>
                    <a:bodyPr/>
                    <a:lstStyle/>
                    <a:p>
                      <a:pPr algn="l" fontAlgn="b">
                        <a:buNone/>
                      </a:pPr>
                      <a:r>
                        <a:rPr lang="en-US" sz="1200" b="0" i="0" u="none" strike="noStrike" err="1">
                          <a:solidFill>
                            <a:srgbClr val="000000"/>
                          </a:solidFill>
                          <a:effectLst/>
                          <a:highlight>
                            <a:srgbClr val="FFFF00"/>
                          </a:highlight>
                          <a:latin typeface="Aptos Narrow" panose="020B0004020202020204" pitchFamily="34" charset="0"/>
                        </a:rPr>
                        <a:t>allowPrivilegeEscalation</a:t>
                      </a:r>
                      <a:endParaRPr lang="en-US" sz="1200" b="0" i="0" u="none" strike="noStrike">
                        <a:solidFill>
                          <a:srgbClr val="000000"/>
                        </a:solidFill>
                        <a:effectLst/>
                        <a:highlight>
                          <a:srgbClr val="FFFF00"/>
                        </a:highligh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Prevent privilege escalation</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826430"/>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capabilities</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Drop/add Linux capabilities</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561793"/>
                  </a:ext>
                </a:extLst>
              </a:tr>
              <a:tr h="190500">
                <a:tc>
                  <a:txBody>
                    <a:bodyPr/>
                    <a:lstStyle/>
                    <a:p>
                      <a:pPr algn="l" fontAlgn="b">
                        <a:buNone/>
                      </a:pPr>
                      <a:r>
                        <a:rPr lang="en-US" sz="1200" b="0" i="0" u="none" strike="noStrike" err="1">
                          <a:solidFill>
                            <a:srgbClr val="000000"/>
                          </a:solidFill>
                          <a:effectLst/>
                          <a:highlight>
                            <a:srgbClr val="FF00FF"/>
                          </a:highlight>
                          <a:latin typeface="Aptos Narrow" panose="020B0004020202020204" pitchFamily="34" charset="0"/>
                        </a:rPr>
                        <a:t>seccompProfile</a:t>
                      </a:r>
                      <a:endParaRPr lang="en-US" sz="1200" b="0" i="0" u="none" strike="noStrike">
                        <a:solidFill>
                          <a:srgbClr val="000000"/>
                        </a:solidFill>
                        <a:effectLst/>
                        <a:highlight>
                          <a:srgbClr val="FF00FF"/>
                        </a:highligh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Apply seccomp filtering</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8654247"/>
                  </a:ext>
                </a:extLst>
              </a:tr>
            </a:tbl>
          </a:graphicData>
        </a:graphic>
      </p:graphicFrame>
      <p:sp>
        <p:nvSpPr>
          <p:cNvPr id="7" name="TextBox 6">
            <a:extLst>
              <a:ext uri="{FF2B5EF4-FFF2-40B4-BE49-F238E27FC236}">
                <a16:creationId xmlns:a16="http://schemas.microsoft.com/office/drawing/2014/main" id="{6DAD52E1-88E1-5EB3-D301-338D29F5A4C2}"/>
              </a:ext>
            </a:extLst>
          </p:cNvPr>
          <p:cNvSpPr txBox="1"/>
          <p:nvPr/>
        </p:nvSpPr>
        <p:spPr>
          <a:xfrm>
            <a:off x="924339" y="1490871"/>
            <a:ext cx="4996176" cy="338554"/>
          </a:xfrm>
          <a:prstGeom prst="rect">
            <a:avLst/>
          </a:prstGeom>
          <a:noFill/>
        </p:spPr>
        <p:txBody>
          <a:bodyPr wrap="none" rtlCol="0">
            <a:spAutoFit/>
          </a:bodyPr>
          <a:lstStyle/>
          <a:p>
            <a:r>
              <a:rPr lang="en-US" sz="1600" b="1"/>
              <a:t>The following security context elements are missing</a:t>
            </a:r>
          </a:p>
        </p:txBody>
      </p:sp>
      <p:sp>
        <p:nvSpPr>
          <p:cNvPr id="11" name="TextBox 10">
            <a:extLst>
              <a:ext uri="{FF2B5EF4-FFF2-40B4-BE49-F238E27FC236}">
                <a16:creationId xmlns:a16="http://schemas.microsoft.com/office/drawing/2014/main" id="{A573ECAA-75C6-F13E-F33D-557B1480C020}"/>
              </a:ext>
            </a:extLst>
          </p:cNvPr>
          <p:cNvSpPr txBox="1"/>
          <p:nvPr/>
        </p:nvSpPr>
        <p:spPr>
          <a:xfrm>
            <a:off x="998882" y="4018683"/>
            <a:ext cx="10957892" cy="2308324"/>
          </a:xfrm>
          <a:prstGeom prst="rect">
            <a:avLst/>
          </a:prstGeom>
          <a:noFill/>
        </p:spPr>
        <p:txBody>
          <a:bodyPr wrap="square">
            <a:spAutoFit/>
          </a:bodyPr>
          <a:lstStyle/>
          <a:p>
            <a:r>
              <a:rPr lang="en-US" sz="1200"/>
              <a:t>Warning: would violate </a:t>
            </a:r>
            <a:r>
              <a:rPr lang="en-US" sz="1200" err="1"/>
              <a:t>PodSecurity</a:t>
            </a:r>
            <a:r>
              <a:rPr lang="en-US" sz="1200"/>
              <a:t> "</a:t>
            </a:r>
            <a:r>
              <a:rPr lang="en-US" sz="1200" err="1"/>
              <a:t>restricted:latest</a:t>
            </a:r>
            <a:r>
              <a:rPr lang="en-US" sz="1200"/>
              <a:t>": </a:t>
            </a:r>
            <a:r>
              <a:rPr lang="en-US" sz="1200" err="1">
                <a:highlight>
                  <a:srgbClr val="FFFF00"/>
                </a:highlight>
              </a:rPr>
              <a:t>allowPrivilegeEscalation</a:t>
            </a:r>
            <a:r>
              <a:rPr lang="en-US" sz="1200"/>
              <a:t> != false (container "azure-vote-back" must set </a:t>
            </a:r>
            <a:r>
              <a:rPr lang="en-US" sz="1200" err="1"/>
              <a:t>securityContext.allowPrivilegeEscalation</a:t>
            </a:r>
            <a:r>
              <a:rPr lang="en-US" sz="1200"/>
              <a:t>=false), unrestricted capabilities (container "azure-vote-back" must set </a:t>
            </a:r>
            <a:r>
              <a:rPr lang="en-US" sz="1200" err="1">
                <a:highlight>
                  <a:srgbClr val="FFFF00"/>
                </a:highlight>
              </a:rPr>
              <a:t>securityContext.capabilities.drop</a:t>
            </a:r>
            <a:r>
              <a:rPr lang="en-US" sz="1200">
                <a:highlight>
                  <a:srgbClr val="FFFF00"/>
                </a:highlight>
              </a:rPr>
              <a:t>=["ALL"]), </a:t>
            </a:r>
            <a:r>
              <a:rPr lang="en-US" sz="1200" err="1">
                <a:highlight>
                  <a:srgbClr val="00FFFF"/>
                </a:highlight>
              </a:rPr>
              <a:t>runAsNonRoot</a:t>
            </a:r>
            <a:r>
              <a:rPr lang="en-US" sz="1200"/>
              <a:t> != true (pod or container "azure-vote-back" must set </a:t>
            </a:r>
            <a:r>
              <a:rPr lang="en-US" sz="1200" err="1"/>
              <a:t>securityContext.runAsNonRoot</a:t>
            </a:r>
            <a:r>
              <a:rPr lang="en-US" sz="1200"/>
              <a:t>=true), </a:t>
            </a:r>
            <a:r>
              <a:rPr lang="en-US" sz="1200" err="1"/>
              <a:t>seccompProfile</a:t>
            </a:r>
            <a:r>
              <a:rPr lang="en-US" sz="1200"/>
              <a:t> (pod or container "azure-vote-back" must set </a:t>
            </a:r>
            <a:r>
              <a:rPr lang="en-US" sz="1200" err="1"/>
              <a:t>securityContext.</a:t>
            </a:r>
            <a:r>
              <a:rPr lang="en-US" sz="1200" err="1">
                <a:highlight>
                  <a:srgbClr val="FF00FF"/>
                </a:highlight>
              </a:rPr>
              <a:t>seccompProfile</a:t>
            </a:r>
            <a:r>
              <a:rPr lang="en-US" sz="1200" err="1"/>
              <a:t>.type</a:t>
            </a:r>
            <a:r>
              <a:rPr lang="en-US" sz="1200"/>
              <a:t> to "</a:t>
            </a:r>
            <a:r>
              <a:rPr lang="en-US" sz="1200" err="1"/>
              <a:t>RuntimeDefault</a:t>
            </a:r>
            <a:r>
              <a:rPr lang="en-US" sz="1200"/>
              <a:t>" or "Localhost")</a:t>
            </a:r>
          </a:p>
          <a:p>
            <a:r>
              <a:rPr lang="en-US" sz="1200" err="1"/>
              <a:t>deployment.apps</a:t>
            </a:r>
            <a:r>
              <a:rPr lang="en-US" sz="1200"/>
              <a:t>/azure-vote-back created</a:t>
            </a:r>
          </a:p>
          <a:p>
            <a:r>
              <a:rPr lang="en-US" sz="1200"/>
              <a:t>service/azure-vote-back created</a:t>
            </a:r>
          </a:p>
          <a:p>
            <a:r>
              <a:rPr lang="en-US" sz="1200"/>
              <a:t>Warning: would violate </a:t>
            </a:r>
            <a:r>
              <a:rPr lang="en-US" sz="1200" err="1"/>
              <a:t>PodSecurity</a:t>
            </a:r>
            <a:r>
              <a:rPr lang="en-US" sz="1200"/>
              <a:t> "</a:t>
            </a:r>
            <a:r>
              <a:rPr lang="en-US" sz="1200" err="1"/>
              <a:t>restricted:latest</a:t>
            </a:r>
            <a:r>
              <a:rPr lang="en-US" sz="1200"/>
              <a:t>": </a:t>
            </a:r>
            <a:r>
              <a:rPr lang="en-US" sz="1200" err="1"/>
              <a:t>allowPrivilegeEscalation</a:t>
            </a:r>
            <a:r>
              <a:rPr lang="en-US" sz="1200"/>
              <a:t> != false (container "azure-vote-front" must set </a:t>
            </a:r>
            <a:r>
              <a:rPr lang="en-US" sz="1200" err="1"/>
              <a:t>securityContext.allowPrivilegeEscalation</a:t>
            </a:r>
            <a:r>
              <a:rPr lang="en-US" sz="1200"/>
              <a:t>=false), unrestricted capabilities (container "azure-vote-front" must set </a:t>
            </a:r>
            <a:r>
              <a:rPr lang="en-US" sz="1200" err="1"/>
              <a:t>securityContext.capabilities.drop</a:t>
            </a:r>
            <a:r>
              <a:rPr lang="en-US" sz="1200"/>
              <a:t>=["ALL"]), </a:t>
            </a:r>
            <a:r>
              <a:rPr lang="en-US" sz="1200" err="1"/>
              <a:t>runAsNonRoot</a:t>
            </a:r>
            <a:r>
              <a:rPr lang="en-US" sz="1200"/>
              <a:t> != true (pod or container "azure-vote-front" must set </a:t>
            </a:r>
            <a:r>
              <a:rPr lang="en-US" sz="1200" err="1"/>
              <a:t>securityContext.runAsNonRoot</a:t>
            </a:r>
            <a:r>
              <a:rPr lang="en-US" sz="1200"/>
              <a:t>=true), </a:t>
            </a:r>
            <a:r>
              <a:rPr lang="en-US" sz="1200" err="1"/>
              <a:t>seccompProfile</a:t>
            </a:r>
            <a:r>
              <a:rPr lang="en-US" sz="1200"/>
              <a:t> (pod or container "azure-vote-front" must set </a:t>
            </a:r>
            <a:r>
              <a:rPr lang="en-US" sz="1200" err="1"/>
              <a:t>securityContext.seccompProfile.type</a:t>
            </a:r>
            <a:r>
              <a:rPr lang="en-US" sz="1200"/>
              <a:t> to "</a:t>
            </a:r>
            <a:r>
              <a:rPr lang="en-US" sz="1200" err="1"/>
              <a:t>RuntimeDefault</a:t>
            </a:r>
            <a:r>
              <a:rPr lang="en-US" sz="1200"/>
              <a:t>" or "Localhost")</a:t>
            </a:r>
          </a:p>
          <a:p>
            <a:r>
              <a:rPr lang="en-US" sz="1200" err="1"/>
              <a:t>deployment.apps</a:t>
            </a:r>
            <a:r>
              <a:rPr lang="en-US" sz="1200"/>
              <a:t>/azure-vote-front created</a:t>
            </a:r>
          </a:p>
          <a:p>
            <a:r>
              <a:rPr lang="en-US" sz="1200"/>
              <a:t>service/azure-vote-front created</a:t>
            </a:r>
          </a:p>
        </p:txBody>
      </p:sp>
    </p:spTree>
    <p:extLst>
      <p:ext uri="{BB962C8B-B14F-4D97-AF65-F5344CB8AC3E}">
        <p14:creationId xmlns:p14="http://schemas.microsoft.com/office/powerpoint/2010/main" val="412999475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37E76-9DFD-E7BB-BED9-412CF6F13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FA1D4-1E1A-1FAD-5FD8-02E47DDC385F}"/>
              </a:ext>
            </a:extLst>
          </p:cNvPr>
          <p:cNvSpPr>
            <a:spLocks noGrp="1"/>
          </p:cNvSpPr>
          <p:nvPr>
            <p:ph type="title"/>
          </p:nvPr>
        </p:nvSpPr>
        <p:spPr/>
        <p:txBody>
          <a:bodyPr/>
          <a:lstStyle/>
          <a:p>
            <a:r>
              <a:rPr lang="en-US"/>
              <a:t>Demo Companion</a:t>
            </a:r>
          </a:p>
        </p:txBody>
      </p:sp>
      <p:pic>
        <p:nvPicPr>
          <p:cNvPr id="4" name="Picture 3">
            <a:extLst>
              <a:ext uri="{FF2B5EF4-FFF2-40B4-BE49-F238E27FC236}">
                <a16:creationId xmlns:a16="http://schemas.microsoft.com/office/drawing/2014/main" id="{C09946B4-BAA8-FECA-A3AC-BC44DBAC18AD}"/>
              </a:ext>
            </a:extLst>
          </p:cNvPr>
          <p:cNvPicPr>
            <a:picLocks noChangeAspect="1"/>
          </p:cNvPicPr>
          <p:nvPr/>
        </p:nvPicPr>
        <p:blipFill>
          <a:blip r:embed="rId2"/>
          <a:stretch>
            <a:fillRect/>
          </a:stretch>
        </p:blipFill>
        <p:spPr>
          <a:xfrm>
            <a:off x="917742" y="1847057"/>
            <a:ext cx="9190354" cy="2650866"/>
          </a:xfrm>
          <a:prstGeom prst="rect">
            <a:avLst/>
          </a:prstGeom>
        </p:spPr>
      </p:pic>
    </p:spTree>
    <p:extLst>
      <p:ext uri="{BB962C8B-B14F-4D97-AF65-F5344CB8AC3E}">
        <p14:creationId xmlns:p14="http://schemas.microsoft.com/office/powerpoint/2010/main" val="91797416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c 2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54F4E26-D1F3-EC07-4782-463CFD06FAD1}"/>
              </a:ext>
            </a:extLst>
          </p:cNvPr>
          <p:cNvSpPr>
            <a:spLocks noGrp="1"/>
          </p:cNvSpPr>
          <p:nvPr>
            <p:ph idx="1"/>
          </p:nvPr>
        </p:nvSpPr>
        <p:spPr>
          <a:xfrm>
            <a:off x="4447308" y="591344"/>
            <a:ext cx="6906491" cy="5585619"/>
          </a:xfrm>
        </p:spPr>
        <p:txBody>
          <a:bodyPr anchor="ctr">
            <a:normAutofit/>
          </a:bodyPr>
          <a:lstStyle/>
          <a:p>
            <a:pPr marL="0" indent="0">
              <a:buNone/>
            </a:pPr>
            <a:r>
              <a:rPr lang="en-US"/>
              <a:t>Questions ?</a:t>
            </a:r>
          </a:p>
        </p:txBody>
      </p:sp>
    </p:spTree>
    <p:extLst>
      <p:ext uri="{BB962C8B-B14F-4D97-AF65-F5344CB8AC3E}">
        <p14:creationId xmlns:p14="http://schemas.microsoft.com/office/powerpoint/2010/main" val="193636877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8299C4-A57F-F76F-A252-0BDFCC66E676}"/>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79EAD09-A52B-3F40-20A0-992FD5B02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3C6766D-7230-6D6A-2178-AFEA6D3E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c 25">
            <a:extLst>
              <a:ext uri="{FF2B5EF4-FFF2-40B4-BE49-F238E27FC236}">
                <a16:creationId xmlns:a16="http://schemas.microsoft.com/office/drawing/2014/main" id="{7098CF42-3639-BD0B-AB92-5E94C9F7FB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BE6953-44A8-E351-F8C5-9B2D6522B55D}"/>
              </a:ext>
            </a:extLst>
          </p:cNvPr>
          <p:cNvSpPr>
            <a:spLocks noGrp="1"/>
          </p:cNvSpPr>
          <p:nvPr>
            <p:ph idx="1"/>
          </p:nvPr>
        </p:nvSpPr>
        <p:spPr>
          <a:xfrm>
            <a:off x="4447308" y="591344"/>
            <a:ext cx="6906491" cy="5585619"/>
          </a:xfrm>
        </p:spPr>
        <p:txBody>
          <a:bodyPr anchor="ctr">
            <a:normAutofit/>
          </a:bodyPr>
          <a:lstStyle/>
          <a:p>
            <a:pPr marL="0" indent="0">
              <a:buNone/>
            </a:pPr>
            <a:r>
              <a:rPr lang="en-US"/>
              <a:t>Thank you</a:t>
            </a:r>
          </a:p>
        </p:txBody>
      </p:sp>
    </p:spTree>
    <p:extLst>
      <p:ext uri="{BB962C8B-B14F-4D97-AF65-F5344CB8AC3E}">
        <p14:creationId xmlns:p14="http://schemas.microsoft.com/office/powerpoint/2010/main" val="140918432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4347</Words>
  <Application>Microsoft Office PowerPoint</Application>
  <PresentationFormat>Widescreen</PresentationFormat>
  <Paragraphs>758</Paragraphs>
  <Slides>189</Slides>
  <Notes>100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189</vt:i4>
      </vt:variant>
    </vt:vector>
  </HeadingPairs>
  <TitlesOfParts>
    <vt:vector size="197" baseType="lpstr">
      <vt:lpstr>Aptos</vt:lpstr>
      <vt:lpstr>Aptos Display</vt:lpstr>
      <vt:lpstr>Aptos Narrow</vt:lpstr>
      <vt:lpstr>Arial</vt:lpstr>
      <vt:lpstr>Calibri</vt:lpstr>
      <vt:lpstr>Consolas</vt:lpstr>
      <vt:lpstr>SFMono-Regular</vt:lpstr>
      <vt:lpstr>1_Office Theme</vt:lpstr>
      <vt:lpstr>AKS Deep Dive Workshop SECURITY</vt:lpstr>
      <vt:lpstr>AKS Security</vt:lpstr>
      <vt:lpstr>Security Concepts</vt:lpstr>
      <vt:lpstr>Security Vulnerability Management</vt:lpstr>
      <vt:lpstr>Finding and Fixing Vulnerabilities</vt:lpstr>
      <vt:lpstr>AKS Container Images</vt:lpstr>
      <vt:lpstr>Security Vulnerability Management</vt:lpstr>
      <vt:lpstr>Vulnerability Classification</vt:lpstr>
      <vt:lpstr>Security Baseline</vt:lpstr>
      <vt:lpstr>Confidential Containers Security Policy</vt:lpstr>
      <vt:lpstr>Confidential Containers Security Policy</vt:lpstr>
      <vt:lpstr>Policy  Contents</vt:lpstr>
      <vt:lpstr>DEMO</vt:lpstr>
      <vt:lpstr>Security Controls by Azure Policy</vt:lpstr>
      <vt:lpstr>Container Security</vt:lpstr>
      <vt:lpstr>Defender for Containers Overview</vt:lpstr>
      <vt:lpstr>5 Core Domains of Container Security</vt:lpstr>
      <vt:lpstr>Enable Defender for Containers</vt:lpstr>
      <vt:lpstr>DEMO</vt:lpstr>
      <vt:lpstr>Confidential Containers overview</vt:lpstr>
      <vt:lpstr>DEMO</vt:lpstr>
      <vt:lpstr>Image Security</vt:lpstr>
      <vt:lpstr>Container Image Management Best Practices</vt:lpstr>
      <vt:lpstr>Validate Signed Images with Image Integrity</vt:lpstr>
      <vt:lpstr>DEMO</vt:lpstr>
      <vt:lpstr>Remove Vulnerable Images with ImageCleaner</vt:lpstr>
      <vt:lpstr>DEMO</vt:lpstr>
      <vt:lpstr>Scan Images in your CI/CD Workflow</vt:lpstr>
      <vt:lpstr>Scan images in ACR Registries</vt:lpstr>
      <vt:lpstr>Cluster Security</vt:lpstr>
      <vt:lpstr>Cluster Security Best Practices</vt:lpstr>
      <vt:lpstr>Azure kubelogin</vt:lpstr>
      <vt:lpstr>DEMO</vt:lpstr>
      <vt:lpstr>Managed Identities - Overview</vt:lpstr>
      <vt:lpstr>Enable a Managed Identity on your Cluster</vt:lpstr>
      <vt:lpstr>DEMO</vt:lpstr>
      <vt:lpstr>Create a Service Principal</vt:lpstr>
      <vt:lpstr>DEMO</vt:lpstr>
      <vt:lpstr>Enable access to AKS clusters using Trusted Access</vt:lpstr>
      <vt:lpstr>DEMO</vt:lpstr>
      <vt:lpstr>Limit access to cluster configuration file</vt:lpstr>
      <vt:lpstr>DEMO</vt:lpstr>
      <vt:lpstr>Define API server authorized IP ranges</vt:lpstr>
      <vt:lpstr>DEMO</vt:lpstr>
      <vt:lpstr>Use service tags for API server authorized IP ranges in AKS</vt:lpstr>
      <vt:lpstr>DEMO</vt:lpstr>
      <vt:lpstr>Manage Cluster Certificates and Rotation</vt:lpstr>
      <vt:lpstr>DEMO</vt:lpstr>
      <vt:lpstr>Use Custom Certificate Authorities</vt:lpstr>
      <vt:lpstr>DEMO</vt:lpstr>
      <vt:lpstr>Use Azure Policy</vt:lpstr>
      <vt:lpstr>DEMO</vt:lpstr>
      <vt:lpstr>Control Deployments with Azure Policy</vt:lpstr>
      <vt:lpstr>DEMO</vt:lpstr>
      <vt:lpstr>Enforce Best Practices with Deployment Safeguards</vt:lpstr>
      <vt:lpstr>DEMO</vt:lpstr>
      <vt:lpstr>Create an OIDC Issuer for your Cluster</vt:lpstr>
      <vt:lpstr>DEMO</vt:lpstr>
      <vt:lpstr>Create an OIDC Issuer for your Cluster</vt:lpstr>
      <vt:lpstr>DEMO</vt:lpstr>
      <vt:lpstr>Enable KMS Data Encryption in AKS</vt:lpstr>
      <vt:lpstr>DEMO</vt:lpstr>
      <vt:lpstr>Use KMS etcd Encryption (legacy)</vt:lpstr>
      <vt:lpstr>DEMO</vt:lpstr>
      <vt:lpstr>Update Key Vault Mode</vt:lpstr>
      <vt:lpstr>DEMO</vt:lpstr>
      <vt:lpstr>Migrate to KMS v2</vt:lpstr>
      <vt:lpstr>DEMO</vt:lpstr>
      <vt:lpstr>Observability for KMS etcd Encryption</vt:lpstr>
      <vt:lpstr>DEMO</vt:lpstr>
      <vt:lpstr>Migrate to KMS with platform-managed or customer-managed keys</vt:lpstr>
      <vt:lpstr>DEMO</vt:lpstr>
      <vt:lpstr>Secure Container Access to Resources</vt:lpstr>
      <vt:lpstr>DEMO</vt:lpstr>
      <vt:lpstr>Node Security</vt:lpstr>
      <vt:lpstr>BYOK for Azure Managed Disks</vt:lpstr>
      <vt:lpstr>DEMO</vt:lpstr>
      <vt:lpstr>Enable Host-Based Encryption</vt:lpstr>
      <vt:lpstr>DEMO</vt:lpstr>
      <vt:lpstr>Enable FIPS</vt:lpstr>
      <vt:lpstr>DEMO</vt:lpstr>
      <vt:lpstr>Use Confidential Virtual Machines</vt:lpstr>
      <vt:lpstr>DEMO</vt:lpstr>
      <vt:lpstr>Use Dedicated Hosts with AKS</vt:lpstr>
      <vt:lpstr>DEMO</vt:lpstr>
      <vt:lpstr>Restrict access to IMDS</vt:lpstr>
      <vt:lpstr>DEMO</vt:lpstr>
      <vt:lpstr>Authentication and Authorization</vt:lpstr>
      <vt:lpstr>Access and Identity Concepts</vt:lpstr>
      <vt:lpstr>Authentication and authorization best practices</vt:lpstr>
      <vt:lpstr>Use Managed Identities</vt:lpstr>
      <vt:lpstr>DEMO</vt:lpstr>
      <vt:lpstr>Create Service Principal</vt:lpstr>
      <vt:lpstr>DEMO</vt:lpstr>
      <vt:lpstr>Enable AKS-Managed Microsoft Entra Integration</vt:lpstr>
      <vt:lpstr>DEMO</vt:lpstr>
      <vt:lpstr>Manage Local Accounts</vt:lpstr>
      <vt:lpstr>DEMO</vt:lpstr>
      <vt:lpstr>Cluster and Node Access Control with Conditional Access</vt:lpstr>
      <vt:lpstr>DEMO</vt:lpstr>
      <vt:lpstr>Cluster and node access control with Privileged Identity Management</vt:lpstr>
      <vt:lpstr>DEMO</vt:lpstr>
      <vt:lpstr>Microsoft Entra Integration (Legacy)</vt:lpstr>
      <vt:lpstr>DEMO</vt:lpstr>
      <vt:lpstr>Enable GMSA Integration</vt:lpstr>
      <vt:lpstr>DEMO</vt:lpstr>
      <vt:lpstr>Use Azure RBAC for Kubernetes Authorization</vt:lpstr>
      <vt:lpstr>DEMO</vt:lpstr>
      <vt:lpstr>Use Kubernetes RBAC with Microsoft Entra Integration</vt:lpstr>
      <vt:lpstr>DEMO</vt:lpstr>
      <vt:lpstr>Use Kubernetes RBAC with Microsoft Entra Integration</vt:lpstr>
      <vt:lpstr>DEMO</vt:lpstr>
      <vt:lpstr>Update Cluster Credentials</vt:lpstr>
      <vt:lpstr>DEMO</vt:lpstr>
      <vt:lpstr>Limit Access to Cluster Configuration File</vt:lpstr>
      <vt:lpstr>DEMO</vt:lpstr>
      <vt:lpstr>External Identity Provider Authentication Overview</vt:lpstr>
      <vt:lpstr>DEMO</vt:lpstr>
      <vt:lpstr>Configure External Identity Providers</vt:lpstr>
      <vt:lpstr>DEMO</vt:lpstr>
      <vt:lpstr>Control Deployments with Azure Policy</vt:lpstr>
      <vt:lpstr>DEMO</vt:lpstr>
      <vt:lpstr>Application Security</vt:lpstr>
      <vt:lpstr>Create an OIDC Issuer for your Cluster</vt:lpstr>
      <vt:lpstr>DEMO</vt:lpstr>
      <vt:lpstr>Workload Identity Overview</vt:lpstr>
      <vt:lpstr>DEMO</vt:lpstr>
      <vt:lpstr>Deploy and Configure Workload Identity</vt:lpstr>
      <vt:lpstr>DEMO</vt:lpstr>
      <vt:lpstr>Configure Cross-Tenant Workload Identity</vt:lpstr>
      <vt:lpstr>DEMO</vt:lpstr>
      <vt:lpstr>Migrate your App from Pod identity to Workload Identity</vt:lpstr>
      <vt:lpstr>DEMO</vt:lpstr>
      <vt:lpstr>Identity Bindings Overview</vt:lpstr>
      <vt:lpstr>Set up identity bindings</vt:lpstr>
      <vt:lpstr>DEMO</vt:lpstr>
      <vt:lpstr>Microsoft Entra Pod Identity</vt:lpstr>
      <vt:lpstr>DEMO</vt:lpstr>
      <vt:lpstr>Pod Sandboxing Overview</vt:lpstr>
      <vt:lpstr>Pod Sandboxing Considerations</vt:lpstr>
      <vt:lpstr>Deploy Pod Sandboxing</vt:lpstr>
      <vt:lpstr>DEMO</vt:lpstr>
      <vt:lpstr>Secure Pod Traffic with Network Policies</vt:lpstr>
      <vt:lpstr>DEMO</vt:lpstr>
      <vt:lpstr>Network Policy Best Practices</vt:lpstr>
      <vt:lpstr>DEMO</vt:lpstr>
      <vt:lpstr>Use Network Policies in the Azure Portal</vt:lpstr>
      <vt:lpstr>DEMO</vt:lpstr>
      <vt:lpstr>Pod Security Policies</vt:lpstr>
      <vt:lpstr>DEMO</vt:lpstr>
      <vt:lpstr>Pod Security Best Practices</vt:lpstr>
      <vt:lpstr>Resource Management Best Practices</vt:lpstr>
      <vt:lpstr>Configure TLS for NGINX Ingress Controller</vt:lpstr>
      <vt:lpstr>1 - Configure Secrets Store CSI Driver</vt:lpstr>
      <vt:lpstr>DEMO</vt:lpstr>
      <vt:lpstr>2 - Provider Azure Key Vault Access</vt:lpstr>
      <vt:lpstr>DEMO</vt:lpstr>
      <vt:lpstr>3 - Apply Extra Configurations or Perform  Troubleshooting</vt:lpstr>
      <vt:lpstr>DEMO</vt:lpstr>
      <vt:lpstr>Open ID Connect (OIDC) on AKS</vt:lpstr>
      <vt:lpstr>Open ID Connect (OIDC) on AKS</vt:lpstr>
      <vt:lpstr>Open ID Connect (OIDC) on AKS</vt:lpstr>
      <vt:lpstr>PowerPoint Presentation</vt:lpstr>
      <vt:lpstr>Authentication Sequence of OIDC</vt:lpstr>
      <vt:lpstr>Open ID Connect (OIDC) on AKS</vt:lpstr>
      <vt:lpstr>Service Account Labels and Annotations</vt:lpstr>
      <vt:lpstr>Service Account Annotations</vt:lpstr>
      <vt:lpstr>Pod Labels</vt:lpstr>
      <vt:lpstr>Pod Annotations</vt:lpstr>
      <vt:lpstr>DEMO</vt:lpstr>
      <vt:lpstr>Deploy and configure Microsoft Entra Workload ID on an Azure Kubernetes Service (AKS) cluster</vt:lpstr>
      <vt:lpstr>Secrets Store CSI Driver</vt:lpstr>
      <vt:lpstr>CSI Driver</vt:lpstr>
      <vt:lpstr>Secret Store CSI Driver</vt:lpstr>
      <vt:lpstr>Azure Key Vault provider for Secret Store CSI Driver in an AKS cluster</vt:lpstr>
      <vt:lpstr>Features</vt:lpstr>
      <vt:lpstr>Limitations</vt:lpstr>
      <vt:lpstr>DEMO</vt:lpstr>
      <vt:lpstr>Pod Security Admission (PSA)</vt:lpstr>
      <vt:lpstr>Pod Security Standards</vt:lpstr>
      <vt:lpstr>The Privileged Policy</vt:lpstr>
      <vt:lpstr>The Baseline Policy</vt:lpstr>
      <vt:lpstr>The Restricted Policy</vt:lpstr>
      <vt:lpstr>Pod Security Admission in AKS</vt:lpstr>
      <vt:lpstr>DEMO</vt:lpstr>
      <vt:lpstr>Demo Companion</vt:lpstr>
      <vt:lpstr>Demo Companion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Faik Hakan Bilgen</dc:creator>
  <cp:lastModifiedBy>Faik Hakan Bilgen</cp:lastModifiedBy>
  <cp:revision>1</cp:revision>
  <dcterms:created xsi:type="dcterms:W3CDTF">2026-01-16T08:37:14Z</dcterms:created>
  <dcterms:modified xsi:type="dcterms:W3CDTF">2026-02-18T19:37:06Z</dcterms:modified>
</cp:coreProperties>
</file>