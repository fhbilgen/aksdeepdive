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0"/>
  </p:notesMasterIdLst>
  <p:sldIdLst>
    <p:sldId id="256" r:id="rId2"/>
    <p:sldId id="372" r:id="rId3"/>
    <p:sldId id="544" r:id="rId4"/>
    <p:sldId id="552" r:id="rId5"/>
    <p:sldId id="446" r:id="rId6"/>
    <p:sldId id="655" r:id="rId7"/>
    <p:sldId id="656" r:id="rId8"/>
    <p:sldId id="657" r:id="rId9"/>
    <p:sldId id="658" r:id="rId10"/>
    <p:sldId id="659" r:id="rId11"/>
    <p:sldId id="573" r:id="rId12"/>
    <p:sldId id="561" r:id="rId13"/>
    <p:sldId id="562" r:id="rId14"/>
    <p:sldId id="661" r:id="rId15"/>
    <p:sldId id="666" r:id="rId16"/>
    <p:sldId id="662" r:id="rId17"/>
    <p:sldId id="660" r:id="rId18"/>
    <p:sldId id="572" r:id="rId19"/>
    <p:sldId id="663" r:id="rId20"/>
    <p:sldId id="564" r:id="rId21"/>
    <p:sldId id="667" r:id="rId22"/>
    <p:sldId id="563" r:id="rId23"/>
    <p:sldId id="664" r:id="rId24"/>
    <p:sldId id="668" r:id="rId25"/>
    <p:sldId id="669" r:id="rId26"/>
    <p:sldId id="665" r:id="rId27"/>
    <p:sldId id="670" r:id="rId28"/>
    <p:sldId id="565" r:id="rId29"/>
    <p:sldId id="568" r:id="rId30"/>
    <p:sldId id="674" r:id="rId31"/>
    <p:sldId id="571" r:id="rId32"/>
    <p:sldId id="672" r:id="rId33"/>
    <p:sldId id="566" r:id="rId34"/>
    <p:sldId id="673" r:id="rId35"/>
    <p:sldId id="567" r:id="rId36"/>
    <p:sldId id="675" r:id="rId37"/>
    <p:sldId id="569" r:id="rId38"/>
    <p:sldId id="676" r:id="rId39"/>
    <p:sldId id="677" r:id="rId40"/>
    <p:sldId id="678" r:id="rId41"/>
    <p:sldId id="679" r:id="rId42"/>
    <p:sldId id="680" r:id="rId43"/>
    <p:sldId id="681" r:id="rId44"/>
    <p:sldId id="682" r:id="rId45"/>
    <p:sldId id="683" r:id="rId46"/>
    <p:sldId id="570" r:id="rId47"/>
    <p:sldId id="574" r:id="rId48"/>
    <p:sldId id="577" r:id="rId49"/>
    <p:sldId id="578" r:id="rId50"/>
    <p:sldId id="579" r:id="rId51"/>
    <p:sldId id="575" r:id="rId52"/>
    <p:sldId id="580" r:id="rId53"/>
    <p:sldId id="581" r:id="rId54"/>
    <p:sldId id="582" r:id="rId55"/>
    <p:sldId id="583" r:id="rId56"/>
    <p:sldId id="584" r:id="rId57"/>
    <p:sldId id="585" r:id="rId58"/>
    <p:sldId id="576" r:id="rId59"/>
    <p:sldId id="586" r:id="rId60"/>
    <p:sldId id="587" r:id="rId61"/>
    <p:sldId id="588" r:id="rId62"/>
    <p:sldId id="589" r:id="rId63"/>
    <p:sldId id="590" r:id="rId64"/>
    <p:sldId id="591" r:id="rId65"/>
    <p:sldId id="592" r:id="rId66"/>
    <p:sldId id="593" r:id="rId67"/>
    <p:sldId id="545" r:id="rId68"/>
    <p:sldId id="553" r:id="rId69"/>
    <p:sldId id="594" r:id="rId70"/>
    <p:sldId id="595" r:id="rId71"/>
    <p:sldId id="604" r:id="rId72"/>
    <p:sldId id="605" r:id="rId73"/>
    <p:sldId id="606" r:id="rId74"/>
    <p:sldId id="596" r:id="rId75"/>
    <p:sldId id="607" r:id="rId76"/>
    <p:sldId id="608" r:id="rId77"/>
    <p:sldId id="597" r:id="rId78"/>
    <p:sldId id="609" r:id="rId79"/>
    <p:sldId id="610" r:id="rId80"/>
    <p:sldId id="611" r:id="rId81"/>
    <p:sldId id="612" r:id="rId82"/>
    <p:sldId id="613" r:id="rId83"/>
    <p:sldId id="614" r:id="rId84"/>
    <p:sldId id="615" r:id="rId85"/>
    <p:sldId id="598" r:id="rId86"/>
    <p:sldId id="616" r:id="rId87"/>
    <p:sldId id="617" r:id="rId88"/>
    <p:sldId id="618" r:id="rId89"/>
    <p:sldId id="619" r:id="rId90"/>
    <p:sldId id="620" r:id="rId91"/>
    <p:sldId id="599" r:id="rId92"/>
    <p:sldId id="621" r:id="rId93"/>
    <p:sldId id="622" r:id="rId94"/>
    <p:sldId id="623" r:id="rId95"/>
    <p:sldId id="624" r:id="rId96"/>
    <p:sldId id="546" r:id="rId97"/>
    <p:sldId id="554" r:id="rId98"/>
    <p:sldId id="600" r:id="rId99"/>
    <p:sldId id="625" r:id="rId100"/>
    <p:sldId id="626" r:id="rId101"/>
    <p:sldId id="627" r:id="rId102"/>
    <p:sldId id="628" r:id="rId103"/>
    <p:sldId id="601" r:id="rId104"/>
    <p:sldId id="629" r:id="rId105"/>
    <p:sldId id="630" r:id="rId106"/>
    <p:sldId id="631" r:id="rId107"/>
    <p:sldId id="602" r:id="rId108"/>
    <p:sldId id="632" r:id="rId109"/>
    <p:sldId id="633" r:id="rId110"/>
    <p:sldId id="634" r:id="rId111"/>
    <p:sldId id="603" r:id="rId112"/>
    <p:sldId id="635" r:id="rId113"/>
    <p:sldId id="636" r:id="rId114"/>
    <p:sldId id="637" r:id="rId115"/>
    <p:sldId id="638" r:id="rId116"/>
    <p:sldId id="547" r:id="rId117"/>
    <p:sldId id="555" r:id="rId118"/>
    <p:sldId id="639" r:id="rId119"/>
    <p:sldId id="640" r:id="rId120"/>
    <p:sldId id="641" r:id="rId121"/>
    <p:sldId id="642" r:id="rId122"/>
    <p:sldId id="643" r:id="rId123"/>
    <p:sldId id="548" r:id="rId124"/>
    <p:sldId id="556" r:id="rId125"/>
    <p:sldId id="644" r:id="rId126"/>
    <p:sldId id="645" r:id="rId127"/>
    <p:sldId id="646" r:id="rId128"/>
    <p:sldId id="647" r:id="rId129"/>
    <p:sldId id="648" r:id="rId130"/>
    <p:sldId id="649" r:id="rId131"/>
    <p:sldId id="650" r:id="rId132"/>
    <p:sldId id="651" r:id="rId133"/>
    <p:sldId id="652" r:id="rId134"/>
    <p:sldId id="653" r:id="rId135"/>
    <p:sldId id="654" r:id="rId136"/>
    <p:sldId id="549" r:id="rId137"/>
    <p:sldId id="557" r:id="rId138"/>
    <p:sldId id="550" r:id="rId139"/>
    <p:sldId id="558" r:id="rId140"/>
    <p:sldId id="551" r:id="rId141"/>
    <p:sldId id="559" r:id="rId142"/>
    <p:sldId id="282" r:id="rId143"/>
    <p:sldId id="373" r:id="rId144"/>
    <p:sldId id="522" r:id="rId145"/>
    <p:sldId id="523" r:id="rId146"/>
    <p:sldId id="524" r:id="rId147"/>
    <p:sldId id="525" r:id="rId148"/>
    <p:sldId id="374" r:id="rId149"/>
    <p:sldId id="375" r:id="rId150"/>
    <p:sldId id="526" r:id="rId151"/>
    <p:sldId id="528" r:id="rId152"/>
    <p:sldId id="527" r:id="rId153"/>
    <p:sldId id="376" r:id="rId154"/>
    <p:sldId id="366" r:id="rId155"/>
    <p:sldId id="377" r:id="rId156"/>
    <p:sldId id="529" r:id="rId157"/>
    <p:sldId id="379" r:id="rId158"/>
    <p:sldId id="536" r:id="rId159"/>
    <p:sldId id="537" r:id="rId160"/>
    <p:sldId id="533" r:id="rId161"/>
    <p:sldId id="530" r:id="rId162"/>
    <p:sldId id="531" r:id="rId163"/>
    <p:sldId id="532" r:id="rId164"/>
    <p:sldId id="534" r:id="rId165"/>
    <p:sldId id="535" r:id="rId166"/>
    <p:sldId id="367" r:id="rId167"/>
    <p:sldId id="383" r:id="rId168"/>
    <p:sldId id="538" r:id="rId169"/>
    <p:sldId id="539" r:id="rId170"/>
    <p:sldId id="385" r:id="rId171"/>
    <p:sldId id="386" r:id="rId172"/>
    <p:sldId id="541" r:id="rId173"/>
    <p:sldId id="542" r:id="rId174"/>
    <p:sldId id="543" r:id="rId175"/>
    <p:sldId id="384" r:id="rId176"/>
    <p:sldId id="540" r:id="rId177"/>
    <p:sldId id="387" r:id="rId178"/>
    <p:sldId id="388" r:id="rId179"/>
    <p:sldId id="389" r:id="rId180"/>
    <p:sldId id="368" r:id="rId181"/>
    <p:sldId id="390" r:id="rId182"/>
    <p:sldId id="391" r:id="rId183"/>
    <p:sldId id="392" r:id="rId184"/>
    <p:sldId id="393" r:id="rId185"/>
    <p:sldId id="395" r:id="rId186"/>
    <p:sldId id="394" r:id="rId187"/>
    <p:sldId id="396" r:id="rId188"/>
    <p:sldId id="397" r:id="rId189"/>
    <p:sldId id="398" r:id="rId190"/>
    <p:sldId id="399" r:id="rId191"/>
    <p:sldId id="400" r:id="rId192"/>
    <p:sldId id="401" r:id="rId193"/>
    <p:sldId id="402" r:id="rId194"/>
    <p:sldId id="403" r:id="rId195"/>
    <p:sldId id="404" r:id="rId196"/>
    <p:sldId id="405" r:id="rId197"/>
    <p:sldId id="406" r:id="rId198"/>
    <p:sldId id="407" r:id="rId199"/>
    <p:sldId id="408" r:id="rId200"/>
    <p:sldId id="409" r:id="rId201"/>
    <p:sldId id="410" r:id="rId202"/>
    <p:sldId id="411" r:id="rId203"/>
    <p:sldId id="412" r:id="rId204"/>
    <p:sldId id="413" r:id="rId205"/>
    <p:sldId id="414" r:id="rId206"/>
    <p:sldId id="415" r:id="rId207"/>
    <p:sldId id="416" r:id="rId208"/>
    <p:sldId id="417" r:id="rId209"/>
    <p:sldId id="418" r:id="rId210"/>
    <p:sldId id="419" r:id="rId211"/>
    <p:sldId id="420" r:id="rId212"/>
    <p:sldId id="421" r:id="rId213"/>
    <p:sldId id="422" r:id="rId214"/>
    <p:sldId id="423" r:id="rId215"/>
    <p:sldId id="424" r:id="rId216"/>
    <p:sldId id="425" r:id="rId217"/>
    <p:sldId id="426" r:id="rId218"/>
    <p:sldId id="427" r:id="rId219"/>
    <p:sldId id="428" r:id="rId220"/>
    <p:sldId id="429" r:id="rId221"/>
    <p:sldId id="430" r:id="rId222"/>
    <p:sldId id="431" r:id="rId223"/>
    <p:sldId id="432" r:id="rId224"/>
    <p:sldId id="433" r:id="rId225"/>
    <p:sldId id="369" r:id="rId226"/>
    <p:sldId id="434" r:id="rId227"/>
    <p:sldId id="435" r:id="rId228"/>
    <p:sldId id="436" r:id="rId229"/>
    <p:sldId id="437" r:id="rId230"/>
    <p:sldId id="438" r:id="rId231"/>
    <p:sldId id="439" r:id="rId232"/>
    <p:sldId id="440" r:id="rId233"/>
    <p:sldId id="441" r:id="rId234"/>
    <p:sldId id="442" r:id="rId235"/>
    <p:sldId id="443" r:id="rId236"/>
    <p:sldId id="444" r:id="rId237"/>
    <p:sldId id="445" r:id="rId238"/>
    <p:sldId id="370" r:id="rId239"/>
    <p:sldId id="448" r:id="rId240"/>
    <p:sldId id="450" r:id="rId241"/>
    <p:sldId id="449" r:id="rId242"/>
    <p:sldId id="451" r:id="rId243"/>
    <p:sldId id="452" r:id="rId244"/>
    <p:sldId id="453" r:id="rId245"/>
    <p:sldId id="454" r:id="rId246"/>
    <p:sldId id="455" r:id="rId247"/>
    <p:sldId id="456" r:id="rId248"/>
    <p:sldId id="457" r:id="rId249"/>
    <p:sldId id="458" r:id="rId250"/>
    <p:sldId id="459" r:id="rId251"/>
    <p:sldId id="460" r:id="rId252"/>
    <p:sldId id="461" r:id="rId253"/>
    <p:sldId id="462" r:id="rId254"/>
    <p:sldId id="463" r:id="rId255"/>
    <p:sldId id="464" r:id="rId256"/>
    <p:sldId id="465" r:id="rId257"/>
    <p:sldId id="466" r:id="rId258"/>
    <p:sldId id="467" r:id="rId259"/>
    <p:sldId id="468" r:id="rId260"/>
    <p:sldId id="469" r:id="rId261"/>
    <p:sldId id="470" r:id="rId262"/>
    <p:sldId id="471" r:id="rId263"/>
    <p:sldId id="472" r:id="rId264"/>
    <p:sldId id="473" r:id="rId265"/>
    <p:sldId id="474" r:id="rId266"/>
    <p:sldId id="475" r:id="rId267"/>
    <p:sldId id="476" r:id="rId268"/>
    <p:sldId id="477" r:id="rId269"/>
    <p:sldId id="478" r:id="rId270"/>
    <p:sldId id="479" r:id="rId271"/>
    <p:sldId id="480" r:id="rId272"/>
    <p:sldId id="371" r:id="rId273"/>
    <p:sldId id="481" r:id="rId274"/>
    <p:sldId id="482" r:id="rId275"/>
    <p:sldId id="483" r:id="rId276"/>
    <p:sldId id="484" r:id="rId277"/>
    <p:sldId id="485" r:id="rId278"/>
    <p:sldId id="486" r:id="rId279"/>
    <p:sldId id="487" r:id="rId280"/>
    <p:sldId id="488" r:id="rId281"/>
    <p:sldId id="489" r:id="rId282"/>
    <p:sldId id="490" r:id="rId283"/>
    <p:sldId id="491" r:id="rId284"/>
    <p:sldId id="493" r:id="rId285"/>
    <p:sldId id="494" r:id="rId286"/>
    <p:sldId id="495" r:id="rId287"/>
    <p:sldId id="496" r:id="rId288"/>
    <p:sldId id="497" r:id="rId289"/>
    <p:sldId id="499" r:id="rId290"/>
    <p:sldId id="501" r:id="rId291"/>
    <p:sldId id="502" r:id="rId292"/>
    <p:sldId id="503" r:id="rId293"/>
    <p:sldId id="504" r:id="rId294"/>
    <p:sldId id="505" r:id="rId295"/>
    <p:sldId id="506" r:id="rId296"/>
    <p:sldId id="508" r:id="rId297"/>
    <p:sldId id="509" r:id="rId298"/>
    <p:sldId id="510" r:id="rId299"/>
    <p:sldId id="511" r:id="rId300"/>
    <p:sldId id="512" r:id="rId301"/>
    <p:sldId id="514" r:id="rId302"/>
    <p:sldId id="515" r:id="rId303"/>
    <p:sldId id="516" r:id="rId304"/>
    <p:sldId id="517" r:id="rId305"/>
    <p:sldId id="518" r:id="rId306"/>
    <p:sldId id="519" r:id="rId307"/>
    <p:sldId id="520" r:id="rId308"/>
    <p:sldId id="521" r:id="rId309"/>
    <p:sldId id="283" r:id="rId310"/>
    <p:sldId id="337" r:id="rId311"/>
    <p:sldId id="338" r:id="rId312"/>
    <p:sldId id="340" r:id="rId313"/>
    <p:sldId id="342" r:id="rId314"/>
    <p:sldId id="343" r:id="rId315"/>
    <p:sldId id="344" r:id="rId316"/>
    <p:sldId id="345" r:id="rId317"/>
    <p:sldId id="346" r:id="rId318"/>
    <p:sldId id="347" r:id="rId319"/>
    <p:sldId id="279" r:id="rId320"/>
    <p:sldId id="349" r:id="rId321"/>
    <p:sldId id="350" r:id="rId322"/>
    <p:sldId id="351" r:id="rId323"/>
    <p:sldId id="352" r:id="rId324"/>
    <p:sldId id="353" r:id="rId325"/>
    <p:sldId id="354" r:id="rId326"/>
    <p:sldId id="355" r:id="rId327"/>
    <p:sldId id="356" r:id="rId328"/>
    <p:sldId id="365" r:id="rId329"/>
    <p:sldId id="357" r:id="rId330"/>
    <p:sldId id="358" r:id="rId331"/>
    <p:sldId id="359" r:id="rId332"/>
    <p:sldId id="360" r:id="rId333"/>
    <p:sldId id="361" r:id="rId334"/>
    <p:sldId id="362" r:id="rId335"/>
    <p:sldId id="363" r:id="rId336"/>
    <p:sldId id="364" r:id="rId337"/>
    <p:sldId id="334" r:id="rId338"/>
    <p:sldId id="335" r:id="rId3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A9A21C-3567-413C-8529-C03D269374B9}" v="191" dt="2026-05-03T17:39:35.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85" autoAdjust="0"/>
  </p:normalViewPr>
  <p:slideViewPr>
    <p:cSldViewPr snapToGrid="0">
      <p:cViewPr varScale="1">
        <p:scale>
          <a:sx n="93" d="100"/>
          <a:sy n="93" d="100"/>
        </p:scale>
        <p:origin x="12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microsoft.com/office/2015/10/relationships/revisionInfo" Target="revisionInfo.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notesMaster" Target="notesMasters/notesMaster1.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presProps" Target="presProps.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viewProps" Target="viewProp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microsoft.com/office/2016/11/relationships/changesInfo" Target="changesInfos/changesInfo1.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5-03T17:42:13.037" v="9242" actId="948"/>
      <pc:docMkLst>
        <pc:docMk/>
      </pc:docMkLst>
      <pc:sldChg chg="modSp mod ord">
        <pc:chgData name="faik bilgen" userId="9fcb1696e65a161f" providerId="LiveId" clId="{0C3A4C9E-717D-4ADE-97E0-B0AD580B3355}" dt="2026-04-29T06:47:52.948" v="8071"/>
        <pc:sldMkLst>
          <pc:docMk/>
          <pc:sldMk cId="3556302657" sldId="372"/>
        </pc:sldMkLst>
        <pc:graphicFrameChg chg="modGraphic">
          <ac:chgData name="faik bilgen" userId="9fcb1696e65a161f" providerId="LiveId" clId="{0C3A4C9E-717D-4ADE-97E0-B0AD580B3355}" dt="2026-04-29T06:27:57.965" v="8043" actId="20577"/>
          <ac:graphicFrameMkLst>
            <pc:docMk/>
            <pc:sldMk cId="3556302657" sldId="372"/>
            <ac:graphicFrameMk id="39" creationId="{7BFBBD4E-5D43-00AB-5ABE-B62AF857097C}"/>
          </ac:graphicFrameMkLst>
        </pc:graphicFrameChg>
      </pc:sldChg>
      <pc:sldChg chg="addSp delSp modSp mod ord modNotesTx">
        <pc:chgData name="faik bilgen" userId="9fcb1696e65a161f" providerId="LiveId" clId="{0C3A4C9E-717D-4ADE-97E0-B0AD580B3355}" dt="2026-04-29T07:44:55.591" v="8531" actId="20577"/>
        <pc:sldMkLst>
          <pc:docMk/>
          <pc:sldMk cId="673323225" sldId="446"/>
        </pc:sldMkLst>
        <pc:spChg chg="mod">
          <ac:chgData name="faik bilgen" userId="9fcb1696e65a161f" providerId="LiveId" clId="{0C3A4C9E-717D-4ADE-97E0-B0AD580B3355}" dt="2026-04-29T07:44:55.591" v="8531" actId="20577"/>
          <ac:spMkLst>
            <pc:docMk/>
            <pc:sldMk cId="673323225" sldId="446"/>
            <ac:spMk id="2" creationId="{C244BD9B-8506-F9ED-2258-0EA3D25098FC}"/>
          </ac:spMkLst>
        </pc:spChg>
        <pc:spChg chg="add">
          <ac:chgData name="faik bilgen" userId="9fcb1696e65a161f" providerId="LiveId" clId="{0C3A4C9E-717D-4ADE-97E0-B0AD580B3355}" dt="2026-04-29T07:43:57.791" v="8523" actId="26606"/>
          <ac:spMkLst>
            <pc:docMk/>
            <pc:sldMk cId="673323225" sldId="446"/>
            <ac:spMk id="17" creationId="{A8384FB5-9ADC-4DDC-881B-597D56F5B15D}"/>
          </ac:spMkLst>
        </pc:spChg>
        <pc:spChg chg="add">
          <ac:chgData name="faik bilgen" userId="9fcb1696e65a161f" providerId="LiveId" clId="{0C3A4C9E-717D-4ADE-97E0-B0AD580B3355}" dt="2026-04-29T07:43:57.791" v="8523" actId="26606"/>
          <ac:spMkLst>
            <pc:docMk/>
            <pc:sldMk cId="673323225" sldId="446"/>
            <ac:spMk id="19" creationId="{1199E1B1-A8C0-4FE8-A5A8-1CB41D69F857}"/>
          </ac:spMkLst>
        </pc:spChg>
        <pc:spChg chg="add">
          <ac:chgData name="faik bilgen" userId="9fcb1696e65a161f" providerId="LiveId" clId="{0C3A4C9E-717D-4ADE-97E0-B0AD580B3355}" dt="2026-04-29T07:43:57.791" v="8523" actId="26606"/>
          <ac:spMkLst>
            <pc:docMk/>
            <pc:sldMk cId="673323225" sldId="446"/>
            <ac:spMk id="21" creationId="{84A8DE83-DE75-4B41-9DB4-A7EC0B0DEC0B}"/>
          </ac:spMkLst>
        </pc:spChg>
        <pc:spChg chg="add">
          <ac:chgData name="faik bilgen" userId="9fcb1696e65a161f" providerId="LiveId" clId="{0C3A4C9E-717D-4ADE-97E0-B0AD580B3355}" dt="2026-04-29T07:43:57.791" v="8523" actId="26606"/>
          <ac:spMkLst>
            <pc:docMk/>
            <pc:sldMk cId="673323225" sldId="446"/>
            <ac:spMk id="23" creationId="{A7009A0A-BEF5-4EAC-AF15-E4F9F002E239}"/>
          </ac:spMkLst>
        </pc:spChg>
        <pc:graphicFrameChg chg="add mod modGraphic">
          <ac:chgData name="faik bilgen" userId="9fcb1696e65a161f" providerId="LiveId" clId="{0C3A4C9E-717D-4ADE-97E0-B0AD580B3355}" dt="2026-04-29T07:43:57.791" v="8523" actId="26606"/>
          <ac:graphicFrameMkLst>
            <pc:docMk/>
            <pc:sldMk cId="673323225" sldId="446"/>
            <ac:graphicFrameMk id="3" creationId="{26C6D340-CAAC-D1C8-6763-00E1FBFE7BED}"/>
          </ac:graphicFrameMkLst>
        </pc:graphicFrameChg>
      </pc:sldChg>
      <pc:sldChg chg="addSp modSp new mod setBg">
        <pc:chgData name="faik bilgen" userId="9fcb1696e65a161f" providerId="LiveId" clId="{0C3A4C9E-717D-4ADE-97E0-B0AD580B3355}" dt="2026-04-29T06:07:09.535" v="7902" actId="26606"/>
        <pc:sldMkLst>
          <pc:docMk/>
          <pc:sldMk cId="2456280872" sldId="544"/>
        </pc:sldMkLst>
        <pc:spChg chg="mod">
          <ac:chgData name="faik bilgen" userId="9fcb1696e65a161f" providerId="LiveId" clId="{0C3A4C9E-717D-4ADE-97E0-B0AD580B3355}" dt="2026-04-29T06:07:09.535" v="7902" actId="26606"/>
          <ac:spMkLst>
            <pc:docMk/>
            <pc:sldMk cId="2456280872" sldId="544"/>
            <ac:spMk id="2" creationId="{EC24A753-C83E-C8D3-E7E2-A1E3295842BE}"/>
          </ac:spMkLst>
        </pc:spChg>
        <pc:spChg chg="mod">
          <ac:chgData name="faik bilgen" userId="9fcb1696e65a161f" providerId="LiveId" clId="{0C3A4C9E-717D-4ADE-97E0-B0AD580B3355}" dt="2026-04-29T06:07:09.535" v="7902" actId="26606"/>
          <ac:spMkLst>
            <pc:docMk/>
            <pc:sldMk cId="2456280872" sldId="544"/>
            <ac:spMk id="3" creationId="{C6A8EEDD-8BF9-36D8-E474-CC22852507C3}"/>
          </ac:spMkLst>
        </pc:spChg>
        <pc:spChg chg="add">
          <ac:chgData name="faik bilgen" userId="9fcb1696e65a161f" providerId="LiveId" clId="{0C3A4C9E-717D-4ADE-97E0-B0AD580B3355}" dt="2026-04-29T06:07:09.535" v="7902" actId="26606"/>
          <ac:spMkLst>
            <pc:docMk/>
            <pc:sldMk cId="2456280872" sldId="544"/>
            <ac:spMk id="8" creationId="{F456DBD1-1048-5A22-C973-3E5FA83F57BA}"/>
          </ac:spMkLst>
        </pc:spChg>
      </pc:sldChg>
      <pc:sldChg chg="modSp add mod">
        <pc:chgData name="faik bilgen" userId="9fcb1696e65a161f" providerId="LiveId" clId="{0C3A4C9E-717D-4ADE-97E0-B0AD580B3355}" dt="2026-04-29T06:07:29.133" v="7906"/>
        <pc:sldMkLst>
          <pc:docMk/>
          <pc:sldMk cId="3569055482" sldId="545"/>
        </pc:sldMkLst>
        <pc:spChg chg="mod">
          <ac:chgData name="faik bilgen" userId="9fcb1696e65a161f" providerId="LiveId" clId="{0C3A4C9E-717D-4ADE-97E0-B0AD580B3355}" dt="2026-04-29T06:07:17.438" v="7905" actId="20577"/>
          <ac:spMkLst>
            <pc:docMk/>
            <pc:sldMk cId="3569055482" sldId="545"/>
            <ac:spMk id="2" creationId="{DAB4437E-6D93-4845-0F65-26B31ADE9FD1}"/>
          </ac:spMkLst>
        </pc:spChg>
        <pc:spChg chg="mod">
          <ac:chgData name="faik bilgen" userId="9fcb1696e65a161f" providerId="LiveId" clId="{0C3A4C9E-717D-4ADE-97E0-B0AD580B3355}" dt="2026-04-29T06:07:29.133" v="7906"/>
          <ac:spMkLst>
            <pc:docMk/>
            <pc:sldMk cId="3569055482" sldId="545"/>
            <ac:spMk id="3" creationId="{CE724B90-B035-F713-8280-970B0731F6F1}"/>
          </ac:spMkLst>
        </pc:spChg>
      </pc:sldChg>
      <pc:sldChg chg="modSp add mod">
        <pc:chgData name="faik bilgen" userId="9fcb1696e65a161f" providerId="LiveId" clId="{0C3A4C9E-717D-4ADE-97E0-B0AD580B3355}" dt="2026-04-29T06:07:45.520" v="7910"/>
        <pc:sldMkLst>
          <pc:docMk/>
          <pc:sldMk cId="612189599" sldId="546"/>
        </pc:sldMkLst>
        <pc:spChg chg="mod">
          <ac:chgData name="faik bilgen" userId="9fcb1696e65a161f" providerId="LiveId" clId="{0C3A4C9E-717D-4ADE-97E0-B0AD580B3355}" dt="2026-04-29T06:07:37.687" v="7909" actId="20577"/>
          <ac:spMkLst>
            <pc:docMk/>
            <pc:sldMk cId="612189599" sldId="546"/>
            <ac:spMk id="2" creationId="{C2397C8D-FA6B-1EF1-5ED2-5D9CA98EA761}"/>
          </ac:spMkLst>
        </pc:spChg>
        <pc:spChg chg="mod">
          <ac:chgData name="faik bilgen" userId="9fcb1696e65a161f" providerId="LiveId" clId="{0C3A4C9E-717D-4ADE-97E0-B0AD580B3355}" dt="2026-04-29T06:07:45.520" v="7910"/>
          <ac:spMkLst>
            <pc:docMk/>
            <pc:sldMk cId="612189599" sldId="546"/>
            <ac:spMk id="3" creationId="{6898CEF5-8A1C-C252-E92A-D65D2F2FE8F4}"/>
          </ac:spMkLst>
        </pc:spChg>
      </pc:sldChg>
      <pc:sldChg chg="modSp add mod">
        <pc:chgData name="faik bilgen" userId="9fcb1696e65a161f" providerId="LiveId" clId="{0C3A4C9E-717D-4ADE-97E0-B0AD580B3355}" dt="2026-04-29T06:08:06.226" v="7916"/>
        <pc:sldMkLst>
          <pc:docMk/>
          <pc:sldMk cId="4164599089" sldId="547"/>
        </pc:sldMkLst>
        <pc:spChg chg="mod">
          <ac:chgData name="faik bilgen" userId="9fcb1696e65a161f" providerId="LiveId" clId="{0C3A4C9E-717D-4ADE-97E0-B0AD580B3355}" dt="2026-04-29T06:07:55.473" v="7915" actId="20577"/>
          <ac:spMkLst>
            <pc:docMk/>
            <pc:sldMk cId="4164599089" sldId="547"/>
            <ac:spMk id="2" creationId="{D147A920-7779-7074-DB3C-276DC7A01F0E}"/>
          </ac:spMkLst>
        </pc:spChg>
        <pc:spChg chg="mod">
          <ac:chgData name="faik bilgen" userId="9fcb1696e65a161f" providerId="LiveId" clId="{0C3A4C9E-717D-4ADE-97E0-B0AD580B3355}" dt="2026-04-29T06:08:06.226" v="7916"/>
          <ac:spMkLst>
            <pc:docMk/>
            <pc:sldMk cId="4164599089" sldId="547"/>
            <ac:spMk id="3" creationId="{B582913D-92F2-56C1-7BC5-6F739BAEA729}"/>
          </ac:spMkLst>
        </pc:spChg>
      </pc:sldChg>
      <pc:sldChg chg="modSp add mod">
        <pc:chgData name="faik bilgen" userId="9fcb1696e65a161f" providerId="LiveId" clId="{0C3A4C9E-717D-4ADE-97E0-B0AD580B3355}" dt="2026-04-29T06:08:24.825" v="7920"/>
        <pc:sldMkLst>
          <pc:docMk/>
          <pc:sldMk cId="1156361825" sldId="548"/>
        </pc:sldMkLst>
        <pc:spChg chg="mod">
          <ac:chgData name="faik bilgen" userId="9fcb1696e65a161f" providerId="LiveId" clId="{0C3A4C9E-717D-4ADE-97E0-B0AD580B3355}" dt="2026-04-29T06:08:15.807" v="7919" actId="20577"/>
          <ac:spMkLst>
            <pc:docMk/>
            <pc:sldMk cId="1156361825" sldId="548"/>
            <ac:spMk id="2" creationId="{CE23F0F8-F0C8-ECDA-95FE-3ABDBB5A6F2B}"/>
          </ac:spMkLst>
        </pc:spChg>
        <pc:spChg chg="mod">
          <ac:chgData name="faik bilgen" userId="9fcb1696e65a161f" providerId="LiveId" clId="{0C3A4C9E-717D-4ADE-97E0-B0AD580B3355}" dt="2026-04-29T06:08:24.825" v="7920"/>
          <ac:spMkLst>
            <pc:docMk/>
            <pc:sldMk cId="1156361825" sldId="548"/>
            <ac:spMk id="3" creationId="{019DA6FB-94E3-475B-47F6-201BA26290B9}"/>
          </ac:spMkLst>
        </pc:spChg>
      </pc:sldChg>
      <pc:sldChg chg="modSp add mod">
        <pc:chgData name="faik bilgen" userId="9fcb1696e65a161f" providerId="LiveId" clId="{0C3A4C9E-717D-4ADE-97E0-B0AD580B3355}" dt="2026-04-29T06:08:39.828" v="7924"/>
        <pc:sldMkLst>
          <pc:docMk/>
          <pc:sldMk cId="3490164827" sldId="549"/>
        </pc:sldMkLst>
        <pc:spChg chg="mod">
          <ac:chgData name="faik bilgen" userId="9fcb1696e65a161f" providerId="LiveId" clId="{0C3A4C9E-717D-4ADE-97E0-B0AD580B3355}" dt="2026-04-29T06:08:37.019" v="7923" actId="20577"/>
          <ac:spMkLst>
            <pc:docMk/>
            <pc:sldMk cId="3490164827" sldId="549"/>
            <ac:spMk id="2" creationId="{639CFBA5-F6D7-150B-4527-22DCBCC96801}"/>
          </ac:spMkLst>
        </pc:spChg>
        <pc:spChg chg="mod">
          <ac:chgData name="faik bilgen" userId="9fcb1696e65a161f" providerId="LiveId" clId="{0C3A4C9E-717D-4ADE-97E0-B0AD580B3355}" dt="2026-04-29T06:08:39.828" v="7924"/>
          <ac:spMkLst>
            <pc:docMk/>
            <pc:sldMk cId="3490164827" sldId="549"/>
            <ac:spMk id="3" creationId="{1EC1AE65-F5FF-42D7-5A72-7CF988AB96C5}"/>
          </ac:spMkLst>
        </pc:spChg>
      </pc:sldChg>
      <pc:sldChg chg="modSp add mod">
        <pc:chgData name="faik bilgen" userId="9fcb1696e65a161f" providerId="LiveId" clId="{0C3A4C9E-717D-4ADE-97E0-B0AD580B3355}" dt="2026-04-29T06:08:54.900" v="7928"/>
        <pc:sldMkLst>
          <pc:docMk/>
          <pc:sldMk cId="2852081978" sldId="550"/>
        </pc:sldMkLst>
        <pc:spChg chg="mod">
          <ac:chgData name="faik bilgen" userId="9fcb1696e65a161f" providerId="LiveId" clId="{0C3A4C9E-717D-4ADE-97E0-B0AD580B3355}" dt="2026-04-29T06:08:47.093" v="7927" actId="20577"/>
          <ac:spMkLst>
            <pc:docMk/>
            <pc:sldMk cId="2852081978" sldId="550"/>
            <ac:spMk id="2" creationId="{017FCDE8-4AA2-D1F8-A7C9-C8925462D90C}"/>
          </ac:spMkLst>
        </pc:spChg>
        <pc:spChg chg="mod">
          <ac:chgData name="faik bilgen" userId="9fcb1696e65a161f" providerId="LiveId" clId="{0C3A4C9E-717D-4ADE-97E0-B0AD580B3355}" dt="2026-04-29T06:08:54.900" v="7928"/>
          <ac:spMkLst>
            <pc:docMk/>
            <pc:sldMk cId="2852081978" sldId="550"/>
            <ac:spMk id="3" creationId="{AE62C964-CE90-9DBE-BB50-41CBD61B4EFC}"/>
          </ac:spMkLst>
        </pc:spChg>
      </pc:sldChg>
      <pc:sldChg chg="modSp add mod">
        <pc:chgData name="faik bilgen" userId="9fcb1696e65a161f" providerId="LiveId" clId="{0C3A4C9E-717D-4ADE-97E0-B0AD580B3355}" dt="2026-04-29T06:09:11.940" v="7932"/>
        <pc:sldMkLst>
          <pc:docMk/>
          <pc:sldMk cId="12493000" sldId="551"/>
        </pc:sldMkLst>
        <pc:spChg chg="mod">
          <ac:chgData name="faik bilgen" userId="9fcb1696e65a161f" providerId="LiveId" clId="{0C3A4C9E-717D-4ADE-97E0-B0AD580B3355}" dt="2026-04-29T06:09:02.687" v="7931" actId="20577"/>
          <ac:spMkLst>
            <pc:docMk/>
            <pc:sldMk cId="12493000" sldId="551"/>
            <ac:spMk id="2" creationId="{D3083A50-9880-29A5-04F1-9598BF456C02}"/>
          </ac:spMkLst>
        </pc:spChg>
        <pc:spChg chg="mod">
          <ac:chgData name="faik bilgen" userId="9fcb1696e65a161f" providerId="LiveId" clId="{0C3A4C9E-717D-4ADE-97E0-B0AD580B3355}" dt="2026-04-29T06:09:11.940" v="7932"/>
          <ac:spMkLst>
            <pc:docMk/>
            <pc:sldMk cId="12493000" sldId="551"/>
            <ac:spMk id="3" creationId="{52EFE689-AFCE-8222-C0A2-96F6F7562CBC}"/>
          </ac:spMkLst>
        </pc:spChg>
      </pc:sldChg>
      <pc:sldChg chg="modSp new mod">
        <pc:chgData name="faik bilgen" userId="9fcb1696e65a161f" providerId="LiveId" clId="{0C3A4C9E-717D-4ADE-97E0-B0AD580B3355}" dt="2026-04-29T06:56:08.786" v="8096" actId="20577"/>
        <pc:sldMkLst>
          <pc:docMk/>
          <pc:sldMk cId="1518916488" sldId="552"/>
        </pc:sldMkLst>
        <pc:spChg chg="mod">
          <ac:chgData name="faik bilgen" userId="9fcb1696e65a161f" providerId="LiveId" clId="{0C3A4C9E-717D-4ADE-97E0-B0AD580B3355}" dt="2026-04-29T06:11:20.003" v="7948"/>
          <ac:spMkLst>
            <pc:docMk/>
            <pc:sldMk cId="1518916488" sldId="552"/>
            <ac:spMk id="2" creationId="{8CFF14BE-C5B8-6519-356F-F93E59AEEBF8}"/>
          </ac:spMkLst>
        </pc:spChg>
        <pc:spChg chg="mod">
          <ac:chgData name="faik bilgen" userId="9fcb1696e65a161f" providerId="LiveId" clId="{0C3A4C9E-717D-4ADE-97E0-B0AD580B3355}" dt="2026-04-29T06:56:08.786" v="8096" actId="20577"/>
          <ac:spMkLst>
            <pc:docMk/>
            <pc:sldMk cId="1518916488" sldId="552"/>
            <ac:spMk id="3" creationId="{C1527E00-0821-7FBE-9A87-7B8893D3AB38}"/>
          </ac:spMkLst>
        </pc:spChg>
      </pc:sldChg>
      <pc:sldChg chg="modSp add mod ord">
        <pc:chgData name="faik bilgen" userId="9fcb1696e65a161f" providerId="LiveId" clId="{0C3A4C9E-717D-4ADE-97E0-B0AD580B3355}" dt="2026-04-29T06:12:47.294" v="7963"/>
        <pc:sldMkLst>
          <pc:docMk/>
          <pc:sldMk cId="1788665902" sldId="553"/>
        </pc:sldMkLst>
        <pc:spChg chg="mod">
          <ac:chgData name="faik bilgen" userId="9fcb1696e65a161f" providerId="LiveId" clId="{0C3A4C9E-717D-4ADE-97E0-B0AD580B3355}" dt="2026-04-29T06:12:05.666" v="7952"/>
          <ac:spMkLst>
            <pc:docMk/>
            <pc:sldMk cId="1788665902" sldId="553"/>
            <ac:spMk id="2" creationId="{CD37352E-AD00-6A52-7D6A-D6969A7163A9}"/>
          </ac:spMkLst>
        </pc:spChg>
        <pc:spChg chg="mod">
          <ac:chgData name="faik bilgen" userId="9fcb1696e65a161f" providerId="LiveId" clId="{0C3A4C9E-717D-4ADE-97E0-B0AD580B3355}" dt="2026-04-29T06:12:47.294" v="7963"/>
          <ac:spMkLst>
            <pc:docMk/>
            <pc:sldMk cId="1788665902" sldId="553"/>
            <ac:spMk id="3" creationId="{07851E04-8A01-6DAB-10FD-A4FB03237B51}"/>
          </ac:spMkLst>
        </pc:spChg>
      </pc:sldChg>
      <pc:sldChg chg="modSp add mod ord">
        <pc:chgData name="faik bilgen" userId="9fcb1696e65a161f" providerId="LiveId" clId="{0C3A4C9E-717D-4ADE-97E0-B0AD580B3355}" dt="2026-04-29T06:14:03.837" v="7994"/>
        <pc:sldMkLst>
          <pc:docMk/>
          <pc:sldMk cId="1610905341" sldId="554"/>
        </pc:sldMkLst>
        <pc:spChg chg="mod">
          <ac:chgData name="faik bilgen" userId="9fcb1696e65a161f" providerId="LiveId" clId="{0C3A4C9E-717D-4ADE-97E0-B0AD580B3355}" dt="2026-04-29T06:13:16.950" v="7974" actId="20577"/>
          <ac:spMkLst>
            <pc:docMk/>
            <pc:sldMk cId="1610905341" sldId="554"/>
            <ac:spMk id="2" creationId="{037AEC83-0675-29BD-B8FE-CC70C1DF2349}"/>
          </ac:spMkLst>
        </pc:spChg>
        <pc:spChg chg="mod">
          <ac:chgData name="faik bilgen" userId="9fcb1696e65a161f" providerId="LiveId" clId="{0C3A4C9E-717D-4ADE-97E0-B0AD580B3355}" dt="2026-04-29T06:14:03.837" v="7994"/>
          <ac:spMkLst>
            <pc:docMk/>
            <pc:sldMk cId="1610905341" sldId="554"/>
            <ac:spMk id="3" creationId="{B644B371-5863-D357-C02F-AA92E08021D6}"/>
          </ac:spMkLst>
        </pc:spChg>
      </pc:sldChg>
      <pc:sldChg chg="modSp add mod ord">
        <pc:chgData name="faik bilgen" userId="9fcb1696e65a161f" providerId="LiveId" clId="{0C3A4C9E-717D-4ADE-97E0-B0AD580B3355}" dt="2026-04-29T06:15:08.815" v="8003"/>
        <pc:sldMkLst>
          <pc:docMk/>
          <pc:sldMk cId="3937983112" sldId="555"/>
        </pc:sldMkLst>
        <pc:spChg chg="mod">
          <ac:chgData name="faik bilgen" userId="9fcb1696e65a161f" providerId="LiveId" clId="{0C3A4C9E-717D-4ADE-97E0-B0AD580B3355}" dt="2026-04-29T06:14:50.283" v="7999" actId="20577"/>
          <ac:spMkLst>
            <pc:docMk/>
            <pc:sldMk cId="3937983112" sldId="555"/>
            <ac:spMk id="2" creationId="{6574BB0F-4BE9-2F63-FC8C-A90FDFF38A1F}"/>
          </ac:spMkLst>
        </pc:spChg>
        <pc:spChg chg="mod">
          <ac:chgData name="faik bilgen" userId="9fcb1696e65a161f" providerId="LiveId" clId="{0C3A4C9E-717D-4ADE-97E0-B0AD580B3355}" dt="2026-04-29T06:15:08.815" v="8003"/>
          <ac:spMkLst>
            <pc:docMk/>
            <pc:sldMk cId="3937983112" sldId="555"/>
            <ac:spMk id="3" creationId="{37299436-3D3F-039C-B6CA-71115F45559A}"/>
          </ac:spMkLst>
        </pc:spChg>
      </pc:sldChg>
      <pc:sldChg chg="modSp add mod ord">
        <pc:chgData name="faik bilgen" userId="9fcb1696e65a161f" providerId="LiveId" clId="{0C3A4C9E-717D-4ADE-97E0-B0AD580B3355}" dt="2026-04-29T06:17:27.275" v="8010"/>
        <pc:sldMkLst>
          <pc:docMk/>
          <pc:sldMk cId="3943020740" sldId="556"/>
        </pc:sldMkLst>
        <pc:spChg chg="mod">
          <ac:chgData name="faik bilgen" userId="9fcb1696e65a161f" providerId="LiveId" clId="{0C3A4C9E-717D-4ADE-97E0-B0AD580B3355}" dt="2026-04-29T06:17:22.403" v="8009" actId="20577"/>
          <ac:spMkLst>
            <pc:docMk/>
            <pc:sldMk cId="3943020740" sldId="556"/>
            <ac:spMk id="2" creationId="{7CB1606C-C2F3-C3AC-4CD1-93D36A3F16E1}"/>
          </ac:spMkLst>
        </pc:spChg>
        <pc:spChg chg="mod">
          <ac:chgData name="faik bilgen" userId="9fcb1696e65a161f" providerId="LiveId" clId="{0C3A4C9E-717D-4ADE-97E0-B0AD580B3355}" dt="2026-04-29T06:17:27.275" v="8010"/>
          <ac:spMkLst>
            <pc:docMk/>
            <pc:sldMk cId="3943020740" sldId="556"/>
            <ac:spMk id="3" creationId="{C3F737D9-5456-3DC0-4D4B-04999B2F3E3F}"/>
          </ac:spMkLst>
        </pc:spChg>
      </pc:sldChg>
      <pc:sldChg chg="modSp add mod ord">
        <pc:chgData name="faik bilgen" userId="9fcb1696e65a161f" providerId="LiveId" clId="{0C3A4C9E-717D-4ADE-97E0-B0AD580B3355}" dt="2026-04-29T06:18:31.564" v="8019"/>
        <pc:sldMkLst>
          <pc:docMk/>
          <pc:sldMk cId="56759629" sldId="557"/>
        </pc:sldMkLst>
        <pc:spChg chg="mod">
          <ac:chgData name="faik bilgen" userId="9fcb1696e65a161f" providerId="LiveId" clId="{0C3A4C9E-717D-4ADE-97E0-B0AD580B3355}" dt="2026-04-29T06:18:21.114" v="8018" actId="20577"/>
          <ac:spMkLst>
            <pc:docMk/>
            <pc:sldMk cId="56759629" sldId="557"/>
            <ac:spMk id="2" creationId="{25F8B3EA-A60D-DBA8-E0FF-6548FA86803E}"/>
          </ac:spMkLst>
        </pc:spChg>
        <pc:spChg chg="mod">
          <ac:chgData name="faik bilgen" userId="9fcb1696e65a161f" providerId="LiveId" clId="{0C3A4C9E-717D-4ADE-97E0-B0AD580B3355}" dt="2026-04-29T06:18:31.564" v="8019"/>
          <ac:spMkLst>
            <pc:docMk/>
            <pc:sldMk cId="56759629" sldId="557"/>
            <ac:spMk id="3" creationId="{E9E2A1DF-0C05-F4D7-2097-A82DE855F229}"/>
          </ac:spMkLst>
        </pc:spChg>
      </pc:sldChg>
      <pc:sldChg chg="modSp add mod ord">
        <pc:chgData name="faik bilgen" userId="9fcb1696e65a161f" providerId="LiveId" clId="{0C3A4C9E-717D-4ADE-97E0-B0AD580B3355}" dt="2026-04-29T06:19:16.584" v="8028"/>
        <pc:sldMkLst>
          <pc:docMk/>
          <pc:sldMk cId="3355923431" sldId="558"/>
        </pc:sldMkLst>
        <pc:spChg chg="mod">
          <ac:chgData name="faik bilgen" userId="9fcb1696e65a161f" providerId="LiveId" clId="{0C3A4C9E-717D-4ADE-97E0-B0AD580B3355}" dt="2026-04-29T06:19:07.538" v="8027" actId="20577"/>
          <ac:spMkLst>
            <pc:docMk/>
            <pc:sldMk cId="3355923431" sldId="558"/>
            <ac:spMk id="2" creationId="{E69E451B-09E8-78F8-6493-269BEFF71E8D}"/>
          </ac:spMkLst>
        </pc:spChg>
        <pc:spChg chg="mod">
          <ac:chgData name="faik bilgen" userId="9fcb1696e65a161f" providerId="LiveId" clId="{0C3A4C9E-717D-4ADE-97E0-B0AD580B3355}" dt="2026-04-29T06:19:16.584" v="8028"/>
          <ac:spMkLst>
            <pc:docMk/>
            <pc:sldMk cId="3355923431" sldId="558"/>
            <ac:spMk id="3" creationId="{2D214B84-4504-15FB-238E-D0D3D24889F6}"/>
          </ac:spMkLst>
        </pc:spChg>
      </pc:sldChg>
      <pc:sldChg chg="modSp add mod ord">
        <pc:chgData name="faik bilgen" userId="9fcb1696e65a161f" providerId="LiveId" clId="{0C3A4C9E-717D-4ADE-97E0-B0AD580B3355}" dt="2026-04-29T06:20:03.349" v="8037"/>
        <pc:sldMkLst>
          <pc:docMk/>
          <pc:sldMk cId="3433392122" sldId="559"/>
        </pc:sldMkLst>
        <pc:spChg chg="mod">
          <ac:chgData name="faik bilgen" userId="9fcb1696e65a161f" providerId="LiveId" clId="{0C3A4C9E-717D-4ADE-97E0-B0AD580B3355}" dt="2026-04-29T06:19:48.099" v="8034" actId="20577"/>
          <ac:spMkLst>
            <pc:docMk/>
            <pc:sldMk cId="3433392122" sldId="559"/>
            <ac:spMk id="2" creationId="{20A2E563-E5AD-01A3-0723-88334CD1DD30}"/>
          </ac:spMkLst>
        </pc:spChg>
        <pc:spChg chg="mod">
          <ac:chgData name="faik bilgen" userId="9fcb1696e65a161f" providerId="LiveId" clId="{0C3A4C9E-717D-4ADE-97E0-B0AD580B3355}" dt="2026-04-29T06:20:03.349" v="8037"/>
          <ac:spMkLst>
            <pc:docMk/>
            <pc:sldMk cId="3433392122" sldId="559"/>
            <ac:spMk id="3" creationId="{58C4E10D-F375-6D2D-ACDD-F42907FFA333}"/>
          </ac:spMkLst>
        </pc:spChg>
      </pc:sldChg>
      <pc:sldChg chg="addSp modSp add mod modNotesTx">
        <pc:chgData name="faik bilgen" userId="9fcb1696e65a161f" providerId="LiveId" clId="{0C3A4C9E-717D-4ADE-97E0-B0AD580B3355}" dt="2026-04-29T08:39:05.603" v="8586" actId="20577"/>
        <pc:sldMkLst>
          <pc:docMk/>
          <pc:sldMk cId="498739801" sldId="561"/>
        </pc:sldMkLst>
        <pc:spChg chg="mod">
          <ac:chgData name="faik bilgen" userId="9fcb1696e65a161f" providerId="LiveId" clId="{0C3A4C9E-717D-4ADE-97E0-B0AD580B3355}" dt="2026-04-29T06:53:33.400" v="8080"/>
          <ac:spMkLst>
            <pc:docMk/>
            <pc:sldMk cId="498739801" sldId="561"/>
            <ac:spMk id="2" creationId="{E1C10822-FFA4-9B01-50E9-DC64E70ED520}"/>
          </ac:spMkLst>
        </pc:spChg>
        <pc:spChg chg="add mod">
          <ac:chgData name="faik bilgen" userId="9fcb1696e65a161f" providerId="LiveId" clId="{0C3A4C9E-717D-4ADE-97E0-B0AD580B3355}" dt="2026-04-29T08:34:27.790" v="8584" actId="1076"/>
          <ac:spMkLst>
            <pc:docMk/>
            <pc:sldMk cId="498739801" sldId="561"/>
            <ac:spMk id="4" creationId="{0A9E1DDE-B3AC-1AAC-45C4-890826D8E514}"/>
          </ac:spMkLst>
        </pc:spChg>
        <pc:spChg chg="mod">
          <ac:chgData name="faik bilgen" userId="9fcb1696e65a161f" providerId="LiveId" clId="{0C3A4C9E-717D-4ADE-97E0-B0AD580B3355}" dt="2026-04-29T08:36:00.125" v="8585" actId="15"/>
          <ac:spMkLst>
            <pc:docMk/>
            <pc:sldMk cId="498739801" sldId="561"/>
            <ac:spMk id="5" creationId="{FE40BAEE-BB60-2A21-4940-53DD25659B96}"/>
          </ac:spMkLst>
        </pc:spChg>
      </pc:sldChg>
      <pc:sldChg chg="modSp add mod modNotesTx">
        <pc:chgData name="faik bilgen" userId="9fcb1696e65a161f" providerId="LiveId" clId="{0C3A4C9E-717D-4ADE-97E0-B0AD580B3355}" dt="2026-05-02T06:00:51.234" v="8664" actId="20577"/>
        <pc:sldMkLst>
          <pc:docMk/>
          <pc:sldMk cId="754132709" sldId="562"/>
        </pc:sldMkLst>
        <pc:spChg chg="mod">
          <ac:chgData name="faik bilgen" userId="9fcb1696e65a161f" providerId="LiveId" clId="{0C3A4C9E-717D-4ADE-97E0-B0AD580B3355}" dt="2026-04-29T06:54:02.457" v="8084"/>
          <ac:spMkLst>
            <pc:docMk/>
            <pc:sldMk cId="754132709" sldId="562"/>
            <ac:spMk id="2" creationId="{DF47FAD9-D32F-BC35-5F53-DBE9DABAB8B4}"/>
          </ac:spMkLst>
        </pc:spChg>
        <pc:spChg chg="mod">
          <ac:chgData name="faik bilgen" userId="9fcb1696e65a161f" providerId="LiveId" clId="{0C3A4C9E-717D-4ADE-97E0-B0AD580B3355}" dt="2026-05-02T06:00:51.234" v="8664" actId="20577"/>
          <ac:spMkLst>
            <pc:docMk/>
            <pc:sldMk cId="754132709" sldId="562"/>
            <ac:spMk id="5" creationId="{6BFB3DDE-AA18-9AD0-496D-39B371EE6759}"/>
          </ac:spMkLst>
        </pc:spChg>
      </pc:sldChg>
      <pc:sldChg chg="addSp delSp modSp add mod ord modNotesTx">
        <pc:chgData name="faik bilgen" userId="9fcb1696e65a161f" providerId="LiveId" clId="{0C3A4C9E-717D-4ADE-97E0-B0AD580B3355}" dt="2026-05-02T12:36:42.445" v="8766"/>
        <pc:sldMkLst>
          <pc:docMk/>
          <pc:sldMk cId="3539314722" sldId="563"/>
        </pc:sldMkLst>
        <pc:spChg chg="mod">
          <ac:chgData name="faik bilgen" userId="9fcb1696e65a161f" providerId="LiveId" clId="{0C3A4C9E-717D-4ADE-97E0-B0AD580B3355}" dt="2026-05-02T12:36:42.445" v="8766"/>
          <ac:spMkLst>
            <pc:docMk/>
            <pc:sldMk cId="3539314722" sldId="563"/>
            <ac:spMk id="2" creationId="{351C4533-CB66-2335-3210-AEB98C4149E9}"/>
          </ac:spMkLst>
        </pc:spChg>
        <pc:spChg chg="del mod">
          <ac:chgData name="faik bilgen" userId="9fcb1696e65a161f" providerId="LiveId" clId="{0C3A4C9E-717D-4ADE-97E0-B0AD580B3355}" dt="2026-05-02T06:07:50.625" v="8672" actId="478"/>
          <ac:spMkLst>
            <pc:docMk/>
            <pc:sldMk cId="3539314722" sldId="563"/>
            <ac:spMk id="5" creationId="{EFD2C541-4860-2258-8A75-1181D4525652}"/>
          </ac:spMkLst>
        </pc:spChg>
        <pc:picChg chg="add mod">
          <ac:chgData name="faik bilgen" userId="9fcb1696e65a161f" providerId="LiveId" clId="{0C3A4C9E-717D-4ADE-97E0-B0AD580B3355}" dt="2026-05-02T06:07:56.518" v="8674" actId="1076"/>
          <ac:picMkLst>
            <pc:docMk/>
            <pc:sldMk cId="3539314722" sldId="563"/>
            <ac:picMk id="4" creationId="{5F98B967-82C3-F38D-4ACE-6AB0041FC35B}"/>
          </ac:picMkLst>
        </pc:picChg>
        <pc:picChg chg="add mod">
          <ac:chgData name="faik bilgen" userId="9fcb1696e65a161f" providerId="LiveId" clId="{0C3A4C9E-717D-4ADE-97E0-B0AD580B3355}" dt="2026-05-02T06:08:49.625" v="8676" actId="1076"/>
          <ac:picMkLst>
            <pc:docMk/>
            <pc:sldMk cId="3539314722" sldId="563"/>
            <ac:picMk id="7" creationId="{0CC1169B-A311-EC0C-7955-9D236B710770}"/>
          </ac:picMkLst>
        </pc:picChg>
      </pc:sldChg>
      <pc:sldChg chg="modSp add mod modNotesTx">
        <pc:chgData name="faik bilgen" userId="9fcb1696e65a161f" providerId="LiveId" clId="{0C3A4C9E-717D-4ADE-97E0-B0AD580B3355}" dt="2026-05-02T13:54:56.492" v="8831" actId="20577"/>
        <pc:sldMkLst>
          <pc:docMk/>
          <pc:sldMk cId="3752080941" sldId="564"/>
        </pc:sldMkLst>
        <pc:spChg chg="mod">
          <ac:chgData name="faik bilgen" userId="9fcb1696e65a161f" providerId="LiveId" clId="{0C3A4C9E-717D-4ADE-97E0-B0AD580B3355}" dt="2026-05-02T12:12:52.154" v="8707" actId="14100"/>
          <ac:spMkLst>
            <pc:docMk/>
            <pc:sldMk cId="3752080941" sldId="564"/>
            <ac:spMk id="2" creationId="{3CE2055C-E62D-E274-596C-E3871F7D106B}"/>
          </ac:spMkLst>
        </pc:spChg>
        <pc:spChg chg="mod">
          <ac:chgData name="faik bilgen" userId="9fcb1696e65a161f" providerId="LiveId" clId="{0C3A4C9E-717D-4ADE-97E0-B0AD580B3355}" dt="2026-05-02T12:27:05.767" v="8755" actId="6549"/>
          <ac:spMkLst>
            <pc:docMk/>
            <pc:sldMk cId="3752080941" sldId="564"/>
            <ac:spMk id="5" creationId="{B0FF693E-16DA-BBC8-7106-EF7988A6E8DA}"/>
          </ac:spMkLst>
        </pc:spChg>
      </pc:sldChg>
      <pc:sldChg chg="addSp modSp add mod modNotesTx">
        <pc:chgData name="faik bilgen" userId="9fcb1696e65a161f" providerId="LiveId" clId="{0C3A4C9E-717D-4ADE-97E0-B0AD580B3355}" dt="2026-05-02T14:34:13.122" v="8981" actId="20577"/>
        <pc:sldMkLst>
          <pc:docMk/>
          <pc:sldMk cId="1221777628" sldId="565"/>
        </pc:sldMkLst>
        <pc:spChg chg="mod">
          <ac:chgData name="faik bilgen" userId="9fcb1696e65a161f" providerId="LiveId" clId="{0C3A4C9E-717D-4ADE-97E0-B0AD580B3355}" dt="2026-04-29T07:05:33.394" v="8154"/>
          <ac:spMkLst>
            <pc:docMk/>
            <pc:sldMk cId="1221777628" sldId="565"/>
            <ac:spMk id="2" creationId="{D15D1D0D-4186-6485-F73B-AEF65FECE4CF}"/>
          </ac:spMkLst>
        </pc:spChg>
        <pc:spChg chg="mod">
          <ac:chgData name="faik bilgen" userId="9fcb1696e65a161f" providerId="LiveId" clId="{0C3A4C9E-717D-4ADE-97E0-B0AD580B3355}" dt="2026-05-02T14:25:54.060" v="8946" actId="14100"/>
          <ac:spMkLst>
            <pc:docMk/>
            <pc:sldMk cId="1221777628" sldId="565"/>
            <ac:spMk id="5" creationId="{CDA59D54-7627-A46C-D320-0065906B579D}"/>
          </ac:spMkLst>
        </pc:spChg>
        <pc:spChg chg="add mod">
          <ac:chgData name="faik bilgen" userId="9fcb1696e65a161f" providerId="LiveId" clId="{0C3A4C9E-717D-4ADE-97E0-B0AD580B3355}" dt="2026-05-02T14:32:22.153" v="8964" actId="14100"/>
          <ac:spMkLst>
            <pc:docMk/>
            <pc:sldMk cId="1221777628" sldId="565"/>
            <ac:spMk id="7" creationId="{EC692676-8187-5685-21EC-4260F448C6EF}"/>
          </ac:spMkLst>
        </pc:spChg>
        <pc:picChg chg="add mod">
          <ac:chgData name="faik bilgen" userId="9fcb1696e65a161f" providerId="LiveId" clId="{0C3A4C9E-717D-4ADE-97E0-B0AD580B3355}" dt="2026-05-02T14:26:02.290" v="8948" actId="1076"/>
          <ac:picMkLst>
            <pc:docMk/>
            <pc:sldMk cId="1221777628" sldId="565"/>
            <ac:picMk id="4" creationId="{63EA3EA1-A1A0-FF5B-FA80-FAA09029B9A9}"/>
          </ac:picMkLst>
        </pc:picChg>
      </pc:sldChg>
      <pc:sldChg chg="addSp modSp add mod modNotesTx">
        <pc:chgData name="faik bilgen" userId="9fcb1696e65a161f" providerId="LiveId" clId="{0C3A4C9E-717D-4ADE-97E0-B0AD580B3355}" dt="2026-05-03T07:40:06.553" v="9034" actId="27636"/>
        <pc:sldMkLst>
          <pc:docMk/>
          <pc:sldMk cId="1969933887" sldId="566"/>
        </pc:sldMkLst>
        <pc:spChg chg="mod">
          <ac:chgData name="faik bilgen" userId="9fcb1696e65a161f" providerId="LiveId" clId="{0C3A4C9E-717D-4ADE-97E0-B0AD580B3355}" dt="2026-04-29T07:05:49.116" v="8156"/>
          <ac:spMkLst>
            <pc:docMk/>
            <pc:sldMk cId="1969933887" sldId="566"/>
            <ac:spMk id="2" creationId="{A9AA3712-8F57-E628-C8DA-FE493682B8A5}"/>
          </ac:spMkLst>
        </pc:spChg>
        <pc:spChg chg="mod">
          <ac:chgData name="faik bilgen" userId="9fcb1696e65a161f" providerId="LiveId" clId="{0C3A4C9E-717D-4ADE-97E0-B0AD580B3355}" dt="2026-05-03T07:40:06.553" v="9034" actId="27636"/>
          <ac:spMkLst>
            <pc:docMk/>
            <pc:sldMk cId="1969933887" sldId="566"/>
            <ac:spMk id="5" creationId="{9424BD83-41DE-648F-0A67-7199D5CB987F}"/>
          </ac:spMkLst>
        </pc:spChg>
        <pc:picChg chg="add mod">
          <ac:chgData name="faik bilgen" userId="9fcb1696e65a161f" providerId="LiveId" clId="{0C3A4C9E-717D-4ADE-97E0-B0AD580B3355}" dt="2026-05-03T07:40:00.585" v="9032" actId="1036"/>
          <ac:picMkLst>
            <pc:docMk/>
            <pc:sldMk cId="1969933887" sldId="566"/>
            <ac:picMk id="4" creationId="{C2371561-BC2A-A7C9-3CCC-B3385B03FEAC}"/>
          </ac:picMkLst>
        </pc:picChg>
        <pc:picChg chg="add mod">
          <ac:chgData name="faik bilgen" userId="9fcb1696e65a161f" providerId="LiveId" clId="{0C3A4C9E-717D-4ADE-97E0-B0AD580B3355}" dt="2026-05-03T07:40:00.585" v="9032" actId="1036"/>
          <ac:picMkLst>
            <pc:docMk/>
            <pc:sldMk cId="1969933887" sldId="566"/>
            <ac:picMk id="7" creationId="{2A6CF8A5-F946-C69F-3FE5-5511F36B0A7C}"/>
          </ac:picMkLst>
        </pc:picChg>
      </pc:sldChg>
      <pc:sldChg chg="addSp modSp add mod modNotesTx">
        <pc:chgData name="faik bilgen" userId="9fcb1696e65a161f" providerId="LiveId" clId="{0C3A4C9E-717D-4ADE-97E0-B0AD580B3355}" dt="2026-05-03T16:46:14.643" v="9070" actId="1076"/>
        <pc:sldMkLst>
          <pc:docMk/>
          <pc:sldMk cId="1150335137" sldId="567"/>
        </pc:sldMkLst>
        <pc:spChg chg="mod">
          <ac:chgData name="faik bilgen" userId="9fcb1696e65a161f" providerId="LiveId" clId="{0C3A4C9E-717D-4ADE-97E0-B0AD580B3355}" dt="2026-04-29T07:06:03.449" v="8158"/>
          <ac:spMkLst>
            <pc:docMk/>
            <pc:sldMk cId="1150335137" sldId="567"/>
            <ac:spMk id="2" creationId="{103A443A-A607-BA9A-08AA-4AD4C8A51EEB}"/>
          </ac:spMkLst>
        </pc:spChg>
        <pc:spChg chg="mod">
          <ac:chgData name="faik bilgen" userId="9fcb1696e65a161f" providerId="LiveId" clId="{0C3A4C9E-717D-4ADE-97E0-B0AD580B3355}" dt="2026-05-03T16:42:17.992" v="9068" actId="14100"/>
          <ac:spMkLst>
            <pc:docMk/>
            <pc:sldMk cId="1150335137" sldId="567"/>
            <ac:spMk id="5" creationId="{5B51EB33-3F28-F58F-CF60-B51400A792E2}"/>
          </ac:spMkLst>
        </pc:spChg>
        <pc:picChg chg="add mod">
          <ac:chgData name="faik bilgen" userId="9fcb1696e65a161f" providerId="LiveId" clId="{0C3A4C9E-717D-4ADE-97E0-B0AD580B3355}" dt="2026-05-03T16:46:14.643" v="9070" actId="1076"/>
          <ac:picMkLst>
            <pc:docMk/>
            <pc:sldMk cId="1150335137" sldId="567"/>
            <ac:picMk id="4" creationId="{EDE2ADA2-D168-7939-37F0-99D264002DEF}"/>
          </ac:picMkLst>
        </pc:picChg>
      </pc:sldChg>
      <pc:sldChg chg="modSp add mod ord modNotesTx">
        <pc:chgData name="faik bilgen" userId="9fcb1696e65a161f" providerId="LiveId" clId="{0C3A4C9E-717D-4ADE-97E0-B0AD580B3355}" dt="2026-05-03T16:52:53.143" v="9078"/>
        <pc:sldMkLst>
          <pc:docMk/>
          <pc:sldMk cId="1071198549" sldId="568"/>
        </pc:sldMkLst>
        <pc:spChg chg="mod">
          <ac:chgData name="faik bilgen" userId="9fcb1696e65a161f" providerId="LiveId" clId="{0C3A4C9E-717D-4ADE-97E0-B0AD580B3355}" dt="2026-04-29T07:06:16.368" v="8160"/>
          <ac:spMkLst>
            <pc:docMk/>
            <pc:sldMk cId="1071198549" sldId="568"/>
            <ac:spMk id="2" creationId="{BC2F0ED1-9B6C-9E74-A4B0-75E201D2666F}"/>
          </ac:spMkLst>
        </pc:spChg>
        <pc:spChg chg="mod">
          <ac:chgData name="faik bilgen" userId="9fcb1696e65a161f" providerId="LiveId" clId="{0C3A4C9E-717D-4ADE-97E0-B0AD580B3355}" dt="2026-05-02T12:16:38.148" v="8730" actId="27636"/>
          <ac:spMkLst>
            <pc:docMk/>
            <pc:sldMk cId="1071198549" sldId="568"/>
            <ac:spMk id="5" creationId="{94E83E90-E567-788D-CEE5-F46D44F265EE}"/>
          </ac:spMkLst>
        </pc:spChg>
      </pc:sldChg>
      <pc:sldChg chg="modSp add mod modNotesTx">
        <pc:chgData name="faik bilgen" userId="9fcb1696e65a161f" providerId="LiveId" clId="{0C3A4C9E-717D-4ADE-97E0-B0AD580B3355}" dt="2026-05-03T17:10:10.039" v="9134" actId="14100"/>
        <pc:sldMkLst>
          <pc:docMk/>
          <pc:sldMk cId="1092800063" sldId="569"/>
        </pc:sldMkLst>
        <pc:spChg chg="mod">
          <ac:chgData name="faik bilgen" userId="9fcb1696e65a161f" providerId="LiveId" clId="{0C3A4C9E-717D-4ADE-97E0-B0AD580B3355}" dt="2026-05-03T17:10:10.039" v="9134" actId="14100"/>
          <ac:spMkLst>
            <pc:docMk/>
            <pc:sldMk cId="1092800063" sldId="569"/>
            <ac:spMk id="2" creationId="{22E89ED7-5DB8-68E0-2A08-A2C6906F5C74}"/>
          </ac:spMkLst>
        </pc:spChg>
        <pc:spChg chg="mod">
          <ac:chgData name="faik bilgen" userId="9fcb1696e65a161f" providerId="LiveId" clId="{0C3A4C9E-717D-4ADE-97E0-B0AD580B3355}" dt="2026-05-02T12:15:03.400" v="8723" actId="27636"/>
          <ac:spMkLst>
            <pc:docMk/>
            <pc:sldMk cId="1092800063" sldId="569"/>
            <ac:spMk id="5" creationId="{71967393-4068-1718-35A2-11F11048B9A6}"/>
          </ac:spMkLst>
        </pc:spChg>
      </pc:sldChg>
      <pc:sldChg chg="modSp add mod modNotesTx">
        <pc:chgData name="faik bilgen" userId="9fcb1696e65a161f" providerId="LiveId" clId="{0C3A4C9E-717D-4ADE-97E0-B0AD580B3355}" dt="2026-05-03T17:09:14.570" v="9123" actId="14100"/>
        <pc:sldMkLst>
          <pc:docMk/>
          <pc:sldMk cId="3455961677" sldId="570"/>
        </pc:sldMkLst>
        <pc:spChg chg="mod">
          <ac:chgData name="faik bilgen" userId="9fcb1696e65a161f" providerId="LiveId" clId="{0C3A4C9E-717D-4ADE-97E0-B0AD580B3355}" dt="2026-05-03T17:09:14.570" v="9123" actId="14100"/>
          <ac:spMkLst>
            <pc:docMk/>
            <pc:sldMk cId="3455961677" sldId="570"/>
            <ac:spMk id="2" creationId="{22BF88ED-21C6-92F9-1175-8DF324FD60A6}"/>
          </ac:spMkLst>
        </pc:spChg>
      </pc:sldChg>
      <pc:sldChg chg="addSp delSp modSp add mod ord modNotesTx">
        <pc:chgData name="faik bilgen" userId="9fcb1696e65a161f" providerId="LiveId" clId="{0C3A4C9E-717D-4ADE-97E0-B0AD580B3355}" dt="2026-05-03T16:52:21.693" v="9076"/>
        <pc:sldMkLst>
          <pc:docMk/>
          <pc:sldMk cId="2944174161" sldId="571"/>
        </pc:sldMkLst>
        <pc:spChg chg="mod">
          <ac:chgData name="faik bilgen" userId="9fcb1696e65a161f" providerId="LiveId" clId="{0C3A4C9E-717D-4ADE-97E0-B0AD580B3355}" dt="2026-04-29T07:06:55.034" v="8166"/>
          <ac:spMkLst>
            <pc:docMk/>
            <pc:sldMk cId="2944174161" sldId="571"/>
            <ac:spMk id="2" creationId="{D9BEFEA2-9372-F863-CD82-A4370271A78A}"/>
          </ac:spMkLst>
        </pc:spChg>
        <pc:spChg chg="add del mod">
          <ac:chgData name="faik bilgen" userId="9fcb1696e65a161f" providerId="LiveId" clId="{0C3A4C9E-717D-4ADE-97E0-B0AD580B3355}" dt="2026-05-02T12:24:19.546" v="8739" actId="22"/>
          <ac:spMkLst>
            <pc:docMk/>
            <pc:sldMk cId="2944174161" sldId="571"/>
            <ac:spMk id="4" creationId="{4A296FD3-8966-6DDA-7BD0-12D1B40141AE}"/>
          </ac:spMkLst>
        </pc:spChg>
        <pc:spChg chg="mod">
          <ac:chgData name="faik bilgen" userId="9fcb1696e65a161f" providerId="LiveId" clId="{0C3A4C9E-717D-4ADE-97E0-B0AD580B3355}" dt="2026-05-02T12:26:10.408" v="8753" actId="14100"/>
          <ac:spMkLst>
            <pc:docMk/>
            <pc:sldMk cId="2944174161" sldId="571"/>
            <ac:spMk id="5" creationId="{EBBFBA41-B4BA-80D8-BB86-0B08928D4345}"/>
          </ac:spMkLst>
        </pc:spChg>
        <pc:spChg chg="add mod">
          <ac:chgData name="faik bilgen" userId="9fcb1696e65a161f" providerId="LiveId" clId="{0C3A4C9E-717D-4ADE-97E0-B0AD580B3355}" dt="2026-05-02T12:26:16.621" v="8754" actId="1076"/>
          <ac:spMkLst>
            <pc:docMk/>
            <pc:sldMk cId="2944174161" sldId="571"/>
            <ac:spMk id="7" creationId="{8287F2C3-4621-7376-2C54-082EDDE1FFC6}"/>
          </ac:spMkLst>
        </pc:spChg>
      </pc:sldChg>
      <pc:sldChg chg="addSp delSp modSp new mod setBg">
        <pc:chgData name="faik bilgen" userId="9fcb1696e65a161f" providerId="LiveId" clId="{0C3A4C9E-717D-4ADE-97E0-B0AD580B3355}" dt="2026-04-29T07:07:37.213" v="8193" actId="26606"/>
        <pc:sldMkLst>
          <pc:docMk/>
          <pc:sldMk cId="2809996329" sldId="572"/>
        </pc:sldMkLst>
        <pc:spChg chg="mod">
          <ac:chgData name="faik bilgen" userId="9fcb1696e65a161f" providerId="LiveId" clId="{0C3A4C9E-717D-4ADE-97E0-B0AD580B3355}" dt="2026-04-29T07:07:37.213" v="8193" actId="26606"/>
          <ac:spMkLst>
            <pc:docMk/>
            <pc:sldMk cId="2809996329" sldId="572"/>
            <ac:spMk id="2" creationId="{37C3B60E-4DD4-7889-9520-FA6B7A7EBF11}"/>
          </ac:spMkLst>
        </pc:spChg>
        <pc:spChg chg="add">
          <ac:chgData name="faik bilgen" userId="9fcb1696e65a161f" providerId="LiveId" clId="{0C3A4C9E-717D-4ADE-97E0-B0AD580B3355}" dt="2026-04-29T07:07:37.213" v="8193" actId="26606"/>
          <ac:spMkLst>
            <pc:docMk/>
            <pc:sldMk cId="2809996329" sldId="572"/>
            <ac:spMk id="7" creationId="{6F5A5072-7B47-4D32-B52A-4EBBF590B8A5}"/>
          </ac:spMkLst>
        </pc:spChg>
        <pc:spChg chg="add">
          <ac:chgData name="faik bilgen" userId="9fcb1696e65a161f" providerId="LiveId" clId="{0C3A4C9E-717D-4ADE-97E0-B0AD580B3355}" dt="2026-04-29T07:07:37.213" v="8193" actId="26606"/>
          <ac:spMkLst>
            <pc:docMk/>
            <pc:sldMk cId="2809996329" sldId="572"/>
            <ac:spMk id="9" creationId="{9715DAF0-AE1B-46C9-8A6B-DB2AA05AB91D}"/>
          </ac:spMkLst>
        </pc:spChg>
        <pc:spChg chg="add">
          <ac:chgData name="faik bilgen" userId="9fcb1696e65a161f" providerId="LiveId" clId="{0C3A4C9E-717D-4ADE-97E0-B0AD580B3355}" dt="2026-04-29T07:07:37.213" v="8193" actId="26606"/>
          <ac:spMkLst>
            <pc:docMk/>
            <pc:sldMk cId="2809996329" sldId="572"/>
            <ac:spMk id="11" creationId="{6016219D-510E-4184-9090-6D5578A87BD1}"/>
          </ac:spMkLst>
        </pc:spChg>
        <pc:spChg chg="add">
          <ac:chgData name="faik bilgen" userId="9fcb1696e65a161f" providerId="LiveId" clId="{0C3A4C9E-717D-4ADE-97E0-B0AD580B3355}" dt="2026-04-29T07:07:37.213" v="8193" actId="26606"/>
          <ac:spMkLst>
            <pc:docMk/>
            <pc:sldMk cId="2809996329" sldId="572"/>
            <ac:spMk id="13" creationId="{AFF4A713-7B75-4B21-90D7-5AB19547C728}"/>
          </ac:spMkLst>
        </pc:spChg>
        <pc:spChg chg="add">
          <ac:chgData name="faik bilgen" userId="9fcb1696e65a161f" providerId="LiveId" clId="{0C3A4C9E-717D-4ADE-97E0-B0AD580B3355}" dt="2026-04-29T07:07:37.213" v="8193" actId="26606"/>
          <ac:spMkLst>
            <pc:docMk/>
            <pc:sldMk cId="2809996329" sldId="572"/>
            <ac:spMk id="15" creationId="{DC631C0B-6DA6-4E57-8231-CE32B3434A7E}"/>
          </ac:spMkLst>
        </pc:spChg>
        <pc:spChg chg="add">
          <ac:chgData name="faik bilgen" userId="9fcb1696e65a161f" providerId="LiveId" clId="{0C3A4C9E-717D-4ADE-97E0-B0AD580B3355}" dt="2026-04-29T07:07:37.213" v="8193" actId="26606"/>
          <ac:spMkLst>
            <pc:docMk/>
            <pc:sldMk cId="2809996329" sldId="572"/>
            <ac:spMk id="17" creationId="{C29501E6-A978-4A61-9689-9085AF97A53A}"/>
          </ac:spMkLst>
        </pc:spChg>
      </pc:sldChg>
      <pc:sldChg chg="modSp add ord">
        <pc:chgData name="faik bilgen" userId="9fcb1696e65a161f" providerId="LiveId" clId="{0C3A4C9E-717D-4ADE-97E0-B0AD580B3355}" dt="2026-04-29T07:08:27.249" v="8197"/>
        <pc:sldMkLst>
          <pc:docMk/>
          <pc:sldMk cId="1734571559" sldId="573"/>
        </pc:sldMkLst>
        <pc:spChg chg="mod">
          <ac:chgData name="faik bilgen" userId="9fcb1696e65a161f" providerId="LiveId" clId="{0C3A4C9E-717D-4ADE-97E0-B0AD580B3355}" dt="2026-04-29T07:08:27.249" v="8197"/>
          <ac:spMkLst>
            <pc:docMk/>
            <pc:sldMk cId="1734571559" sldId="573"/>
            <ac:spMk id="2" creationId="{2997154F-B048-41B9-6567-F49A73F1736E}"/>
          </ac:spMkLst>
        </pc:spChg>
      </pc:sldChg>
      <pc:sldChg chg="modSp add mod ord">
        <pc:chgData name="faik bilgen" userId="9fcb1696e65a161f" providerId="LiveId" clId="{0C3A4C9E-717D-4ADE-97E0-B0AD580B3355}" dt="2026-04-29T07:09:25.713" v="8206" actId="20577"/>
        <pc:sldMkLst>
          <pc:docMk/>
          <pc:sldMk cId="371427245" sldId="574"/>
        </pc:sldMkLst>
        <pc:spChg chg="mod">
          <ac:chgData name="faik bilgen" userId="9fcb1696e65a161f" providerId="LiveId" clId="{0C3A4C9E-717D-4ADE-97E0-B0AD580B3355}" dt="2026-04-29T07:09:25.713" v="8206" actId="20577"/>
          <ac:spMkLst>
            <pc:docMk/>
            <pc:sldMk cId="371427245" sldId="574"/>
            <ac:spMk id="2" creationId="{A4F78226-B466-62A5-6AEA-43CA2166FCD8}"/>
          </ac:spMkLst>
        </pc:spChg>
      </pc:sldChg>
      <pc:sldChg chg="modSp add mod">
        <pc:chgData name="faik bilgen" userId="9fcb1696e65a161f" providerId="LiveId" clId="{0C3A4C9E-717D-4ADE-97E0-B0AD580B3355}" dt="2026-04-29T07:09:51.472" v="8215" actId="20577"/>
        <pc:sldMkLst>
          <pc:docMk/>
          <pc:sldMk cId="3273576038" sldId="575"/>
        </pc:sldMkLst>
        <pc:spChg chg="mod">
          <ac:chgData name="faik bilgen" userId="9fcb1696e65a161f" providerId="LiveId" clId="{0C3A4C9E-717D-4ADE-97E0-B0AD580B3355}" dt="2026-04-29T07:09:51.472" v="8215" actId="20577"/>
          <ac:spMkLst>
            <pc:docMk/>
            <pc:sldMk cId="3273576038" sldId="575"/>
            <ac:spMk id="2" creationId="{6539988E-EED9-EFDE-9FF0-0317E90BB03D}"/>
          </ac:spMkLst>
        </pc:spChg>
      </pc:sldChg>
      <pc:sldChg chg="modSp add mod">
        <pc:chgData name="faik bilgen" userId="9fcb1696e65a161f" providerId="LiveId" clId="{0C3A4C9E-717D-4ADE-97E0-B0AD580B3355}" dt="2026-04-29T07:15:18.540" v="8350" actId="20577"/>
        <pc:sldMkLst>
          <pc:docMk/>
          <pc:sldMk cId="2235452740" sldId="576"/>
        </pc:sldMkLst>
        <pc:spChg chg="mod">
          <ac:chgData name="faik bilgen" userId="9fcb1696e65a161f" providerId="LiveId" clId="{0C3A4C9E-717D-4ADE-97E0-B0AD580B3355}" dt="2026-04-29T07:15:18.540" v="8350" actId="20577"/>
          <ac:spMkLst>
            <pc:docMk/>
            <pc:sldMk cId="2235452740" sldId="576"/>
            <ac:spMk id="2" creationId="{534A4CFC-B8C7-FC46-52FC-4D41F0121901}"/>
          </ac:spMkLst>
        </pc:spChg>
      </pc:sldChg>
      <pc:sldChg chg="modSp add ord modNotesTx">
        <pc:chgData name="faik bilgen" userId="9fcb1696e65a161f" providerId="LiveId" clId="{0C3A4C9E-717D-4ADE-97E0-B0AD580B3355}" dt="2026-04-29T07:13:42.521" v="8267" actId="20577"/>
        <pc:sldMkLst>
          <pc:docMk/>
          <pc:sldMk cId="1662268006" sldId="577"/>
        </pc:sldMkLst>
        <pc:spChg chg="mod">
          <ac:chgData name="faik bilgen" userId="9fcb1696e65a161f" providerId="LiveId" clId="{0C3A4C9E-717D-4ADE-97E0-B0AD580B3355}" dt="2026-04-29T07:10:29.353" v="8228"/>
          <ac:spMkLst>
            <pc:docMk/>
            <pc:sldMk cId="1662268006" sldId="577"/>
            <ac:spMk id="2" creationId="{FF289715-8037-6B23-9189-8DF176888ACE}"/>
          </ac:spMkLst>
        </pc:spChg>
      </pc:sldChg>
      <pc:sldChg chg="modSp add modNotesTx">
        <pc:chgData name="faik bilgen" userId="9fcb1696e65a161f" providerId="LiveId" clId="{0C3A4C9E-717D-4ADE-97E0-B0AD580B3355}" dt="2026-04-29T07:13:39.207" v="8266" actId="20577"/>
        <pc:sldMkLst>
          <pc:docMk/>
          <pc:sldMk cId="1583004300" sldId="578"/>
        </pc:sldMkLst>
        <pc:spChg chg="mod">
          <ac:chgData name="faik bilgen" userId="9fcb1696e65a161f" providerId="LiveId" clId="{0C3A4C9E-717D-4ADE-97E0-B0AD580B3355}" dt="2026-04-29T07:10:47.818" v="8231"/>
          <ac:spMkLst>
            <pc:docMk/>
            <pc:sldMk cId="1583004300" sldId="578"/>
            <ac:spMk id="2" creationId="{306AD86F-D679-C449-A49B-FE05946E209A}"/>
          </ac:spMkLst>
        </pc:spChg>
      </pc:sldChg>
      <pc:sldChg chg="modSp add modNotesTx">
        <pc:chgData name="faik bilgen" userId="9fcb1696e65a161f" providerId="LiveId" clId="{0C3A4C9E-717D-4ADE-97E0-B0AD580B3355}" dt="2026-04-29T07:13:33.839" v="8265" actId="20577"/>
        <pc:sldMkLst>
          <pc:docMk/>
          <pc:sldMk cId="405783803" sldId="579"/>
        </pc:sldMkLst>
        <pc:spChg chg="mod">
          <ac:chgData name="faik bilgen" userId="9fcb1696e65a161f" providerId="LiveId" clId="{0C3A4C9E-717D-4ADE-97E0-B0AD580B3355}" dt="2026-04-29T07:10:59.333" v="8232"/>
          <ac:spMkLst>
            <pc:docMk/>
            <pc:sldMk cId="405783803" sldId="579"/>
            <ac:spMk id="2" creationId="{0432FDB2-BD75-923C-EFB2-8818DD84DC8F}"/>
          </ac:spMkLst>
        </pc:spChg>
      </pc:sldChg>
      <pc:sldChg chg="modSp add ord modNotesTx">
        <pc:chgData name="faik bilgen" userId="9fcb1696e65a161f" providerId="LiveId" clId="{0C3A4C9E-717D-4ADE-97E0-B0AD580B3355}" dt="2026-04-29T07:13:30.408" v="8264" actId="20577"/>
        <pc:sldMkLst>
          <pc:docMk/>
          <pc:sldMk cId="3379430718" sldId="580"/>
        </pc:sldMkLst>
        <pc:spChg chg="mod">
          <ac:chgData name="faik bilgen" userId="9fcb1696e65a161f" providerId="LiveId" clId="{0C3A4C9E-717D-4ADE-97E0-B0AD580B3355}" dt="2026-04-29T07:11:26.148" v="8236"/>
          <ac:spMkLst>
            <pc:docMk/>
            <pc:sldMk cId="3379430718" sldId="580"/>
            <ac:spMk id="2" creationId="{182FE321-07E8-3F6F-F912-335124D6F393}"/>
          </ac:spMkLst>
        </pc:spChg>
      </pc:sldChg>
      <pc:sldChg chg="modSp add modNotesTx">
        <pc:chgData name="faik bilgen" userId="9fcb1696e65a161f" providerId="LiveId" clId="{0C3A4C9E-717D-4ADE-97E0-B0AD580B3355}" dt="2026-04-29T07:13:25.349" v="8263" actId="20577"/>
        <pc:sldMkLst>
          <pc:docMk/>
          <pc:sldMk cId="3923838770" sldId="581"/>
        </pc:sldMkLst>
        <pc:spChg chg="mod">
          <ac:chgData name="faik bilgen" userId="9fcb1696e65a161f" providerId="LiveId" clId="{0C3A4C9E-717D-4ADE-97E0-B0AD580B3355}" dt="2026-04-29T07:11:38.316" v="8238"/>
          <ac:spMkLst>
            <pc:docMk/>
            <pc:sldMk cId="3923838770" sldId="581"/>
            <ac:spMk id="2" creationId="{A6C5BF3D-7A29-387C-1E7A-CDD26839EE54}"/>
          </ac:spMkLst>
        </pc:spChg>
      </pc:sldChg>
      <pc:sldChg chg="modSp add modNotesTx">
        <pc:chgData name="faik bilgen" userId="9fcb1696e65a161f" providerId="LiveId" clId="{0C3A4C9E-717D-4ADE-97E0-B0AD580B3355}" dt="2026-04-29T07:13:22.048" v="8262" actId="20577"/>
        <pc:sldMkLst>
          <pc:docMk/>
          <pc:sldMk cId="3492865447" sldId="582"/>
        </pc:sldMkLst>
        <pc:spChg chg="mod">
          <ac:chgData name="faik bilgen" userId="9fcb1696e65a161f" providerId="LiveId" clId="{0C3A4C9E-717D-4ADE-97E0-B0AD580B3355}" dt="2026-04-29T07:11:50.263" v="8240"/>
          <ac:spMkLst>
            <pc:docMk/>
            <pc:sldMk cId="3492865447" sldId="582"/>
            <ac:spMk id="2" creationId="{A6CFF963-35B7-9EC7-9207-70A6D2BEA7BA}"/>
          </ac:spMkLst>
        </pc:spChg>
      </pc:sldChg>
      <pc:sldChg chg="modSp add modNotesTx">
        <pc:chgData name="faik bilgen" userId="9fcb1696e65a161f" providerId="LiveId" clId="{0C3A4C9E-717D-4ADE-97E0-B0AD580B3355}" dt="2026-04-29T07:13:16.934" v="8261" actId="20577"/>
        <pc:sldMkLst>
          <pc:docMk/>
          <pc:sldMk cId="308153637" sldId="583"/>
        </pc:sldMkLst>
        <pc:spChg chg="mod">
          <ac:chgData name="faik bilgen" userId="9fcb1696e65a161f" providerId="LiveId" clId="{0C3A4C9E-717D-4ADE-97E0-B0AD580B3355}" dt="2026-04-29T07:12:02.656" v="8242"/>
          <ac:spMkLst>
            <pc:docMk/>
            <pc:sldMk cId="308153637" sldId="583"/>
            <ac:spMk id="2" creationId="{3344B488-42AD-F636-DEB2-93220FD5B921}"/>
          </ac:spMkLst>
        </pc:spChg>
      </pc:sldChg>
      <pc:sldChg chg="modSp add mod modNotesTx">
        <pc:chgData name="faik bilgen" userId="9fcb1696e65a161f" providerId="LiveId" clId="{0C3A4C9E-717D-4ADE-97E0-B0AD580B3355}" dt="2026-04-29T07:13:13.150" v="8260" actId="20577"/>
        <pc:sldMkLst>
          <pc:docMk/>
          <pc:sldMk cId="3361414752" sldId="584"/>
        </pc:sldMkLst>
        <pc:spChg chg="mod">
          <ac:chgData name="faik bilgen" userId="9fcb1696e65a161f" providerId="LiveId" clId="{0C3A4C9E-717D-4ADE-97E0-B0AD580B3355}" dt="2026-04-29T07:12:23.560" v="8249" actId="6549"/>
          <ac:spMkLst>
            <pc:docMk/>
            <pc:sldMk cId="3361414752" sldId="584"/>
            <ac:spMk id="2" creationId="{8A47ADCF-C74F-F5AF-4FC6-74BCF4F16045}"/>
          </ac:spMkLst>
        </pc:spChg>
      </pc:sldChg>
      <pc:sldChg chg="modSp add modNotesTx">
        <pc:chgData name="faik bilgen" userId="9fcb1696e65a161f" providerId="LiveId" clId="{0C3A4C9E-717D-4ADE-97E0-B0AD580B3355}" dt="2026-04-29T07:13:09.945" v="8259" actId="20577"/>
        <pc:sldMkLst>
          <pc:docMk/>
          <pc:sldMk cId="2448895824" sldId="585"/>
        </pc:sldMkLst>
        <pc:spChg chg="mod">
          <ac:chgData name="faik bilgen" userId="9fcb1696e65a161f" providerId="LiveId" clId="{0C3A4C9E-717D-4ADE-97E0-B0AD580B3355}" dt="2026-04-29T07:12:40.735" v="8251"/>
          <ac:spMkLst>
            <pc:docMk/>
            <pc:sldMk cId="2448895824" sldId="585"/>
            <ac:spMk id="2" creationId="{8F0C544E-8317-E4B7-05B9-19E37DAB247B}"/>
          </ac:spMkLst>
        </pc:spChg>
      </pc:sldChg>
      <pc:sldChg chg="modSp add ord modNotesTx">
        <pc:chgData name="faik bilgen" userId="9fcb1696e65a161f" providerId="LiveId" clId="{0C3A4C9E-717D-4ADE-97E0-B0AD580B3355}" dt="2026-04-29T07:15:39.507" v="8351"/>
        <pc:sldMkLst>
          <pc:docMk/>
          <pc:sldMk cId="1509216012" sldId="586"/>
        </pc:sldMkLst>
        <pc:spChg chg="mod">
          <ac:chgData name="faik bilgen" userId="9fcb1696e65a161f" providerId="LiveId" clId="{0C3A4C9E-717D-4ADE-97E0-B0AD580B3355}" dt="2026-04-29T07:15:39.507" v="8351"/>
          <ac:spMkLst>
            <pc:docMk/>
            <pc:sldMk cId="1509216012" sldId="586"/>
            <ac:spMk id="2" creationId="{A05EFE27-8E86-CB25-E806-6C4DFF6CE175}"/>
          </ac:spMkLst>
        </pc:spChg>
      </pc:sldChg>
      <pc:sldChg chg="modSp add">
        <pc:chgData name="faik bilgen" userId="9fcb1696e65a161f" providerId="LiveId" clId="{0C3A4C9E-717D-4ADE-97E0-B0AD580B3355}" dt="2026-04-29T07:15:49.529" v="8352"/>
        <pc:sldMkLst>
          <pc:docMk/>
          <pc:sldMk cId="3935885614" sldId="587"/>
        </pc:sldMkLst>
        <pc:spChg chg="mod">
          <ac:chgData name="faik bilgen" userId="9fcb1696e65a161f" providerId="LiveId" clId="{0C3A4C9E-717D-4ADE-97E0-B0AD580B3355}" dt="2026-04-29T07:15:49.529" v="8352"/>
          <ac:spMkLst>
            <pc:docMk/>
            <pc:sldMk cId="3935885614" sldId="587"/>
            <ac:spMk id="2" creationId="{A8BF85E1-3927-2085-3124-07636037E217}"/>
          </ac:spMkLst>
        </pc:spChg>
      </pc:sldChg>
      <pc:sldChg chg="modSp add">
        <pc:chgData name="faik bilgen" userId="9fcb1696e65a161f" providerId="LiveId" clId="{0C3A4C9E-717D-4ADE-97E0-B0AD580B3355}" dt="2026-04-29T07:16:03.567" v="8354"/>
        <pc:sldMkLst>
          <pc:docMk/>
          <pc:sldMk cId="1812249237" sldId="588"/>
        </pc:sldMkLst>
        <pc:spChg chg="mod">
          <ac:chgData name="faik bilgen" userId="9fcb1696e65a161f" providerId="LiveId" clId="{0C3A4C9E-717D-4ADE-97E0-B0AD580B3355}" dt="2026-04-29T07:16:03.567" v="8354"/>
          <ac:spMkLst>
            <pc:docMk/>
            <pc:sldMk cId="1812249237" sldId="588"/>
            <ac:spMk id="2" creationId="{DFCBA23A-00A1-66F0-C018-A96D98B7C14E}"/>
          </ac:spMkLst>
        </pc:spChg>
      </pc:sldChg>
      <pc:sldChg chg="modSp add">
        <pc:chgData name="faik bilgen" userId="9fcb1696e65a161f" providerId="LiveId" clId="{0C3A4C9E-717D-4ADE-97E0-B0AD580B3355}" dt="2026-04-29T07:16:16.300" v="8356"/>
        <pc:sldMkLst>
          <pc:docMk/>
          <pc:sldMk cId="3039436858" sldId="589"/>
        </pc:sldMkLst>
        <pc:spChg chg="mod">
          <ac:chgData name="faik bilgen" userId="9fcb1696e65a161f" providerId="LiveId" clId="{0C3A4C9E-717D-4ADE-97E0-B0AD580B3355}" dt="2026-04-29T07:16:16.300" v="8356"/>
          <ac:spMkLst>
            <pc:docMk/>
            <pc:sldMk cId="3039436858" sldId="589"/>
            <ac:spMk id="2" creationId="{FC9DA033-33CF-C9C9-4D6B-DC49BE7F7F1E}"/>
          </ac:spMkLst>
        </pc:spChg>
      </pc:sldChg>
      <pc:sldChg chg="modSp add">
        <pc:chgData name="faik bilgen" userId="9fcb1696e65a161f" providerId="LiveId" clId="{0C3A4C9E-717D-4ADE-97E0-B0AD580B3355}" dt="2026-04-29T07:16:29.152" v="8358"/>
        <pc:sldMkLst>
          <pc:docMk/>
          <pc:sldMk cId="1820321558" sldId="590"/>
        </pc:sldMkLst>
        <pc:spChg chg="mod">
          <ac:chgData name="faik bilgen" userId="9fcb1696e65a161f" providerId="LiveId" clId="{0C3A4C9E-717D-4ADE-97E0-B0AD580B3355}" dt="2026-04-29T07:16:29.152" v="8358"/>
          <ac:spMkLst>
            <pc:docMk/>
            <pc:sldMk cId="1820321558" sldId="590"/>
            <ac:spMk id="2" creationId="{4987236F-C3B9-F2A7-E53A-0ED922D7764B}"/>
          </ac:spMkLst>
        </pc:spChg>
      </pc:sldChg>
      <pc:sldChg chg="modSp add">
        <pc:chgData name="faik bilgen" userId="9fcb1696e65a161f" providerId="LiveId" clId="{0C3A4C9E-717D-4ADE-97E0-B0AD580B3355}" dt="2026-04-29T07:16:42.216" v="8360"/>
        <pc:sldMkLst>
          <pc:docMk/>
          <pc:sldMk cId="4256819687" sldId="591"/>
        </pc:sldMkLst>
        <pc:spChg chg="mod">
          <ac:chgData name="faik bilgen" userId="9fcb1696e65a161f" providerId="LiveId" clId="{0C3A4C9E-717D-4ADE-97E0-B0AD580B3355}" dt="2026-04-29T07:16:42.216" v="8360"/>
          <ac:spMkLst>
            <pc:docMk/>
            <pc:sldMk cId="4256819687" sldId="591"/>
            <ac:spMk id="2" creationId="{0606E81C-9E79-7A58-A766-6BB3BB0ABFD7}"/>
          </ac:spMkLst>
        </pc:spChg>
      </pc:sldChg>
      <pc:sldChg chg="modSp add">
        <pc:chgData name="faik bilgen" userId="9fcb1696e65a161f" providerId="LiveId" clId="{0C3A4C9E-717D-4ADE-97E0-B0AD580B3355}" dt="2026-04-29T07:16:53.322" v="8362"/>
        <pc:sldMkLst>
          <pc:docMk/>
          <pc:sldMk cId="752797320" sldId="592"/>
        </pc:sldMkLst>
        <pc:spChg chg="mod">
          <ac:chgData name="faik bilgen" userId="9fcb1696e65a161f" providerId="LiveId" clId="{0C3A4C9E-717D-4ADE-97E0-B0AD580B3355}" dt="2026-04-29T07:16:53.322" v="8362"/>
          <ac:spMkLst>
            <pc:docMk/>
            <pc:sldMk cId="752797320" sldId="592"/>
            <ac:spMk id="2" creationId="{E1FBB63D-4BFE-7F10-1D44-893D041C033A}"/>
          </ac:spMkLst>
        </pc:spChg>
      </pc:sldChg>
      <pc:sldChg chg="modSp add">
        <pc:chgData name="faik bilgen" userId="9fcb1696e65a161f" providerId="LiveId" clId="{0C3A4C9E-717D-4ADE-97E0-B0AD580B3355}" dt="2026-04-29T07:17:06.188" v="8364"/>
        <pc:sldMkLst>
          <pc:docMk/>
          <pc:sldMk cId="2104236243" sldId="593"/>
        </pc:sldMkLst>
        <pc:spChg chg="mod">
          <ac:chgData name="faik bilgen" userId="9fcb1696e65a161f" providerId="LiveId" clId="{0C3A4C9E-717D-4ADE-97E0-B0AD580B3355}" dt="2026-04-29T07:17:06.188" v="8364"/>
          <ac:spMkLst>
            <pc:docMk/>
            <pc:sldMk cId="2104236243" sldId="593"/>
            <ac:spMk id="2" creationId="{A3CEE598-3276-5151-8DD2-7F034A0A1550}"/>
          </ac:spMkLst>
        </pc:spChg>
      </pc:sldChg>
      <pc:sldChg chg="modSp add ord">
        <pc:chgData name="faik bilgen" userId="9fcb1696e65a161f" providerId="LiveId" clId="{0C3A4C9E-717D-4ADE-97E0-B0AD580B3355}" dt="2026-04-29T07:18:42.838" v="8377"/>
        <pc:sldMkLst>
          <pc:docMk/>
          <pc:sldMk cId="28179407" sldId="594"/>
        </pc:sldMkLst>
        <pc:spChg chg="mod">
          <ac:chgData name="faik bilgen" userId="9fcb1696e65a161f" providerId="LiveId" clId="{0C3A4C9E-717D-4ADE-97E0-B0AD580B3355}" dt="2026-04-29T07:18:42.838" v="8377"/>
          <ac:spMkLst>
            <pc:docMk/>
            <pc:sldMk cId="28179407" sldId="594"/>
            <ac:spMk id="2" creationId="{7EFE781A-0FE6-C763-8179-4891BA00C897}"/>
          </ac:spMkLst>
        </pc:spChg>
      </pc:sldChg>
      <pc:sldChg chg="modSp add">
        <pc:chgData name="faik bilgen" userId="9fcb1696e65a161f" providerId="LiveId" clId="{0C3A4C9E-717D-4ADE-97E0-B0AD580B3355}" dt="2026-04-29T07:18:52.241" v="8378"/>
        <pc:sldMkLst>
          <pc:docMk/>
          <pc:sldMk cId="529360283" sldId="595"/>
        </pc:sldMkLst>
        <pc:spChg chg="mod">
          <ac:chgData name="faik bilgen" userId="9fcb1696e65a161f" providerId="LiveId" clId="{0C3A4C9E-717D-4ADE-97E0-B0AD580B3355}" dt="2026-04-29T07:18:52.241" v="8378"/>
          <ac:spMkLst>
            <pc:docMk/>
            <pc:sldMk cId="529360283" sldId="595"/>
            <ac:spMk id="2" creationId="{709AE99A-EB33-4D79-BB0A-FCEFBBB12AB3}"/>
          </ac:spMkLst>
        </pc:spChg>
      </pc:sldChg>
      <pc:sldChg chg="modSp add">
        <pc:chgData name="faik bilgen" userId="9fcb1696e65a161f" providerId="LiveId" clId="{0C3A4C9E-717D-4ADE-97E0-B0AD580B3355}" dt="2026-04-29T07:19:01.956" v="8379"/>
        <pc:sldMkLst>
          <pc:docMk/>
          <pc:sldMk cId="1641239756" sldId="596"/>
        </pc:sldMkLst>
        <pc:spChg chg="mod">
          <ac:chgData name="faik bilgen" userId="9fcb1696e65a161f" providerId="LiveId" clId="{0C3A4C9E-717D-4ADE-97E0-B0AD580B3355}" dt="2026-04-29T07:19:01.956" v="8379"/>
          <ac:spMkLst>
            <pc:docMk/>
            <pc:sldMk cId="1641239756" sldId="596"/>
            <ac:spMk id="2" creationId="{AFC509F5-9821-E654-8BCD-19E939CD69F7}"/>
          </ac:spMkLst>
        </pc:spChg>
      </pc:sldChg>
      <pc:sldChg chg="modSp add">
        <pc:chgData name="faik bilgen" userId="9fcb1696e65a161f" providerId="LiveId" clId="{0C3A4C9E-717D-4ADE-97E0-B0AD580B3355}" dt="2026-04-29T07:19:10.304" v="8380"/>
        <pc:sldMkLst>
          <pc:docMk/>
          <pc:sldMk cId="465813704" sldId="597"/>
        </pc:sldMkLst>
        <pc:spChg chg="mod">
          <ac:chgData name="faik bilgen" userId="9fcb1696e65a161f" providerId="LiveId" clId="{0C3A4C9E-717D-4ADE-97E0-B0AD580B3355}" dt="2026-04-29T07:19:10.304" v="8380"/>
          <ac:spMkLst>
            <pc:docMk/>
            <pc:sldMk cId="465813704" sldId="597"/>
            <ac:spMk id="2" creationId="{2421698E-CB73-919D-3774-3A1D9FF32D1B}"/>
          </ac:spMkLst>
        </pc:spChg>
      </pc:sldChg>
      <pc:sldChg chg="modSp add">
        <pc:chgData name="faik bilgen" userId="9fcb1696e65a161f" providerId="LiveId" clId="{0C3A4C9E-717D-4ADE-97E0-B0AD580B3355}" dt="2026-04-29T07:19:19.100" v="8381"/>
        <pc:sldMkLst>
          <pc:docMk/>
          <pc:sldMk cId="616414144" sldId="598"/>
        </pc:sldMkLst>
        <pc:spChg chg="mod">
          <ac:chgData name="faik bilgen" userId="9fcb1696e65a161f" providerId="LiveId" clId="{0C3A4C9E-717D-4ADE-97E0-B0AD580B3355}" dt="2026-04-29T07:19:19.100" v="8381"/>
          <ac:spMkLst>
            <pc:docMk/>
            <pc:sldMk cId="616414144" sldId="598"/>
            <ac:spMk id="2" creationId="{F137585B-8A0C-3344-5F95-C67721221FC6}"/>
          </ac:spMkLst>
        </pc:spChg>
      </pc:sldChg>
      <pc:sldChg chg="modSp add">
        <pc:chgData name="faik bilgen" userId="9fcb1696e65a161f" providerId="LiveId" clId="{0C3A4C9E-717D-4ADE-97E0-B0AD580B3355}" dt="2026-04-29T07:19:27.399" v="8382"/>
        <pc:sldMkLst>
          <pc:docMk/>
          <pc:sldMk cId="1783646160" sldId="599"/>
        </pc:sldMkLst>
        <pc:spChg chg="mod">
          <ac:chgData name="faik bilgen" userId="9fcb1696e65a161f" providerId="LiveId" clId="{0C3A4C9E-717D-4ADE-97E0-B0AD580B3355}" dt="2026-04-29T07:19:27.399" v="8382"/>
          <ac:spMkLst>
            <pc:docMk/>
            <pc:sldMk cId="1783646160" sldId="599"/>
            <ac:spMk id="2" creationId="{C6EA4AF3-59E1-2413-AE7D-5F7D73F05F0A}"/>
          </ac:spMkLst>
        </pc:spChg>
      </pc:sldChg>
      <pc:sldChg chg="modSp add ord">
        <pc:chgData name="faik bilgen" userId="9fcb1696e65a161f" providerId="LiveId" clId="{0C3A4C9E-717D-4ADE-97E0-B0AD580B3355}" dt="2026-04-29T07:20:45.787" v="8386"/>
        <pc:sldMkLst>
          <pc:docMk/>
          <pc:sldMk cId="1364199913" sldId="600"/>
        </pc:sldMkLst>
        <pc:spChg chg="mod">
          <ac:chgData name="faik bilgen" userId="9fcb1696e65a161f" providerId="LiveId" clId="{0C3A4C9E-717D-4ADE-97E0-B0AD580B3355}" dt="2026-04-29T07:20:45.787" v="8386"/>
          <ac:spMkLst>
            <pc:docMk/>
            <pc:sldMk cId="1364199913" sldId="600"/>
            <ac:spMk id="2" creationId="{227EE3F3-0BF7-99B3-7278-10FF25E1AF99}"/>
          </ac:spMkLst>
        </pc:spChg>
      </pc:sldChg>
      <pc:sldChg chg="modSp add">
        <pc:chgData name="faik bilgen" userId="9fcb1696e65a161f" providerId="LiveId" clId="{0C3A4C9E-717D-4ADE-97E0-B0AD580B3355}" dt="2026-04-29T07:20:56.336" v="8388"/>
        <pc:sldMkLst>
          <pc:docMk/>
          <pc:sldMk cId="2384097561" sldId="601"/>
        </pc:sldMkLst>
        <pc:spChg chg="mod">
          <ac:chgData name="faik bilgen" userId="9fcb1696e65a161f" providerId="LiveId" clId="{0C3A4C9E-717D-4ADE-97E0-B0AD580B3355}" dt="2026-04-29T07:20:56.336" v="8388"/>
          <ac:spMkLst>
            <pc:docMk/>
            <pc:sldMk cId="2384097561" sldId="601"/>
            <ac:spMk id="2" creationId="{3821E032-A033-1BDE-5C46-B6631C036CD0}"/>
          </ac:spMkLst>
        </pc:spChg>
      </pc:sldChg>
      <pc:sldChg chg="modSp add">
        <pc:chgData name="faik bilgen" userId="9fcb1696e65a161f" providerId="LiveId" clId="{0C3A4C9E-717D-4ADE-97E0-B0AD580B3355}" dt="2026-04-29T07:21:06.450" v="8390"/>
        <pc:sldMkLst>
          <pc:docMk/>
          <pc:sldMk cId="329247762" sldId="602"/>
        </pc:sldMkLst>
        <pc:spChg chg="mod">
          <ac:chgData name="faik bilgen" userId="9fcb1696e65a161f" providerId="LiveId" clId="{0C3A4C9E-717D-4ADE-97E0-B0AD580B3355}" dt="2026-04-29T07:21:06.450" v="8390"/>
          <ac:spMkLst>
            <pc:docMk/>
            <pc:sldMk cId="329247762" sldId="602"/>
            <ac:spMk id="2" creationId="{6231EF5A-D6FE-A599-B6A4-80C4B653AF26}"/>
          </ac:spMkLst>
        </pc:spChg>
      </pc:sldChg>
      <pc:sldChg chg="modSp add">
        <pc:chgData name="faik bilgen" userId="9fcb1696e65a161f" providerId="LiveId" clId="{0C3A4C9E-717D-4ADE-97E0-B0AD580B3355}" dt="2026-04-29T07:21:16.427" v="8392"/>
        <pc:sldMkLst>
          <pc:docMk/>
          <pc:sldMk cId="2720635960" sldId="603"/>
        </pc:sldMkLst>
        <pc:spChg chg="mod">
          <ac:chgData name="faik bilgen" userId="9fcb1696e65a161f" providerId="LiveId" clId="{0C3A4C9E-717D-4ADE-97E0-B0AD580B3355}" dt="2026-04-29T07:21:16.427" v="8392"/>
          <ac:spMkLst>
            <pc:docMk/>
            <pc:sldMk cId="2720635960" sldId="603"/>
            <ac:spMk id="2" creationId="{0EB5BB2C-0866-D57D-8FB4-6FCE1EEC8BC6}"/>
          </ac:spMkLst>
        </pc:spChg>
      </pc:sldChg>
      <pc:sldChg chg="modSp add ord">
        <pc:chgData name="faik bilgen" userId="9fcb1696e65a161f" providerId="LiveId" clId="{0C3A4C9E-717D-4ADE-97E0-B0AD580B3355}" dt="2026-04-29T07:22:06.700" v="8396"/>
        <pc:sldMkLst>
          <pc:docMk/>
          <pc:sldMk cId="3514832666" sldId="604"/>
        </pc:sldMkLst>
        <pc:spChg chg="mod">
          <ac:chgData name="faik bilgen" userId="9fcb1696e65a161f" providerId="LiveId" clId="{0C3A4C9E-717D-4ADE-97E0-B0AD580B3355}" dt="2026-04-29T07:22:06.700" v="8396"/>
          <ac:spMkLst>
            <pc:docMk/>
            <pc:sldMk cId="3514832666" sldId="604"/>
            <ac:spMk id="2" creationId="{DA0CD81D-4D82-B080-3862-B7B3C609AC01}"/>
          </ac:spMkLst>
        </pc:spChg>
      </pc:sldChg>
      <pc:sldChg chg="modSp add">
        <pc:chgData name="faik bilgen" userId="9fcb1696e65a161f" providerId="LiveId" clId="{0C3A4C9E-717D-4ADE-97E0-B0AD580B3355}" dt="2026-04-29T07:22:19.352" v="8398"/>
        <pc:sldMkLst>
          <pc:docMk/>
          <pc:sldMk cId="326313455" sldId="605"/>
        </pc:sldMkLst>
        <pc:spChg chg="mod">
          <ac:chgData name="faik bilgen" userId="9fcb1696e65a161f" providerId="LiveId" clId="{0C3A4C9E-717D-4ADE-97E0-B0AD580B3355}" dt="2026-04-29T07:22:19.352" v="8398"/>
          <ac:spMkLst>
            <pc:docMk/>
            <pc:sldMk cId="326313455" sldId="605"/>
            <ac:spMk id="2" creationId="{ABC14267-63DA-BE31-2F60-0C31F19B7F93}"/>
          </ac:spMkLst>
        </pc:spChg>
      </pc:sldChg>
      <pc:sldChg chg="modSp add">
        <pc:chgData name="faik bilgen" userId="9fcb1696e65a161f" providerId="LiveId" clId="{0C3A4C9E-717D-4ADE-97E0-B0AD580B3355}" dt="2026-04-29T07:22:31.758" v="8400"/>
        <pc:sldMkLst>
          <pc:docMk/>
          <pc:sldMk cId="3161839521" sldId="606"/>
        </pc:sldMkLst>
        <pc:spChg chg="mod">
          <ac:chgData name="faik bilgen" userId="9fcb1696e65a161f" providerId="LiveId" clId="{0C3A4C9E-717D-4ADE-97E0-B0AD580B3355}" dt="2026-04-29T07:22:31.758" v="8400"/>
          <ac:spMkLst>
            <pc:docMk/>
            <pc:sldMk cId="3161839521" sldId="606"/>
            <ac:spMk id="2" creationId="{E613C8F7-881E-2669-3E8C-B41A1DF08741}"/>
          </ac:spMkLst>
        </pc:spChg>
      </pc:sldChg>
      <pc:sldChg chg="modSp add ord">
        <pc:chgData name="faik bilgen" userId="9fcb1696e65a161f" providerId="LiveId" clId="{0C3A4C9E-717D-4ADE-97E0-B0AD580B3355}" dt="2026-04-29T07:22:55.298" v="8404"/>
        <pc:sldMkLst>
          <pc:docMk/>
          <pc:sldMk cId="2535728788" sldId="607"/>
        </pc:sldMkLst>
        <pc:spChg chg="mod">
          <ac:chgData name="faik bilgen" userId="9fcb1696e65a161f" providerId="LiveId" clId="{0C3A4C9E-717D-4ADE-97E0-B0AD580B3355}" dt="2026-04-29T07:22:55.298" v="8404"/>
          <ac:spMkLst>
            <pc:docMk/>
            <pc:sldMk cId="2535728788" sldId="607"/>
            <ac:spMk id="2" creationId="{D82A1B02-4E68-83BF-F395-EDB8D6CA7DE9}"/>
          </ac:spMkLst>
        </pc:spChg>
      </pc:sldChg>
      <pc:sldChg chg="modSp add ord replId">
        <pc:chgData name="faik bilgen" userId="9fcb1696e65a161f" providerId="LiveId" clId="{0C3A4C9E-717D-4ADE-97E0-B0AD580B3355}" dt="2026-04-29T07:23:04.866" v="8405"/>
        <pc:sldMkLst>
          <pc:docMk/>
          <pc:sldMk cId="3783882039" sldId="608"/>
        </pc:sldMkLst>
        <pc:spChg chg="mod">
          <ac:chgData name="faik bilgen" userId="9fcb1696e65a161f" providerId="LiveId" clId="{0C3A4C9E-717D-4ADE-97E0-B0AD580B3355}" dt="2026-04-29T07:23:04.866" v="8405"/>
          <ac:spMkLst>
            <pc:docMk/>
            <pc:sldMk cId="3783882039" sldId="608"/>
            <ac:spMk id="2" creationId="{06BEE119-EC84-3D40-FFF8-5BE12A148A7F}"/>
          </ac:spMkLst>
        </pc:spChg>
      </pc:sldChg>
      <pc:sldChg chg="modSp add ord">
        <pc:chgData name="faik bilgen" userId="9fcb1696e65a161f" providerId="LiveId" clId="{0C3A4C9E-717D-4ADE-97E0-B0AD580B3355}" dt="2026-04-29T07:23:53.304" v="8412"/>
        <pc:sldMkLst>
          <pc:docMk/>
          <pc:sldMk cId="3835174521" sldId="609"/>
        </pc:sldMkLst>
        <pc:spChg chg="mod">
          <ac:chgData name="faik bilgen" userId="9fcb1696e65a161f" providerId="LiveId" clId="{0C3A4C9E-717D-4ADE-97E0-B0AD580B3355}" dt="2026-04-29T07:23:53.304" v="8412"/>
          <ac:spMkLst>
            <pc:docMk/>
            <pc:sldMk cId="3835174521" sldId="609"/>
            <ac:spMk id="2" creationId="{3F0A85FC-FE2C-BF4C-0C52-50341413A9F7}"/>
          </ac:spMkLst>
        </pc:spChg>
      </pc:sldChg>
      <pc:sldChg chg="modSp add ord replId">
        <pc:chgData name="faik bilgen" userId="9fcb1696e65a161f" providerId="LiveId" clId="{0C3A4C9E-717D-4ADE-97E0-B0AD580B3355}" dt="2026-04-29T07:24:03.088" v="8413"/>
        <pc:sldMkLst>
          <pc:docMk/>
          <pc:sldMk cId="1131730932" sldId="610"/>
        </pc:sldMkLst>
        <pc:spChg chg="mod">
          <ac:chgData name="faik bilgen" userId="9fcb1696e65a161f" providerId="LiveId" clId="{0C3A4C9E-717D-4ADE-97E0-B0AD580B3355}" dt="2026-04-29T07:24:03.088" v="8413"/>
          <ac:spMkLst>
            <pc:docMk/>
            <pc:sldMk cId="1131730932" sldId="610"/>
            <ac:spMk id="2" creationId="{27D7C423-2901-48BD-94BC-5E8345795FE7}"/>
          </ac:spMkLst>
        </pc:spChg>
      </pc:sldChg>
      <pc:sldChg chg="modSp add">
        <pc:chgData name="faik bilgen" userId="9fcb1696e65a161f" providerId="LiveId" clId="{0C3A4C9E-717D-4ADE-97E0-B0AD580B3355}" dt="2026-04-29T07:24:12.121" v="8414"/>
        <pc:sldMkLst>
          <pc:docMk/>
          <pc:sldMk cId="2220501892" sldId="611"/>
        </pc:sldMkLst>
        <pc:spChg chg="mod">
          <ac:chgData name="faik bilgen" userId="9fcb1696e65a161f" providerId="LiveId" clId="{0C3A4C9E-717D-4ADE-97E0-B0AD580B3355}" dt="2026-04-29T07:24:12.121" v="8414"/>
          <ac:spMkLst>
            <pc:docMk/>
            <pc:sldMk cId="2220501892" sldId="611"/>
            <ac:spMk id="2" creationId="{F6759F42-EEFA-1689-4018-574B4D487603}"/>
          </ac:spMkLst>
        </pc:spChg>
      </pc:sldChg>
      <pc:sldChg chg="modSp add replId">
        <pc:chgData name="faik bilgen" userId="9fcb1696e65a161f" providerId="LiveId" clId="{0C3A4C9E-717D-4ADE-97E0-B0AD580B3355}" dt="2026-04-29T07:24:20.485" v="8415"/>
        <pc:sldMkLst>
          <pc:docMk/>
          <pc:sldMk cId="3423941654" sldId="612"/>
        </pc:sldMkLst>
        <pc:spChg chg="mod">
          <ac:chgData name="faik bilgen" userId="9fcb1696e65a161f" providerId="LiveId" clId="{0C3A4C9E-717D-4ADE-97E0-B0AD580B3355}" dt="2026-04-29T07:24:20.485" v="8415"/>
          <ac:spMkLst>
            <pc:docMk/>
            <pc:sldMk cId="3423941654" sldId="612"/>
            <ac:spMk id="2" creationId="{5C19916E-D843-90BD-9142-D842D3F743DA}"/>
          </ac:spMkLst>
        </pc:spChg>
      </pc:sldChg>
      <pc:sldChg chg="modSp add">
        <pc:chgData name="faik bilgen" userId="9fcb1696e65a161f" providerId="LiveId" clId="{0C3A4C9E-717D-4ADE-97E0-B0AD580B3355}" dt="2026-04-29T07:24:29.561" v="8416"/>
        <pc:sldMkLst>
          <pc:docMk/>
          <pc:sldMk cId="2142952810" sldId="613"/>
        </pc:sldMkLst>
        <pc:spChg chg="mod">
          <ac:chgData name="faik bilgen" userId="9fcb1696e65a161f" providerId="LiveId" clId="{0C3A4C9E-717D-4ADE-97E0-B0AD580B3355}" dt="2026-04-29T07:24:29.561" v="8416"/>
          <ac:spMkLst>
            <pc:docMk/>
            <pc:sldMk cId="2142952810" sldId="613"/>
            <ac:spMk id="2" creationId="{44C847C6-A2F0-6A32-32C8-EE28C4FB910E}"/>
          </ac:spMkLst>
        </pc:spChg>
      </pc:sldChg>
      <pc:sldChg chg="modSp add replId">
        <pc:chgData name="faik bilgen" userId="9fcb1696e65a161f" providerId="LiveId" clId="{0C3A4C9E-717D-4ADE-97E0-B0AD580B3355}" dt="2026-04-29T07:24:41.914" v="8417"/>
        <pc:sldMkLst>
          <pc:docMk/>
          <pc:sldMk cId="2021449052" sldId="614"/>
        </pc:sldMkLst>
        <pc:spChg chg="mod">
          <ac:chgData name="faik bilgen" userId="9fcb1696e65a161f" providerId="LiveId" clId="{0C3A4C9E-717D-4ADE-97E0-B0AD580B3355}" dt="2026-04-29T07:24:41.914" v="8417"/>
          <ac:spMkLst>
            <pc:docMk/>
            <pc:sldMk cId="2021449052" sldId="614"/>
            <ac:spMk id="2" creationId="{A805B9C6-6F2D-E3BB-1AF4-4EA79D6F34FF}"/>
          </ac:spMkLst>
        </pc:spChg>
      </pc:sldChg>
      <pc:sldChg chg="modSp add">
        <pc:chgData name="faik bilgen" userId="9fcb1696e65a161f" providerId="LiveId" clId="{0C3A4C9E-717D-4ADE-97E0-B0AD580B3355}" dt="2026-04-29T07:24:51.989" v="8418"/>
        <pc:sldMkLst>
          <pc:docMk/>
          <pc:sldMk cId="2616664014" sldId="615"/>
        </pc:sldMkLst>
        <pc:spChg chg="mod">
          <ac:chgData name="faik bilgen" userId="9fcb1696e65a161f" providerId="LiveId" clId="{0C3A4C9E-717D-4ADE-97E0-B0AD580B3355}" dt="2026-04-29T07:24:51.989" v="8418"/>
          <ac:spMkLst>
            <pc:docMk/>
            <pc:sldMk cId="2616664014" sldId="615"/>
            <ac:spMk id="2" creationId="{A3F4F62D-B0F9-AED6-08CA-6EDEBA8DEF65}"/>
          </ac:spMkLst>
        </pc:spChg>
      </pc:sldChg>
      <pc:sldChg chg="modSp add ord">
        <pc:chgData name="faik bilgen" userId="9fcb1696e65a161f" providerId="LiveId" clId="{0C3A4C9E-717D-4ADE-97E0-B0AD580B3355}" dt="2026-04-29T07:25:37.772" v="8422"/>
        <pc:sldMkLst>
          <pc:docMk/>
          <pc:sldMk cId="3141738309" sldId="616"/>
        </pc:sldMkLst>
        <pc:spChg chg="mod">
          <ac:chgData name="faik bilgen" userId="9fcb1696e65a161f" providerId="LiveId" clId="{0C3A4C9E-717D-4ADE-97E0-B0AD580B3355}" dt="2026-04-29T07:25:37.772" v="8422"/>
          <ac:spMkLst>
            <pc:docMk/>
            <pc:sldMk cId="3141738309" sldId="616"/>
            <ac:spMk id="2" creationId="{7F89194B-2BF8-12BD-2291-17AC1130983F}"/>
          </ac:spMkLst>
        </pc:spChg>
      </pc:sldChg>
      <pc:sldChg chg="modSp add ord replId">
        <pc:chgData name="faik bilgen" userId="9fcb1696e65a161f" providerId="LiveId" clId="{0C3A4C9E-717D-4ADE-97E0-B0AD580B3355}" dt="2026-04-29T07:25:47.326" v="8423"/>
        <pc:sldMkLst>
          <pc:docMk/>
          <pc:sldMk cId="1333501993" sldId="617"/>
        </pc:sldMkLst>
        <pc:spChg chg="mod">
          <ac:chgData name="faik bilgen" userId="9fcb1696e65a161f" providerId="LiveId" clId="{0C3A4C9E-717D-4ADE-97E0-B0AD580B3355}" dt="2026-04-29T07:25:47.326" v="8423"/>
          <ac:spMkLst>
            <pc:docMk/>
            <pc:sldMk cId="1333501993" sldId="617"/>
            <ac:spMk id="2" creationId="{3EA18341-D315-911F-42BF-A70B5A2E9394}"/>
          </ac:spMkLst>
        </pc:spChg>
      </pc:sldChg>
      <pc:sldChg chg="modSp add ord replId">
        <pc:chgData name="faik bilgen" userId="9fcb1696e65a161f" providerId="LiveId" clId="{0C3A4C9E-717D-4ADE-97E0-B0AD580B3355}" dt="2026-04-29T07:25:58.250" v="8424"/>
        <pc:sldMkLst>
          <pc:docMk/>
          <pc:sldMk cId="1661883569" sldId="618"/>
        </pc:sldMkLst>
        <pc:spChg chg="mod">
          <ac:chgData name="faik bilgen" userId="9fcb1696e65a161f" providerId="LiveId" clId="{0C3A4C9E-717D-4ADE-97E0-B0AD580B3355}" dt="2026-04-29T07:25:58.250" v="8424"/>
          <ac:spMkLst>
            <pc:docMk/>
            <pc:sldMk cId="1661883569" sldId="618"/>
            <ac:spMk id="2" creationId="{B3AE4C3D-1A1D-45C1-5DF4-2DD72D876DB2}"/>
          </ac:spMkLst>
        </pc:spChg>
      </pc:sldChg>
      <pc:sldChg chg="modSp add ord replId">
        <pc:chgData name="faik bilgen" userId="9fcb1696e65a161f" providerId="LiveId" clId="{0C3A4C9E-717D-4ADE-97E0-B0AD580B3355}" dt="2026-04-29T07:26:11.395" v="8425"/>
        <pc:sldMkLst>
          <pc:docMk/>
          <pc:sldMk cId="499112905" sldId="619"/>
        </pc:sldMkLst>
        <pc:spChg chg="mod">
          <ac:chgData name="faik bilgen" userId="9fcb1696e65a161f" providerId="LiveId" clId="{0C3A4C9E-717D-4ADE-97E0-B0AD580B3355}" dt="2026-04-29T07:26:11.395" v="8425"/>
          <ac:spMkLst>
            <pc:docMk/>
            <pc:sldMk cId="499112905" sldId="619"/>
            <ac:spMk id="2" creationId="{F48C3A94-5022-8A32-8D75-3160D33AB6EB}"/>
          </ac:spMkLst>
        </pc:spChg>
      </pc:sldChg>
      <pc:sldChg chg="modSp add ord replId">
        <pc:chgData name="faik bilgen" userId="9fcb1696e65a161f" providerId="LiveId" clId="{0C3A4C9E-717D-4ADE-97E0-B0AD580B3355}" dt="2026-04-29T07:26:21.411" v="8426"/>
        <pc:sldMkLst>
          <pc:docMk/>
          <pc:sldMk cId="2771577405" sldId="620"/>
        </pc:sldMkLst>
        <pc:spChg chg="mod">
          <ac:chgData name="faik bilgen" userId="9fcb1696e65a161f" providerId="LiveId" clId="{0C3A4C9E-717D-4ADE-97E0-B0AD580B3355}" dt="2026-04-29T07:26:21.411" v="8426"/>
          <ac:spMkLst>
            <pc:docMk/>
            <pc:sldMk cId="2771577405" sldId="620"/>
            <ac:spMk id="2" creationId="{804C6682-1946-C46E-D6C0-ED8DFA7D82D7}"/>
          </ac:spMkLst>
        </pc:spChg>
      </pc:sldChg>
      <pc:sldChg chg="modSp add ord">
        <pc:chgData name="faik bilgen" userId="9fcb1696e65a161f" providerId="LiveId" clId="{0C3A4C9E-717D-4ADE-97E0-B0AD580B3355}" dt="2026-04-29T07:26:58.706" v="8430"/>
        <pc:sldMkLst>
          <pc:docMk/>
          <pc:sldMk cId="565396443" sldId="621"/>
        </pc:sldMkLst>
        <pc:spChg chg="mod">
          <ac:chgData name="faik bilgen" userId="9fcb1696e65a161f" providerId="LiveId" clId="{0C3A4C9E-717D-4ADE-97E0-B0AD580B3355}" dt="2026-04-29T07:26:58.706" v="8430"/>
          <ac:spMkLst>
            <pc:docMk/>
            <pc:sldMk cId="565396443" sldId="621"/>
            <ac:spMk id="2" creationId="{99BD7C4E-FECE-88C5-CDA4-DEC2F1734778}"/>
          </ac:spMkLst>
        </pc:spChg>
      </pc:sldChg>
      <pc:sldChg chg="modSp add ord replId">
        <pc:chgData name="faik bilgen" userId="9fcb1696e65a161f" providerId="LiveId" clId="{0C3A4C9E-717D-4ADE-97E0-B0AD580B3355}" dt="2026-04-29T07:27:09.385" v="8431"/>
        <pc:sldMkLst>
          <pc:docMk/>
          <pc:sldMk cId="771604629" sldId="622"/>
        </pc:sldMkLst>
        <pc:spChg chg="mod">
          <ac:chgData name="faik bilgen" userId="9fcb1696e65a161f" providerId="LiveId" clId="{0C3A4C9E-717D-4ADE-97E0-B0AD580B3355}" dt="2026-04-29T07:27:09.385" v="8431"/>
          <ac:spMkLst>
            <pc:docMk/>
            <pc:sldMk cId="771604629" sldId="622"/>
            <ac:spMk id="2" creationId="{7C0C73B4-BD7E-F9F7-4C74-7366D7902679}"/>
          </ac:spMkLst>
        </pc:spChg>
      </pc:sldChg>
      <pc:sldChg chg="modSp add ord replId">
        <pc:chgData name="faik bilgen" userId="9fcb1696e65a161f" providerId="LiveId" clId="{0C3A4C9E-717D-4ADE-97E0-B0AD580B3355}" dt="2026-04-29T07:27:20.368" v="8432"/>
        <pc:sldMkLst>
          <pc:docMk/>
          <pc:sldMk cId="144514536" sldId="623"/>
        </pc:sldMkLst>
        <pc:spChg chg="mod">
          <ac:chgData name="faik bilgen" userId="9fcb1696e65a161f" providerId="LiveId" clId="{0C3A4C9E-717D-4ADE-97E0-B0AD580B3355}" dt="2026-04-29T07:27:20.368" v="8432"/>
          <ac:spMkLst>
            <pc:docMk/>
            <pc:sldMk cId="144514536" sldId="623"/>
            <ac:spMk id="2" creationId="{1610F148-7598-13A3-190C-7435F8AC6905}"/>
          </ac:spMkLst>
        </pc:spChg>
      </pc:sldChg>
      <pc:sldChg chg="modSp add ord replId">
        <pc:chgData name="faik bilgen" userId="9fcb1696e65a161f" providerId="LiveId" clId="{0C3A4C9E-717D-4ADE-97E0-B0AD580B3355}" dt="2026-04-29T07:27:32.886" v="8433"/>
        <pc:sldMkLst>
          <pc:docMk/>
          <pc:sldMk cId="1474367506" sldId="624"/>
        </pc:sldMkLst>
        <pc:spChg chg="mod">
          <ac:chgData name="faik bilgen" userId="9fcb1696e65a161f" providerId="LiveId" clId="{0C3A4C9E-717D-4ADE-97E0-B0AD580B3355}" dt="2026-04-29T07:27:32.886" v="8433"/>
          <ac:spMkLst>
            <pc:docMk/>
            <pc:sldMk cId="1474367506" sldId="624"/>
            <ac:spMk id="2" creationId="{FAEE4288-CFDD-E01F-E2F7-7219326FFB7D}"/>
          </ac:spMkLst>
        </pc:spChg>
      </pc:sldChg>
      <pc:sldChg chg="modSp add mod ord">
        <pc:chgData name="faik bilgen" userId="9fcb1696e65a161f" providerId="LiveId" clId="{0C3A4C9E-717D-4ADE-97E0-B0AD580B3355}" dt="2026-04-29T07:28:47.614" v="8463" actId="20577"/>
        <pc:sldMkLst>
          <pc:docMk/>
          <pc:sldMk cId="2226625471" sldId="625"/>
        </pc:sldMkLst>
        <pc:spChg chg="mod">
          <ac:chgData name="faik bilgen" userId="9fcb1696e65a161f" providerId="LiveId" clId="{0C3A4C9E-717D-4ADE-97E0-B0AD580B3355}" dt="2026-04-29T07:28:47.614" v="8463" actId="20577"/>
          <ac:spMkLst>
            <pc:docMk/>
            <pc:sldMk cId="2226625471" sldId="625"/>
            <ac:spMk id="2" creationId="{0099A340-823E-A74C-150C-CC56A3ACF829}"/>
          </ac:spMkLst>
        </pc:spChg>
      </pc:sldChg>
      <pc:sldChg chg="modSp add ord replId">
        <pc:chgData name="faik bilgen" userId="9fcb1696e65a161f" providerId="LiveId" clId="{0C3A4C9E-717D-4ADE-97E0-B0AD580B3355}" dt="2026-04-29T07:28:59.306" v="8464"/>
        <pc:sldMkLst>
          <pc:docMk/>
          <pc:sldMk cId="2305213993" sldId="626"/>
        </pc:sldMkLst>
        <pc:spChg chg="mod">
          <ac:chgData name="faik bilgen" userId="9fcb1696e65a161f" providerId="LiveId" clId="{0C3A4C9E-717D-4ADE-97E0-B0AD580B3355}" dt="2026-04-29T07:28:59.306" v="8464"/>
          <ac:spMkLst>
            <pc:docMk/>
            <pc:sldMk cId="2305213993" sldId="626"/>
            <ac:spMk id="2" creationId="{2074A736-BBC6-D066-FEA0-B6F2632F6CE7}"/>
          </ac:spMkLst>
        </pc:spChg>
      </pc:sldChg>
      <pc:sldChg chg="modSp add ord replId">
        <pc:chgData name="faik bilgen" userId="9fcb1696e65a161f" providerId="LiveId" clId="{0C3A4C9E-717D-4ADE-97E0-B0AD580B3355}" dt="2026-04-29T07:29:08.656" v="8465"/>
        <pc:sldMkLst>
          <pc:docMk/>
          <pc:sldMk cId="1409705607" sldId="627"/>
        </pc:sldMkLst>
        <pc:spChg chg="mod">
          <ac:chgData name="faik bilgen" userId="9fcb1696e65a161f" providerId="LiveId" clId="{0C3A4C9E-717D-4ADE-97E0-B0AD580B3355}" dt="2026-04-29T07:29:08.656" v="8465"/>
          <ac:spMkLst>
            <pc:docMk/>
            <pc:sldMk cId="1409705607" sldId="627"/>
            <ac:spMk id="2" creationId="{340BB8DA-473F-CEB7-0327-88614CCDDAE8}"/>
          </ac:spMkLst>
        </pc:spChg>
      </pc:sldChg>
      <pc:sldChg chg="modSp add ord replId">
        <pc:chgData name="faik bilgen" userId="9fcb1696e65a161f" providerId="LiveId" clId="{0C3A4C9E-717D-4ADE-97E0-B0AD580B3355}" dt="2026-04-29T07:29:19.213" v="8466"/>
        <pc:sldMkLst>
          <pc:docMk/>
          <pc:sldMk cId="1031006679" sldId="628"/>
        </pc:sldMkLst>
        <pc:spChg chg="mod">
          <ac:chgData name="faik bilgen" userId="9fcb1696e65a161f" providerId="LiveId" clId="{0C3A4C9E-717D-4ADE-97E0-B0AD580B3355}" dt="2026-04-29T07:29:19.213" v="8466"/>
          <ac:spMkLst>
            <pc:docMk/>
            <pc:sldMk cId="1031006679" sldId="628"/>
            <ac:spMk id="2" creationId="{34AF7A90-318D-60E7-DA20-C4509842D191}"/>
          </ac:spMkLst>
        </pc:spChg>
      </pc:sldChg>
      <pc:sldChg chg="modSp add ord">
        <pc:chgData name="faik bilgen" userId="9fcb1696e65a161f" providerId="LiveId" clId="{0C3A4C9E-717D-4ADE-97E0-B0AD580B3355}" dt="2026-04-29T07:29:46.743" v="8470"/>
        <pc:sldMkLst>
          <pc:docMk/>
          <pc:sldMk cId="4216367606" sldId="629"/>
        </pc:sldMkLst>
        <pc:spChg chg="mod">
          <ac:chgData name="faik bilgen" userId="9fcb1696e65a161f" providerId="LiveId" clId="{0C3A4C9E-717D-4ADE-97E0-B0AD580B3355}" dt="2026-04-29T07:29:46.743" v="8470"/>
          <ac:spMkLst>
            <pc:docMk/>
            <pc:sldMk cId="4216367606" sldId="629"/>
            <ac:spMk id="2" creationId="{7E18C73F-30E7-47C6-D0B5-840C1F0095FD}"/>
          </ac:spMkLst>
        </pc:spChg>
      </pc:sldChg>
      <pc:sldChg chg="modSp add ord replId">
        <pc:chgData name="faik bilgen" userId="9fcb1696e65a161f" providerId="LiveId" clId="{0C3A4C9E-717D-4ADE-97E0-B0AD580B3355}" dt="2026-04-29T07:29:56.877" v="8471"/>
        <pc:sldMkLst>
          <pc:docMk/>
          <pc:sldMk cId="471364379" sldId="630"/>
        </pc:sldMkLst>
        <pc:spChg chg="mod">
          <ac:chgData name="faik bilgen" userId="9fcb1696e65a161f" providerId="LiveId" clId="{0C3A4C9E-717D-4ADE-97E0-B0AD580B3355}" dt="2026-04-29T07:29:56.877" v="8471"/>
          <ac:spMkLst>
            <pc:docMk/>
            <pc:sldMk cId="471364379" sldId="630"/>
            <ac:spMk id="2" creationId="{1BE734EA-3117-09FF-E547-0F7595541DC5}"/>
          </ac:spMkLst>
        </pc:spChg>
      </pc:sldChg>
      <pc:sldChg chg="modSp add ord replId">
        <pc:chgData name="faik bilgen" userId="9fcb1696e65a161f" providerId="LiveId" clId="{0C3A4C9E-717D-4ADE-97E0-B0AD580B3355}" dt="2026-04-29T07:30:06.191" v="8472"/>
        <pc:sldMkLst>
          <pc:docMk/>
          <pc:sldMk cId="66050439" sldId="631"/>
        </pc:sldMkLst>
        <pc:spChg chg="mod">
          <ac:chgData name="faik bilgen" userId="9fcb1696e65a161f" providerId="LiveId" clId="{0C3A4C9E-717D-4ADE-97E0-B0AD580B3355}" dt="2026-04-29T07:30:06.191" v="8472"/>
          <ac:spMkLst>
            <pc:docMk/>
            <pc:sldMk cId="66050439" sldId="631"/>
            <ac:spMk id="2" creationId="{2F8FB4E6-9CCB-1CD3-2AE6-8D4BE470D82D}"/>
          </ac:spMkLst>
        </pc:spChg>
      </pc:sldChg>
      <pc:sldChg chg="modSp add ord">
        <pc:chgData name="faik bilgen" userId="9fcb1696e65a161f" providerId="LiveId" clId="{0C3A4C9E-717D-4ADE-97E0-B0AD580B3355}" dt="2026-04-29T07:30:53.084" v="8477"/>
        <pc:sldMkLst>
          <pc:docMk/>
          <pc:sldMk cId="3717707810" sldId="632"/>
        </pc:sldMkLst>
        <pc:spChg chg="mod">
          <ac:chgData name="faik bilgen" userId="9fcb1696e65a161f" providerId="LiveId" clId="{0C3A4C9E-717D-4ADE-97E0-B0AD580B3355}" dt="2026-04-29T07:30:53.084" v="8477"/>
          <ac:spMkLst>
            <pc:docMk/>
            <pc:sldMk cId="3717707810" sldId="632"/>
            <ac:spMk id="2" creationId="{9BC60D34-B178-D90F-CC1C-6D771B0259F7}"/>
          </ac:spMkLst>
        </pc:spChg>
      </pc:sldChg>
      <pc:sldChg chg="modSp add ord replId">
        <pc:chgData name="faik bilgen" userId="9fcb1696e65a161f" providerId="LiveId" clId="{0C3A4C9E-717D-4ADE-97E0-B0AD580B3355}" dt="2026-04-29T07:31:00.913" v="8478"/>
        <pc:sldMkLst>
          <pc:docMk/>
          <pc:sldMk cId="238288003" sldId="633"/>
        </pc:sldMkLst>
        <pc:spChg chg="mod">
          <ac:chgData name="faik bilgen" userId="9fcb1696e65a161f" providerId="LiveId" clId="{0C3A4C9E-717D-4ADE-97E0-B0AD580B3355}" dt="2026-04-29T07:31:00.913" v="8478"/>
          <ac:spMkLst>
            <pc:docMk/>
            <pc:sldMk cId="238288003" sldId="633"/>
            <ac:spMk id="2" creationId="{D20037EB-EE8D-C6E7-DCD6-370A593BEA57}"/>
          </ac:spMkLst>
        </pc:spChg>
      </pc:sldChg>
      <pc:sldChg chg="modSp add ord replId">
        <pc:chgData name="faik bilgen" userId="9fcb1696e65a161f" providerId="LiveId" clId="{0C3A4C9E-717D-4ADE-97E0-B0AD580B3355}" dt="2026-04-29T07:31:12.765" v="8479"/>
        <pc:sldMkLst>
          <pc:docMk/>
          <pc:sldMk cId="1269037978" sldId="634"/>
        </pc:sldMkLst>
        <pc:spChg chg="mod">
          <ac:chgData name="faik bilgen" userId="9fcb1696e65a161f" providerId="LiveId" clId="{0C3A4C9E-717D-4ADE-97E0-B0AD580B3355}" dt="2026-04-29T07:31:12.765" v="8479"/>
          <ac:spMkLst>
            <pc:docMk/>
            <pc:sldMk cId="1269037978" sldId="634"/>
            <ac:spMk id="2" creationId="{CE9D81EB-1330-609C-65D6-1E8500C72887}"/>
          </ac:spMkLst>
        </pc:spChg>
      </pc:sldChg>
      <pc:sldChg chg="modSp add ord">
        <pc:chgData name="faik bilgen" userId="9fcb1696e65a161f" providerId="LiveId" clId="{0C3A4C9E-717D-4ADE-97E0-B0AD580B3355}" dt="2026-04-29T07:31:40.480" v="8484"/>
        <pc:sldMkLst>
          <pc:docMk/>
          <pc:sldMk cId="1581488708" sldId="635"/>
        </pc:sldMkLst>
        <pc:spChg chg="mod">
          <ac:chgData name="faik bilgen" userId="9fcb1696e65a161f" providerId="LiveId" clId="{0C3A4C9E-717D-4ADE-97E0-B0AD580B3355}" dt="2026-04-29T07:31:40.480" v="8484"/>
          <ac:spMkLst>
            <pc:docMk/>
            <pc:sldMk cId="1581488708" sldId="635"/>
            <ac:spMk id="2" creationId="{ECFCCDE7-FC34-D6E3-B38B-B7166B2EBD15}"/>
          </ac:spMkLst>
        </pc:spChg>
      </pc:sldChg>
      <pc:sldChg chg="modSp add ord replId">
        <pc:chgData name="faik bilgen" userId="9fcb1696e65a161f" providerId="LiveId" clId="{0C3A4C9E-717D-4ADE-97E0-B0AD580B3355}" dt="2026-04-29T07:31:50.466" v="8485"/>
        <pc:sldMkLst>
          <pc:docMk/>
          <pc:sldMk cId="1762424880" sldId="636"/>
        </pc:sldMkLst>
        <pc:spChg chg="mod">
          <ac:chgData name="faik bilgen" userId="9fcb1696e65a161f" providerId="LiveId" clId="{0C3A4C9E-717D-4ADE-97E0-B0AD580B3355}" dt="2026-04-29T07:31:50.466" v="8485"/>
          <ac:spMkLst>
            <pc:docMk/>
            <pc:sldMk cId="1762424880" sldId="636"/>
            <ac:spMk id="2" creationId="{FA548509-7594-2D95-6D03-54BC952A9692}"/>
          </ac:spMkLst>
        </pc:spChg>
      </pc:sldChg>
      <pc:sldChg chg="modSp add ord replId">
        <pc:chgData name="faik bilgen" userId="9fcb1696e65a161f" providerId="LiveId" clId="{0C3A4C9E-717D-4ADE-97E0-B0AD580B3355}" dt="2026-04-29T07:32:01.259" v="8486"/>
        <pc:sldMkLst>
          <pc:docMk/>
          <pc:sldMk cId="55360172" sldId="637"/>
        </pc:sldMkLst>
        <pc:spChg chg="mod">
          <ac:chgData name="faik bilgen" userId="9fcb1696e65a161f" providerId="LiveId" clId="{0C3A4C9E-717D-4ADE-97E0-B0AD580B3355}" dt="2026-04-29T07:32:01.259" v="8486"/>
          <ac:spMkLst>
            <pc:docMk/>
            <pc:sldMk cId="55360172" sldId="637"/>
            <ac:spMk id="2" creationId="{743205A7-A52F-361B-167A-A8A2DBAF0988}"/>
          </ac:spMkLst>
        </pc:spChg>
      </pc:sldChg>
      <pc:sldChg chg="modSp add">
        <pc:chgData name="faik bilgen" userId="9fcb1696e65a161f" providerId="LiveId" clId="{0C3A4C9E-717D-4ADE-97E0-B0AD580B3355}" dt="2026-04-29T07:32:12.437" v="8487"/>
        <pc:sldMkLst>
          <pc:docMk/>
          <pc:sldMk cId="2133842677" sldId="638"/>
        </pc:sldMkLst>
        <pc:spChg chg="mod">
          <ac:chgData name="faik bilgen" userId="9fcb1696e65a161f" providerId="LiveId" clId="{0C3A4C9E-717D-4ADE-97E0-B0AD580B3355}" dt="2026-04-29T07:32:12.437" v="8487"/>
          <ac:spMkLst>
            <pc:docMk/>
            <pc:sldMk cId="2133842677" sldId="638"/>
            <ac:spMk id="2" creationId="{E9BAAE7D-2BF8-8B0A-9A7D-BA5FEC4ACDF5}"/>
          </ac:spMkLst>
        </pc:spChg>
      </pc:sldChg>
      <pc:sldChg chg="modSp add ord">
        <pc:chgData name="faik bilgen" userId="9fcb1696e65a161f" providerId="LiveId" clId="{0C3A4C9E-717D-4ADE-97E0-B0AD580B3355}" dt="2026-04-29T07:32:59.449" v="8491"/>
        <pc:sldMkLst>
          <pc:docMk/>
          <pc:sldMk cId="3088279654" sldId="639"/>
        </pc:sldMkLst>
        <pc:spChg chg="mod">
          <ac:chgData name="faik bilgen" userId="9fcb1696e65a161f" providerId="LiveId" clId="{0C3A4C9E-717D-4ADE-97E0-B0AD580B3355}" dt="2026-04-29T07:32:59.449" v="8491"/>
          <ac:spMkLst>
            <pc:docMk/>
            <pc:sldMk cId="3088279654" sldId="639"/>
            <ac:spMk id="2" creationId="{D17D0087-3DC4-7145-FCC7-C410ECEE5464}"/>
          </ac:spMkLst>
        </pc:spChg>
      </pc:sldChg>
      <pc:sldChg chg="modSp add">
        <pc:chgData name="faik bilgen" userId="9fcb1696e65a161f" providerId="LiveId" clId="{0C3A4C9E-717D-4ADE-97E0-B0AD580B3355}" dt="2026-04-29T07:33:13.345" v="8493"/>
        <pc:sldMkLst>
          <pc:docMk/>
          <pc:sldMk cId="2823200040" sldId="640"/>
        </pc:sldMkLst>
        <pc:spChg chg="mod">
          <ac:chgData name="faik bilgen" userId="9fcb1696e65a161f" providerId="LiveId" clId="{0C3A4C9E-717D-4ADE-97E0-B0AD580B3355}" dt="2026-04-29T07:33:13.345" v="8493"/>
          <ac:spMkLst>
            <pc:docMk/>
            <pc:sldMk cId="2823200040" sldId="640"/>
            <ac:spMk id="2" creationId="{79632B8C-9528-75A6-BDF1-63BF742099A9}"/>
          </ac:spMkLst>
        </pc:spChg>
      </pc:sldChg>
      <pc:sldChg chg="modSp add ord">
        <pc:chgData name="faik bilgen" userId="9fcb1696e65a161f" providerId="LiveId" clId="{0C3A4C9E-717D-4ADE-97E0-B0AD580B3355}" dt="2026-04-29T07:33:43.841" v="8497"/>
        <pc:sldMkLst>
          <pc:docMk/>
          <pc:sldMk cId="1905238908" sldId="641"/>
        </pc:sldMkLst>
        <pc:spChg chg="mod">
          <ac:chgData name="faik bilgen" userId="9fcb1696e65a161f" providerId="LiveId" clId="{0C3A4C9E-717D-4ADE-97E0-B0AD580B3355}" dt="2026-04-29T07:33:43.841" v="8497"/>
          <ac:spMkLst>
            <pc:docMk/>
            <pc:sldMk cId="1905238908" sldId="641"/>
            <ac:spMk id="2" creationId="{8D7CF12B-629F-0249-919F-CE00C5EEC8BE}"/>
          </ac:spMkLst>
        </pc:spChg>
      </pc:sldChg>
      <pc:sldChg chg="modSp add ord replId">
        <pc:chgData name="faik bilgen" userId="9fcb1696e65a161f" providerId="LiveId" clId="{0C3A4C9E-717D-4ADE-97E0-B0AD580B3355}" dt="2026-04-29T07:33:54.997" v="8498"/>
        <pc:sldMkLst>
          <pc:docMk/>
          <pc:sldMk cId="1450472644" sldId="642"/>
        </pc:sldMkLst>
        <pc:spChg chg="mod">
          <ac:chgData name="faik bilgen" userId="9fcb1696e65a161f" providerId="LiveId" clId="{0C3A4C9E-717D-4ADE-97E0-B0AD580B3355}" dt="2026-04-29T07:33:54.997" v="8498"/>
          <ac:spMkLst>
            <pc:docMk/>
            <pc:sldMk cId="1450472644" sldId="642"/>
            <ac:spMk id="2" creationId="{3EBB3EEA-2DA9-1FA8-8245-E0EB9CDD7DEA}"/>
          </ac:spMkLst>
        </pc:spChg>
      </pc:sldChg>
      <pc:sldChg chg="modSp add ord replId">
        <pc:chgData name="faik bilgen" userId="9fcb1696e65a161f" providerId="LiveId" clId="{0C3A4C9E-717D-4ADE-97E0-B0AD580B3355}" dt="2026-04-29T07:34:04.792" v="8499"/>
        <pc:sldMkLst>
          <pc:docMk/>
          <pc:sldMk cId="1754716220" sldId="643"/>
        </pc:sldMkLst>
        <pc:spChg chg="mod">
          <ac:chgData name="faik bilgen" userId="9fcb1696e65a161f" providerId="LiveId" clId="{0C3A4C9E-717D-4ADE-97E0-B0AD580B3355}" dt="2026-04-29T07:34:04.792" v="8499"/>
          <ac:spMkLst>
            <pc:docMk/>
            <pc:sldMk cId="1754716220" sldId="643"/>
            <ac:spMk id="2" creationId="{E3118D49-EAF3-D11E-05A7-3043EBEA15F8}"/>
          </ac:spMkLst>
        </pc:spChg>
      </pc:sldChg>
      <pc:sldChg chg="modSp add ord">
        <pc:chgData name="faik bilgen" userId="9fcb1696e65a161f" providerId="LiveId" clId="{0C3A4C9E-717D-4ADE-97E0-B0AD580B3355}" dt="2026-04-29T07:34:44.516" v="8503"/>
        <pc:sldMkLst>
          <pc:docMk/>
          <pc:sldMk cId="3126827673" sldId="644"/>
        </pc:sldMkLst>
        <pc:spChg chg="mod">
          <ac:chgData name="faik bilgen" userId="9fcb1696e65a161f" providerId="LiveId" clId="{0C3A4C9E-717D-4ADE-97E0-B0AD580B3355}" dt="2026-04-29T07:34:44.516" v="8503"/>
          <ac:spMkLst>
            <pc:docMk/>
            <pc:sldMk cId="3126827673" sldId="644"/>
            <ac:spMk id="2" creationId="{5A36DFA1-D3D5-1E59-6F51-96F974945BF1}"/>
          </ac:spMkLst>
        </pc:spChg>
      </pc:sldChg>
      <pc:sldChg chg="modSp add ord">
        <pc:chgData name="faik bilgen" userId="9fcb1696e65a161f" providerId="LiveId" clId="{0C3A4C9E-717D-4ADE-97E0-B0AD580B3355}" dt="2026-04-29T07:35:30.305" v="8510"/>
        <pc:sldMkLst>
          <pc:docMk/>
          <pc:sldMk cId="3039160318" sldId="645"/>
        </pc:sldMkLst>
        <pc:spChg chg="mod">
          <ac:chgData name="faik bilgen" userId="9fcb1696e65a161f" providerId="LiveId" clId="{0C3A4C9E-717D-4ADE-97E0-B0AD580B3355}" dt="2026-04-29T07:35:30.305" v="8510"/>
          <ac:spMkLst>
            <pc:docMk/>
            <pc:sldMk cId="3039160318" sldId="645"/>
            <ac:spMk id="2" creationId="{E1A03FE0-D846-98BC-EC5F-CFC51E226612}"/>
          </ac:spMkLst>
        </pc:spChg>
      </pc:sldChg>
      <pc:sldChg chg="modSp add ord replId">
        <pc:chgData name="faik bilgen" userId="9fcb1696e65a161f" providerId="LiveId" clId="{0C3A4C9E-717D-4ADE-97E0-B0AD580B3355}" dt="2026-04-29T07:35:40.601" v="8511"/>
        <pc:sldMkLst>
          <pc:docMk/>
          <pc:sldMk cId="3164049697" sldId="646"/>
        </pc:sldMkLst>
        <pc:spChg chg="mod">
          <ac:chgData name="faik bilgen" userId="9fcb1696e65a161f" providerId="LiveId" clId="{0C3A4C9E-717D-4ADE-97E0-B0AD580B3355}" dt="2026-04-29T07:35:40.601" v="8511"/>
          <ac:spMkLst>
            <pc:docMk/>
            <pc:sldMk cId="3164049697" sldId="646"/>
            <ac:spMk id="2" creationId="{7D47C9FB-45F3-C11E-F31A-8125586C657D}"/>
          </ac:spMkLst>
        </pc:spChg>
      </pc:sldChg>
      <pc:sldChg chg="modSp add ord replId">
        <pc:chgData name="faik bilgen" userId="9fcb1696e65a161f" providerId="LiveId" clId="{0C3A4C9E-717D-4ADE-97E0-B0AD580B3355}" dt="2026-04-29T07:35:52.883" v="8512"/>
        <pc:sldMkLst>
          <pc:docMk/>
          <pc:sldMk cId="3082554397" sldId="647"/>
        </pc:sldMkLst>
        <pc:spChg chg="mod">
          <ac:chgData name="faik bilgen" userId="9fcb1696e65a161f" providerId="LiveId" clId="{0C3A4C9E-717D-4ADE-97E0-B0AD580B3355}" dt="2026-04-29T07:35:52.883" v="8512"/>
          <ac:spMkLst>
            <pc:docMk/>
            <pc:sldMk cId="3082554397" sldId="647"/>
            <ac:spMk id="2" creationId="{F909E726-6BC9-225F-4A59-82DED49BE5B7}"/>
          </ac:spMkLst>
        </pc:spChg>
      </pc:sldChg>
      <pc:sldChg chg="modSp add">
        <pc:chgData name="faik bilgen" userId="9fcb1696e65a161f" providerId="LiveId" clId="{0C3A4C9E-717D-4ADE-97E0-B0AD580B3355}" dt="2026-04-29T07:36:05.484" v="8513"/>
        <pc:sldMkLst>
          <pc:docMk/>
          <pc:sldMk cId="1663147489" sldId="648"/>
        </pc:sldMkLst>
        <pc:spChg chg="mod">
          <ac:chgData name="faik bilgen" userId="9fcb1696e65a161f" providerId="LiveId" clId="{0C3A4C9E-717D-4ADE-97E0-B0AD580B3355}" dt="2026-04-29T07:36:05.484" v="8513"/>
          <ac:spMkLst>
            <pc:docMk/>
            <pc:sldMk cId="1663147489" sldId="648"/>
            <ac:spMk id="2" creationId="{5D4D478E-319F-4CF6-B671-0F2C15D80982}"/>
          </ac:spMkLst>
        </pc:spChg>
      </pc:sldChg>
      <pc:sldChg chg="modSp add replId">
        <pc:chgData name="faik bilgen" userId="9fcb1696e65a161f" providerId="LiveId" clId="{0C3A4C9E-717D-4ADE-97E0-B0AD580B3355}" dt="2026-04-29T07:36:16.732" v="8514"/>
        <pc:sldMkLst>
          <pc:docMk/>
          <pc:sldMk cId="3117169201" sldId="649"/>
        </pc:sldMkLst>
        <pc:spChg chg="mod">
          <ac:chgData name="faik bilgen" userId="9fcb1696e65a161f" providerId="LiveId" clId="{0C3A4C9E-717D-4ADE-97E0-B0AD580B3355}" dt="2026-04-29T07:36:16.732" v="8514"/>
          <ac:spMkLst>
            <pc:docMk/>
            <pc:sldMk cId="3117169201" sldId="649"/>
            <ac:spMk id="2" creationId="{362B16DF-7C29-98AE-3BF4-1D80005E5A9A}"/>
          </ac:spMkLst>
        </pc:spChg>
      </pc:sldChg>
      <pc:sldChg chg="modSp add replId">
        <pc:chgData name="faik bilgen" userId="9fcb1696e65a161f" providerId="LiveId" clId="{0C3A4C9E-717D-4ADE-97E0-B0AD580B3355}" dt="2026-04-29T07:36:27.717" v="8515"/>
        <pc:sldMkLst>
          <pc:docMk/>
          <pc:sldMk cId="2558311550" sldId="650"/>
        </pc:sldMkLst>
        <pc:spChg chg="mod">
          <ac:chgData name="faik bilgen" userId="9fcb1696e65a161f" providerId="LiveId" clId="{0C3A4C9E-717D-4ADE-97E0-B0AD580B3355}" dt="2026-04-29T07:36:27.717" v="8515"/>
          <ac:spMkLst>
            <pc:docMk/>
            <pc:sldMk cId="2558311550" sldId="650"/>
            <ac:spMk id="2" creationId="{08CBB266-A5C5-7DFF-3430-0B50C61C0B82}"/>
          </ac:spMkLst>
        </pc:spChg>
      </pc:sldChg>
      <pc:sldChg chg="modSp add">
        <pc:chgData name="faik bilgen" userId="9fcb1696e65a161f" providerId="LiveId" clId="{0C3A4C9E-717D-4ADE-97E0-B0AD580B3355}" dt="2026-04-29T07:36:38.711" v="8516"/>
        <pc:sldMkLst>
          <pc:docMk/>
          <pc:sldMk cId="1647748142" sldId="651"/>
        </pc:sldMkLst>
        <pc:spChg chg="mod">
          <ac:chgData name="faik bilgen" userId="9fcb1696e65a161f" providerId="LiveId" clId="{0C3A4C9E-717D-4ADE-97E0-B0AD580B3355}" dt="2026-04-29T07:36:38.711" v="8516"/>
          <ac:spMkLst>
            <pc:docMk/>
            <pc:sldMk cId="1647748142" sldId="651"/>
            <ac:spMk id="2" creationId="{4CC16A51-85E0-D858-D9C6-97B73FCF0531}"/>
          </ac:spMkLst>
        </pc:spChg>
      </pc:sldChg>
      <pc:sldChg chg="modSp add replId">
        <pc:chgData name="faik bilgen" userId="9fcb1696e65a161f" providerId="LiveId" clId="{0C3A4C9E-717D-4ADE-97E0-B0AD580B3355}" dt="2026-04-29T07:36:49.299" v="8517"/>
        <pc:sldMkLst>
          <pc:docMk/>
          <pc:sldMk cId="4072215941" sldId="652"/>
        </pc:sldMkLst>
        <pc:spChg chg="mod">
          <ac:chgData name="faik bilgen" userId="9fcb1696e65a161f" providerId="LiveId" clId="{0C3A4C9E-717D-4ADE-97E0-B0AD580B3355}" dt="2026-04-29T07:36:49.299" v="8517"/>
          <ac:spMkLst>
            <pc:docMk/>
            <pc:sldMk cId="4072215941" sldId="652"/>
            <ac:spMk id="2" creationId="{FC803AAD-19C4-E856-1B5A-6BEEE1E07196}"/>
          </ac:spMkLst>
        </pc:spChg>
      </pc:sldChg>
      <pc:sldChg chg="modSp add replId">
        <pc:chgData name="faik bilgen" userId="9fcb1696e65a161f" providerId="LiveId" clId="{0C3A4C9E-717D-4ADE-97E0-B0AD580B3355}" dt="2026-04-29T07:37:00.063" v="8518"/>
        <pc:sldMkLst>
          <pc:docMk/>
          <pc:sldMk cId="2131509237" sldId="653"/>
        </pc:sldMkLst>
        <pc:spChg chg="mod">
          <ac:chgData name="faik bilgen" userId="9fcb1696e65a161f" providerId="LiveId" clId="{0C3A4C9E-717D-4ADE-97E0-B0AD580B3355}" dt="2026-04-29T07:37:00.063" v="8518"/>
          <ac:spMkLst>
            <pc:docMk/>
            <pc:sldMk cId="2131509237" sldId="653"/>
            <ac:spMk id="2" creationId="{EE89C290-BCA4-D008-439E-2E1907591A35}"/>
          </ac:spMkLst>
        </pc:spChg>
      </pc:sldChg>
      <pc:sldChg chg="modSp add">
        <pc:chgData name="faik bilgen" userId="9fcb1696e65a161f" providerId="LiveId" clId="{0C3A4C9E-717D-4ADE-97E0-B0AD580B3355}" dt="2026-04-29T07:37:10.418" v="8519"/>
        <pc:sldMkLst>
          <pc:docMk/>
          <pc:sldMk cId="557440437" sldId="654"/>
        </pc:sldMkLst>
        <pc:spChg chg="mod">
          <ac:chgData name="faik bilgen" userId="9fcb1696e65a161f" providerId="LiveId" clId="{0C3A4C9E-717D-4ADE-97E0-B0AD580B3355}" dt="2026-04-29T07:37:10.418" v="8519"/>
          <ac:spMkLst>
            <pc:docMk/>
            <pc:sldMk cId="557440437" sldId="654"/>
            <ac:spMk id="2" creationId="{6C4DC411-1CCB-E256-C667-EDEFC9B6041C}"/>
          </ac:spMkLst>
        </pc:spChg>
      </pc:sldChg>
      <pc:sldChg chg="addSp delSp modSp add mod">
        <pc:chgData name="faik bilgen" userId="9fcb1696e65a161f" providerId="LiveId" clId="{0C3A4C9E-717D-4ADE-97E0-B0AD580B3355}" dt="2026-04-29T08:26:29.828" v="8554" actId="14100"/>
        <pc:sldMkLst>
          <pc:docMk/>
          <pc:sldMk cId="1498166741" sldId="655"/>
        </pc:sldMkLst>
        <pc:spChg chg="mod">
          <ac:chgData name="faik bilgen" userId="9fcb1696e65a161f" providerId="LiveId" clId="{0C3A4C9E-717D-4ADE-97E0-B0AD580B3355}" dt="2026-04-29T08:26:29.828" v="8554" actId="14100"/>
          <ac:spMkLst>
            <pc:docMk/>
            <pc:sldMk cId="1498166741" sldId="655"/>
            <ac:spMk id="2" creationId="{CEB90372-91AF-E6C1-2A43-FC378BA5CA88}"/>
          </ac:spMkLst>
        </pc:spChg>
        <pc:spChg chg="add mod">
          <ac:chgData name="faik bilgen" userId="9fcb1696e65a161f" providerId="LiveId" clId="{0C3A4C9E-717D-4ADE-97E0-B0AD580B3355}" dt="2026-04-29T07:48:32.324" v="8549" actId="403"/>
          <ac:spMkLst>
            <pc:docMk/>
            <pc:sldMk cId="1498166741" sldId="655"/>
            <ac:spMk id="5" creationId="{E6C2C521-7819-8D94-4DE5-A99AA79A2678}"/>
          </ac:spMkLst>
        </pc:spChg>
      </pc:sldChg>
      <pc:sldChg chg="modSp add mod">
        <pc:chgData name="faik bilgen" userId="9fcb1696e65a161f" providerId="LiveId" clId="{0C3A4C9E-717D-4ADE-97E0-B0AD580B3355}" dt="2026-04-29T08:28:33.660" v="8560" actId="113"/>
        <pc:sldMkLst>
          <pc:docMk/>
          <pc:sldMk cId="32284726" sldId="656"/>
        </pc:sldMkLst>
        <pc:spChg chg="mod">
          <ac:chgData name="faik bilgen" userId="9fcb1696e65a161f" providerId="LiveId" clId="{0C3A4C9E-717D-4ADE-97E0-B0AD580B3355}" dt="2026-04-29T08:26:21.934" v="8553" actId="27636"/>
          <ac:spMkLst>
            <pc:docMk/>
            <pc:sldMk cId="32284726" sldId="656"/>
            <ac:spMk id="2" creationId="{497023D8-D40C-A1E6-01EA-919A56A2548B}"/>
          </ac:spMkLst>
        </pc:spChg>
        <pc:spChg chg="mod">
          <ac:chgData name="faik bilgen" userId="9fcb1696e65a161f" providerId="LiveId" clId="{0C3A4C9E-717D-4ADE-97E0-B0AD580B3355}" dt="2026-04-29T08:28:33.660" v="8560" actId="113"/>
          <ac:spMkLst>
            <pc:docMk/>
            <pc:sldMk cId="32284726" sldId="656"/>
            <ac:spMk id="5" creationId="{CF24B04E-457A-5093-0100-0B8E8781B977}"/>
          </ac:spMkLst>
        </pc:spChg>
      </pc:sldChg>
      <pc:sldChg chg="modSp add mod">
        <pc:chgData name="faik bilgen" userId="9fcb1696e65a161f" providerId="LiveId" clId="{0C3A4C9E-717D-4ADE-97E0-B0AD580B3355}" dt="2026-04-29T08:29:43.595" v="8568" actId="20577"/>
        <pc:sldMkLst>
          <pc:docMk/>
          <pc:sldMk cId="3278751476" sldId="657"/>
        </pc:sldMkLst>
        <pc:spChg chg="mod">
          <ac:chgData name="faik bilgen" userId="9fcb1696e65a161f" providerId="LiveId" clId="{0C3A4C9E-717D-4ADE-97E0-B0AD580B3355}" dt="2026-04-29T08:29:03.264" v="8564" actId="14100"/>
          <ac:spMkLst>
            <pc:docMk/>
            <pc:sldMk cId="3278751476" sldId="657"/>
            <ac:spMk id="2" creationId="{57C28A96-0E7B-26DB-720B-0DC61655EA49}"/>
          </ac:spMkLst>
        </pc:spChg>
        <pc:spChg chg="mod">
          <ac:chgData name="faik bilgen" userId="9fcb1696e65a161f" providerId="LiveId" clId="{0C3A4C9E-717D-4ADE-97E0-B0AD580B3355}" dt="2026-04-29T08:29:43.595" v="8568" actId="20577"/>
          <ac:spMkLst>
            <pc:docMk/>
            <pc:sldMk cId="3278751476" sldId="657"/>
            <ac:spMk id="5" creationId="{5A92C375-AB5E-95D6-DC1B-8839F14BD249}"/>
          </ac:spMkLst>
        </pc:spChg>
      </pc:sldChg>
      <pc:sldChg chg="modSp add mod">
        <pc:chgData name="faik bilgen" userId="9fcb1696e65a161f" providerId="LiveId" clId="{0C3A4C9E-717D-4ADE-97E0-B0AD580B3355}" dt="2026-04-29T08:31:00.475" v="8574" actId="113"/>
        <pc:sldMkLst>
          <pc:docMk/>
          <pc:sldMk cId="527065273" sldId="658"/>
        </pc:sldMkLst>
        <pc:spChg chg="mod">
          <ac:chgData name="faik bilgen" userId="9fcb1696e65a161f" providerId="LiveId" clId="{0C3A4C9E-717D-4ADE-97E0-B0AD580B3355}" dt="2026-04-29T08:30:05.056" v="8571" actId="27636"/>
          <ac:spMkLst>
            <pc:docMk/>
            <pc:sldMk cId="527065273" sldId="658"/>
            <ac:spMk id="2" creationId="{1972CCC1-B518-9764-4D16-DBFBA1138A24}"/>
          </ac:spMkLst>
        </pc:spChg>
        <pc:spChg chg="mod">
          <ac:chgData name="faik bilgen" userId="9fcb1696e65a161f" providerId="LiveId" clId="{0C3A4C9E-717D-4ADE-97E0-B0AD580B3355}" dt="2026-04-29T08:31:00.475" v="8574" actId="113"/>
          <ac:spMkLst>
            <pc:docMk/>
            <pc:sldMk cId="527065273" sldId="658"/>
            <ac:spMk id="5" creationId="{8371F023-ABBB-C57A-97E1-AC9B152E4C84}"/>
          </ac:spMkLst>
        </pc:spChg>
      </pc:sldChg>
      <pc:sldChg chg="modSp add mod">
        <pc:chgData name="faik bilgen" userId="9fcb1696e65a161f" providerId="LiveId" clId="{0C3A4C9E-717D-4ADE-97E0-B0AD580B3355}" dt="2026-04-29T08:32:13.929" v="8579" actId="20577"/>
        <pc:sldMkLst>
          <pc:docMk/>
          <pc:sldMk cId="3522593788" sldId="659"/>
        </pc:sldMkLst>
        <pc:spChg chg="mod">
          <ac:chgData name="faik bilgen" userId="9fcb1696e65a161f" providerId="LiveId" clId="{0C3A4C9E-717D-4ADE-97E0-B0AD580B3355}" dt="2026-04-29T08:31:41.764" v="8576"/>
          <ac:spMkLst>
            <pc:docMk/>
            <pc:sldMk cId="3522593788" sldId="659"/>
            <ac:spMk id="2" creationId="{8D1523C7-AA75-8693-09E7-D054130E2AA8}"/>
          </ac:spMkLst>
        </pc:spChg>
        <pc:spChg chg="mod">
          <ac:chgData name="faik bilgen" userId="9fcb1696e65a161f" providerId="LiveId" clId="{0C3A4C9E-717D-4ADE-97E0-B0AD580B3355}" dt="2026-04-29T08:32:13.929" v="8579" actId="20577"/>
          <ac:spMkLst>
            <pc:docMk/>
            <pc:sldMk cId="3522593788" sldId="659"/>
            <ac:spMk id="5" creationId="{6201A605-6B15-3A1F-9F0D-C2CA1817CCAF}"/>
          </ac:spMkLst>
        </pc:spChg>
      </pc:sldChg>
      <pc:sldChg chg="modSp add mod ord modNotesTx">
        <pc:chgData name="faik bilgen" userId="9fcb1696e65a161f" providerId="LiveId" clId="{0C3A4C9E-717D-4ADE-97E0-B0AD580B3355}" dt="2026-05-02T05:50:33.142" v="8629" actId="20577"/>
        <pc:sldMkLst>
          <pc:docMk/>
          <pc:sldMk cId="4249360109" sldId="660"/>
        </pc:sldMkLst>
        <pc:spChg chg="mod">
          <ac:chgData name="faik bilgen" userId="9fcb1696e65a161f" providerId="LiveId" clId="{0C3A4C9E-717D-4ADE-97E0-B0AD580B3355}" dt="2026-05-01T10:30:20.032" v="8613" actId="20577"/>
          <ac:spMkLst>
            <pc:docMk/>
            <pc:sldMk cId="4249360109" sldId="660"/>
            <ac:spMk id="3" creationId="{09393919-908B-35E6-424E-529497964E42}"/>
          </ac:spMkLst>
        </pc:spChg>
      </pc:sldChg>
      <pc:sldChg chg="modSp add mod">
        <pc:chgData name="faik bilgen" userId="9fcb1696e65a161f" providerId="LiveId" clId="{0C3A4C9E-717D-4ADE-97E0-B0AD580B3355}" dt="2026-05-02T06:00:36.339" v="8663" actId="6549"/>
        <pc:sldMkLst>
          <pc:docMk/>
          <pc:sldMk cId="3232768273" sldId="661"/>
        </pc:sldMkLst>
        <pc:spChg chg="mod">
          <ac:chgData name="faik bilgen" userId="9fcb1696e65a161f" providerId="LiveId" clId="{0C3A4C9E-717D-4ADE-97E0-B0AD580B3355}" dt="2026-05-02T06:00:36.339" v="8663" actId="6549"/>
          <ac:spMkLst>
            <pc:docMk/>
            <pc:sldMk cId="3232768273" sldId="661"/>
            <ac:spMk id="5" creationId="{D109748D-E595-2CAC-BA3F-8C2C7BB4685F}"/>
          </ac:spMkLst>
        </pc:spChg>
      </pc:sldChg>
      <pc:sldChg chg="addSp delSp modSp add mod">
        <pc:chgData name="faik bilgen" userId="9fcb1696e65a161f" providerId="LiveId" clId="{0C3A4C9E-717D-4ADE-97E0-B0AD580B3355}" dt="2026-05-02T06:03:00.346" v="8670" actId="1076"/>
        <pc:sldMkLst>
          <pc:docMk/>
          <pc:sldMk cId="3829135878" sldId="662"/>
        </pc:sldMkLst>
        <pc:spChg chg="del">
          <ac:chgData name="faik bilgen" userId="9fcb1696e65a161f" providerId="LiveId" clId="{0C3A4C9E-717D-4ADE-97E0-B0AD580B3355}" dt="2026-05-02T06:01:28.745" v="8666" actId="478"/>
          <ac:spMkLst>
            <pc:docMk/>
            <pc:sldMk cId="3829135878" sldId="662"/>
            <ac:spMk id="5" creationId="{8CA38DA9-50DB-8914-2432-83BBAE7D7121}"/>
          </ac:spMkLst>
        </pc:spChg>
        <pc:picChg chg="add mod">
          <ac:chgData name="faik bilgen" userId="9fcb1696e65a161f" providerId="LiveId" clId="{0C3A4C9E-717D-4ADE-97E0-B0AD580B3355}" dt="2026-05-02T06:02:14.213" v="8668" actId="1076"/>
          <ac:picMkLst>
            <pc:docMk/>
            <pc:sldMk cId="3829135878" sldId="662"/>
            <ac:picMk id="4" creationId="{4BFFF2A6-7F0B-29F4-7B63-B2E3894CA9BC}"/>
          </ac:picMkLst>
        </pc:picChg>
        <pc:picChg chg="add mod">
          <ac:chgData name="faik bilgen" userId="9fcb1696e65a161f" providerId="LiveId" clId="{0C3A4C9E-717D-4ADE-97E0-B0AD580B3355}" dt="2026-05-02T06:03:00.346" v="8670" actId="1076"/>
          <ac:picMkLst>
            <pc:docMk/>
            <pc:sldMk cId="3829135878" sldId="662"/>
            <ac:picMk id="7" creationId="{A67D5F02-9AA9-1A84-62B8-0EB0E8997C14}"/>
          </ac:picMkLst>
        </pc:picChg>
      </pc:sldChg>
      <pc:sldChg chg="add">
        <pc:chgData name="faik bilgen" userId="9fcb1696e65a161f" providerId="LiveId" clId="{0C3A4C9E-717D-4ADE-97E0-B0AD580B3355}" dt="2026-05-02T06:07:45.769" v="8671" actId="2890"/>
        <pc:sldMkLst>
          <pc:docMk/>
          <pc:sldMk cId="2065292711" sldId="663"/>
        </pc:sldMkLst>
      </pc:sldChg>
      <pc:sldChg chg="addSp delSp modSp add mod ord">
        <pc:chgData name="faik bilgen" userId="9fcb1696e65a161f" providerId="LiveId" clId="{0C3A4C9E-717D-4ADE-97E0-B0AD580B3355}" dt="2026-05-02T12:36:46.674" v="8767"/>
        <pc:sldMkLst>
          <pc:docMk/>
          <pc:sldMk cId="3061869164" sldId="664"/>
        </pc:sldMkLst>
        <pc:spChg chg="mod">
          <ac:chgData name="faik bilgen" userId="9fcb1696e65a161f" providerId="LiveId" clId="{0C3A4C9E-717D-4ADE-97E0-B0AD580B3355}" dt="2026-05-02T12:36:46.674" v="8767"/>
          <ac:spMkLst>
            <pc:docMk/>
            <pc:sldMk cId="3061869164" sldId="664"/>
            <ac:spMk id="2" creationId="{B0D8E101-B1DF-6E0E-1B0D-6CE6384C9F45}"/>
          </ac:spMkLst>
        </pc:spChg>
        <pc:spChg chg="add mod">
          <ac:chgData name="faik bilgen" userId="9fcb1696e65a161f" providerId="LiveId" clId="{0C3A4C9E-717D-4ADE-97E0-B0AD580B3355}" dt="2026-05-02T06:20:13.243" v="8687" actId="1582"/>
          <ac:spMkLst>
            <pc:docMk/>
            <pc:sldMk cId="3061869164" sldId="664"/>
            <ac:spMk id="6" creationId="{F5EF5257-6445-4513-D7E7-8A155670FF18}"/>
          </ac:spMkLst>
        </pc:spChg>
        <pc:picChg chg="del">
          <ac:chgData name="faik bilgen" userId="9fcb1696e65a161f" providerId="LiveId" clId="{0C3A4C9E-717D-4ADE-97E0-B0AD580B3355}" dt="2026-05-02T06:18:24.870" v="8679" actId="478"/>
          <ac:picMkLst>
            <pc:docMk/>
            <pc:sldMk cId="3061869164" sldId="664"/>
            <ac:picMk id="4" creationId="{34D0B5F5-5CFC-69FC-4E80-45135B3373CE}"/>
          </ac:picMkLst>
        </pc:picChg>
        <pc:picChg chg="add mod">
          <ac:chgData name="faik bilgen" userId="9fcb1696e65a161f" providerId="LiveId" clId="{0C3A4C9E-717D-4ADE-97E0-B0AD580B3355}" dt="2026-05-02T06:19:30.304" v="8683" actId="34807"/>
          <ac:picMkLst>
            <pc:docMk/>
            <pc:sldMk cId="3061869164" sldId="664"/>
            <ac:picMk id="5" creationId="{8B996840-C5F9-3C30-0DFB-F9C05856F99C}"/>
          </ac:picMkLst>
        </pc:picChg>
        <pc:picChg chg="del">
          <ac:chgData name="faik bilgen" userId="9fcb1696e65a161f" providerId="LiveId" clId="{0C3A4C9E-717D-4ADE-97E0-B0AD580B3355}" dt="2026-05-02T06:18:22.942" v="8678" actId="478"/>
          <ac:picMkLst>
            <pc:docMk/>
            <pc:sldMk cId="3061869164" sldId="664"/>
            <ac:picMk id="7" creationId="{1B8A1D5C-5F03-A266-FA7F-4F3EF5E70704}"/>
          </ac:picMkLst>
        </pc:picChg>
        <pc:picChg chg="add mod">
          <ac:chgData name="faik bilgen" userId="9fcb1696e65a161f" providerId="LiveId" clId="{0C3A4C9E-717D-4ADE-97E0-B0AD580B3355}" dt="2026-05-02T06:20:59.315" v="8689" actId="1076"/>
          <ac:picMkLst>
            <pc:docMk/>
            <pc:sldMk cId="3061869164" sldId="664"/>
            <ac:picMk id="9" creationId="{0D1CA349-D5F7-C0F4-1391-BE9072DED22F}"/>
          </ac:picMkLst>
        </pc:picChg>
      </pc:sldChg>
      <pc:sldChg chg="addSp delSp modSp add mod ord">
        <pc:chgData name="faik bilgen" userId="9fcb1696e65a161f" providerId="LiveId" clId="{0C3A4C9E-717D-4ADE-97E0-B0AD580B3355}" dt="2026-05-02T13:57:13.679" v="8851"/>
        <pc:sldMkLst>
          <pc:docMk/>
          <pc:sldMk cId="1961258946" sldId="665"/>
        </pc:sldMkLst>
        <pc:picChg chg="del">
          <ac:chgData name="faik bilgen" userId="9fcb1696e65a161f" providerId="LiveId" clId="{0C3A4C9E-717D-4ADE-97E0-B0AD580B3355}" dt="2026-05-02T06:37:46.916" v="8692" actId="478"/>
          <ac:picMkLst>
            <pc:docMk/>
            <pc:sldMk cId="1961258946" sldId="665"/>
            <ac:picMk id="4" creationId="{6E163D29-673C-2BFA-4B6D-389DAAB2BB59}"/>
          </ac:picMkLst>
        </pc:picChg>
        <pc:picChg chg="add">
          <ac:chgData name="faik bilgen" userId="9fcb1696e65a161f" providerId="LiveId" clId="{0C3A4C9E-717D-4ADE-97E0-B0AD580B3355}" dt="2026-05-02T06:37:49.671" v="8693" actId="22"/>
          <ac:picMkLst>
            <pc:docMk/>
            <pc:sldMk cId="1961258946" sldId="665"/>
            <ac:picMk id="5" creationId="{6AFD4E03-ED17-09E0-10B3-CD839CBCDCEB}"/>
          </ac:picMkLst>
        </pc:picChg>
        <pc:picChg chg="del">
          <ac:chgData name="faik bilgen" userId="9fcb1696e65a161f" providerId="LiveId" clId="{0C3A4C9E-717D-4ADE-97E0-B0AD580B3355}" dt="2026-05-02T06:37:44.902" v="8691" actId="478"/>
          <ac:picMkLst>
            <pc:docMk/>
            <pc:sldMk cId="1961258946" sldId="665"/>
            <ac:picMk id="7" creationId="{6F75FCF5-A623-EFA3-23AE-7281547DE5E3}"/>
          </ac:picMkLst>
        </pc:picChg>
        <pc:picChg chg="add mod">
          <ac:chgData name="faik bilgen" userId="9fcb1696e65a161f" providerId="LiveId" clId="{0C3A4C9E-717D-4ADE-97E0-B0AD580B3355}" dt="2026-05-02T06:49:35.721" v="8695" actId="1076"/>
          <ac:picMkLst>
            <pc:docMk/>
            <pc:sldMk cId="1961258946" sldId="665"/>
            <ac:picMk id="8" creationId="{DE186D40-CF16-0B1D-E7A3-CA3D218664BF}"/>
          </ac:picMkLst>
        </pc:picChg>
      </pc:sldChg>
      <pc:sldChg chg="addSp delSp modSp add mod">
        <pc:chgData name="faik bilgen" userId="9fcb1696e65a161f" providerId="LiveId" clId="{0C3A4C9E-717D-4ADE-97E0-B0AD580B3355}" dt="2026-05-02T07:00:19.399" v="8702" actId="1076"/>
        <pc:sldMkLst>
          <pc:docMk/>
          <pc:sldMk cId="3333515769" sldId="666"/>
        </pc:sldMkLst>
        <pc:spChg chg="del mod">
          <ac:chgData name="faik bilgen" userId="9fcb1696e65a161f" providerId="LiveId" clId="{0C3A4C9E-717D-4ADE-97E0-B0AD580B3355}" dt="2026-05-02T06:57:59.848" v="8698" actId="478"/>
          <ac:spMkLst>
            <pc:docMk/>
            <pc:sldMk cId="3333515769" sldId="666"/>
            <ac:spMk id="5" creationId="{C969B474-7391-803C-8C98-DA25C5D6C94F}"/>
          </ac:spMkLst>
        </pc:spChg>
        <pc:picChg chg="add mod">
          <ac:chgData name="faik bilgen" userId="9fcb1696e65a161f" providerId="LiveId" clId="{0C3A4C9E-717D-4ADE-97E0-B0AD580B3355}" dt="2026-05-02T07:00:19.399" v="8702" actId="1076"/>
          <ac:picMkLst>
            <pc:docMk/>
            <pc:sldMk cId="3333515769" sldId="666"/>
            <ac:picMk id="4" creationId="{37E30C36-56E7-954E-1CD5-A04E4514A400}"/>
          </ac:picMkLst>
        </pc:picChg>
      </pc:sldChg>
      <pc:sldChg chg="addSp delSp modSp add mod">
        <pc:chgData name="faik bilgen" userId="9fcb1696e65a161f" providerId="LiveId" clId="{0C3A4C9E-717D-4ADE-97E0-B0AD580B3355}" dt="2026-05-02T12:13:20.678" v="8712" actId="1076"/>
        <pc:sldMkLst>
          <pc:docMk/>
          <pc:sldMk cId="355811150" sldId="667"/>
        </pc:sldMkLst>
        <pc:spChg chg="del">
          <ac:chgData name="faik bilgen" userId="9fcb1696e65a161f" providerId="LiveId" clId="{0C3A4C9E-717D-4ADE-97E0-B0AD580B3355}" dt="2026-05-02T12:13:06.132" v="8709" actId="478"/>
          <ac:spMkLst>
            <pc:docMk/>
            <pc:sldMk cId="355811150" sldId="667"/>
            <ac:spMk id="5" creationId="{C8C8E293-0A17-124A-3F6E-7706C3B0702D}"/>
          </ac:spMkLst>
        </pc:spChg>
        <pc:picChg chg="add mod">
          <ac:chgData name="faik bilgen" userId="9fcb1696e65a161f" providerId="LiveId" clId="{0C3A4C9E-717D-4ADE-97E0-B0AD580B3355}" dt="2026-05-02T12:13:20.678" v="8712" actId="1076"/>
          <ac:picMkLst>
            <pc:docMk/>
            <pc:sldMk cId="355811150" sldId="667"/>
            <ac:picMk id="3" creationId="{188C1C36-20EB-3D36-0AAD-027FF607BED7}"/>
          </ac:picMkLst>
        </pc:picChg>
      </pc:sldChg>
      <pc:sldChg chg="add">
        <pc:chgData name="faik bilgen" userId="9fcb1696e65a161f" providerId="LiveId" clId="{0C3A4C9E-717D-4ADE-97E0-B0AD580B3355}" dt="2026-05-02T12:36:56.316" v="8768" actId="2890"/>
        <pc:sldMkLst>
          <pc:docMk/>
          <pc:sldMk cId="1198856220" sldId="668"/>
        </pc:sldMkLst>
      </pc:sldChg>
      <pc:sldChg chg="addSp delSp modSp add mod">
        <pc:chgData name="faik bilgen" userId="9fcb1696e65a161f" providerId="LiveId" clId="{0C3A4C9E-717D-4ADE-97E0-B0AD580B3355}" dt="2026-05-02T12:41:35.341" v="8783" actId="1582"/>
        <pc:sldMkLst>
          <pc:docMk/>
          <pc:sldMk cId="675808312" sldId="669"/>
        </pc:sldMkLst>
        <pc:spChg chg="del">
          <ac:chgData name="faik bilgen" userId="9fcb1696e65a161f" providerId="LiveId" clId="{0C3A4C9E-717D-4ADE-97E0-B0AD580B3355}" dt="2026-05-02T12:37:27.650" v="8772" actId="478"/>
          <ac:spMkLst>
            <pc:docMk/>
            <pc:sldMk cId="675808312" sldId="669"/>
            <ac:spMk id="6" creationId="{E8A7F9A4-8AF6-AF68-1103-A1C8F4862027}"/>
          </ac:spMkLst>
        </pc:spChg>
        <pc:picChg chg="add mod">
          <ac:chgData name="faik bilgen" userId="9fcb1696e65a161f" providerId="LiveId" clId="{0C3A4C9E-717D-4ADE-97E0-B0AD580B3355}" dt="2026-05-02T12:38:53.143" v="8775" actId="14100"/>
          <ac:picMkLst>
            <pc:docMk/>
            <pc:sldMk cId="675808312" sldId="669"/>
            <ac:picMk id="4" creationId="{DF16735F-3126-408D-A1AE-49024A59F73E}"/>
          </ac:picMkLst>
        </pc:picChg>
        <pc:picChg chg="del">
          <ac:chgData name="faik bilgen" userId="9fcb1696e65a161f" providerId="LiveId" clId="{0C3A4C9E-717D-4ADE-97E0-B0AD580B3355}" dt="2026-05-02T12:37:23.218" v="8770" actId="478"/>
          <ac:picMkLst>
            <pc:docMk/>
            <pc:sldMk cId="675808312" sldId="669"/>
            <ac:picMk id="5" creationId="{8375FBA6-805D-C16A-B56C-0DC1B8C11C0B}"/>
          </ac:picMkLst>
        </pc:picChg>
        <pc:picChg chg="add mod">
          <ac:chgData name="faik bilgen" userId="9fcb1696e65a161f" providerId="LiveId" clId="{0C3A4C9E-717D-4ADE-97E0-B0AD580B3355}" dt="2026-05-02T12:40:05.270" v="8779" actId="1076"/>
          <ac:picMkLst>
            <pc:docMk/>
            <pc:sldMk cId="675808312" sldId="669"/>
            <ac:picMk id="8" creationId="{6937F5D6-1C33-2F03-3770-E1D9FADD954F}"/>
          </ac:picMkLst>
        </pc:picChg>
        <pc:picChg chg="del">
          <ac:chgData name="faik bilgen" userId="9fcb1696e65a161f" providerId="LiveId" clId="{0C3A4C9E-717D-4ADE-97E0-B0AD580B3355}" dt="2026-05-02T12:37:25.382" v="8771" actId="478"/>
          <ac:picMkLst>
            <pc:docMk/>
            <pc:sldMk cId="675808312" sldId="669"/>
            <ac:picMk id="9" creationId="{F47E208D-FFAC-FA74-ED08-4F71660519E0}"/>
          </ac:picMkLst>
        </pc:picChg>
        <pc:cxnChg chg="add mod">
          <ac:chgData name="faik bilgen" userId="9fcb1696e65a161f" providerId="LiveId" clId="{0C3A4C9E-717D-4ADE-97E0-B0AD580B3355}" dt="2026-05-02T12:41:35.341" v="8783" actId="1582"/>
          <ac:cxnSpMkLst>
            <pc:docMk/>
            <pc:sldMk cId="675808312" sldId="669"/>
            <ac:cxnSpMk id="13" creationId="{4CE30DC7-DB05-1741-2E7C-4B6A7DB71921}"/>
          </ac:cxnSpMkLst>
        </pc:cxnChg>
      </pc:sldChg>
      <pc:sldChg chg="modSp add mod ord modNotesTx">
        <pc:chgData name="faik bilgen" userId="9fcb1696e65a161f" providerId="LiveId" clId="{0C3A4C9E-717D-4ADE-97E0-B0AD580B3355}" dt="2026-05-02T13:55:15.971" v="8849" actId="20577"/>
        <pc:sldMkLst>
          <pc:docMk/>
          <pc:sldMk cId="1880161938" sldId="670"/>
        </pc:sldMkLst>
        <pc:spChg chg="mod">
          <ac:chgData name="faik bilgen" userId="9fcb1696e65a161f" providerId="LiveId" clId="{0C3A4C9E-717D-4ADE-97E0-B0AD580B3355}" dt="2026-05-02T13:53:21.036" v="8815" actId="20577"/>
          <ac:spMkLst>
            <pc:docMk/>
            <pc:sldMk cId="1880161938" sldId="670"/>
            <ac:spMk id="3" creationId="{6611E782-248F-7624-9A58-81B55054FFCB}"/>
          </ac:spMkLst>
        </pc:spChg>
      </pc:sldChg>
      <pc:sldChg chg="delSp modSp add del mod">
        <pc:chgData name="faik bilgen" userId="9fcb1696e65a161f" providerId="LiveId" clId="{0C3A4C9E-717D-4ADE-97E0-B0AD580B3355}" dt="2026-05-03T16:40:04.458" v="9062" actId="47"/>
        <pc:sldMkLst>
          <pc:docMk/>
          <pc:sldMk cId="1697047156" sldId="671"/>
        </pc:sldMkLst>
        <pc:spChg chg="del">
          <ac:chgData name="faik bilgen" userId="9fcb1696e65a161f" providerId="LiveId" clId="{0C3A4C9E-717D-4ADE-97E0-B0AD580B3355}" dt="2026-05-02T14:44:50.020" v="8985" actId="478"/>
          <ac:spMkLst>
            <pc:docMk/>
            <pc:sldMk cId="1697047156" sldId="671"/>
            <ac:spMk id="5" creationId="{28A88BF4-0784-164E-BE9A-0D017D4F0703}"/>
          </ac:spMkLst>
        </pc:spChg>
        <pc:spChg chg="del mod">
          <ac:chgData name="faik bilgen" userId="9fcb1696e65a161f" providerId="LiveId" clId="{0C3A4C9E-717D-4ADE-97E0-B0AD580B3355}" dt="2026-05-02T14:44:47.048" v="8984" actId="478"/>
          <ac:spMkLst>
            <pc:docMk/>
            <pc:sldMk cId="1697047156" sldId="671"/>
            <ac:spMk id="7" creationId="{6DDC6455-9E4A-07BB-5724-E9CB0C2525B8}"/>
          </ac:spMkLst>
        </pc:spChg>
      </pc:sldChg>
      <pc:sldChg chg="modSp add ord modNotesTx">
        <pc:chgData name="faik bilgen" userId="9fcb1696e65a161f" providerId="LiveId" clId="{0C3A4C9E-717D-4ADE-97E0-B0AD580B3355}" dt="2026-05-03T16:51:17.907" v="9072"/>
        <pc:sldMkLst>
          <pc:docMk/>
          <pc:sldMk cId="4252330643" sldId="672"/>
        </pc:sldMkLst>
        <pc:spChg chg="mod">
          <ac:chgData name="faik bilgen" userId="9fcb1696e65a161f" providerId="LiveId" clId="{0C3A4C9E-717D-4ADE-97E0-B0AD580B3355}" dt="2026-05-02T15:54:09.827" v="8989"/>
          <ac:spMkLst>
            <pc:docMk/>
            <pc:sldMk cId="4252330643" sldId="672"/>
            <ac:spMk id="3" creationId="{9342C2E7-C099-396A-1259-0EE806EF759C}"/>
          </ac:spMkLst>
        </pc:spChg>
      </pc:sldChg>
      <pc:sldChg chg="modSp add ord modNotesTx">
        <pc:chgData name="faik bilgen" userId="9fcb1696e65a161f" providerId="LiveId" clId="{0C3A4C9E-717D-4ADE-97E0-B0AD580B3355}" dt="2026-05-03T13:11:50.870" v="9053"/>
        <pc:sldMkLst>
          <pc:docMk/>
          <pc:sldMk cId="1988363291" sldId="673"/>
        </pc:sldMkLst>
        <pc:spChg chg="mod">
          <ac:chgData name="faik bilgen" userId="9fcb1696e65a161f" providerId="LiveId" clId="{0C3A4C9E-717D-4ADE-97E0-B0AD580B3355}" dt="2026-05-03T07:43:38.085" v="9040"/>
          <ac:spMkLst>
            <pc:docMk/>
            <pc:sldMk cId="1988363291" sldId="673"/>
            <ac:spMk id="3" creationId="{DEDD8979-005E-7D07-55B4-436F68C90E23}"/>
          </ac:spMkLst>
        </pc:spChg>
      </pc:sldChg>
      <pc:sldChg chg="modSp add ord modNotesTx">
        <pc:chgData name="faik bilgen" userId="9fcb1696e65a161f" providerId="LiveId" clId="{0C3A4C9E-717D-4ADE-97E0-B0AD580B3355}" dt="2026-05-03T16:52:53.143" v="9078"/>
        <pc:sldMkLst>
          <pc:docMk/>
          <pc:sldMk cId="4113910314" sldId="674"/>
        </pc:sldMkLst>
        <pc:spChg chg="mod">
          <ac:chgData name="faik bilgen" userId="9fcb1696e65a161f" providerId="LiveId" clId="{0C3A4C9E-717D-4ADE-97E0-B0AD580B3355}" dt="2026-05-03T15:58:31.151" v="9057"/>
          <ac:spMkLst>
            <pc:docMk/>
            <pc:sldMk cId="4113910314" sldId="674"/>
            <ac:spMk id="3" creationId="{6096A03C-5377-3674-1816-277E9B8378B4}"/>
          </ac:spMkLst>
        </pc:spChg>
      </pc:sldChg>
      <pc:sldChg chg="modSp add ord modNotesTx">
        <pc:chgData name="faik bilgen" userId="9fcb1696e65a161f" providerId="LiveId" clId="{0C3A4C9E-717D-4ADE-97E0-B0AD580B3355}" dt="2026-05-03T16:55:01.750" v="9084"/>
        <pc:sldMkLst>
          <pc:docMk/>
          <pc:sldMk cId="1662783149" sldId="675"/>
        </pc:sldMkLst>
        <pc:spChg chg="mod">
          <ac:chgData name="faik bilgen" userId="9fcb1696e65a161f" providerId="LiveId" clId="{0C3A4C9E-717D-4ADE-97E0-B0AD580B3355}" dt="2026-05-03T16:53:28.441" v="9082"/>
          <ac:spMkLst>
            <pc:docMk/>
            <pc:sldMk cId="1662783149" sldId="675"/>
            <ac:spMk id="3" creationId="{BB69FC05-D067-2872-CC78-AACDAD434099}"/>
          </ac:spMkLst>
        </pc:spChg>
      </pc:sldChg>
      <pc:sldChg chg="modSp add mod">
        <pc:chgData name="faik bilgen" userId="9fcb1696e65a161f" providerId="LiveId" clId="{0C3A4C9E-717D-4ADE-97E0-B0AD580B3355}" dt="2026-05-03T17:09:57.541" v="9131" actId="14100"/>
        <pc:sldMkLst>
          <pc:docMk/>
          <pc:sldMk cId="376606343" sldId="676"/>
        </pc:sldMkLst>
        <pc:spChg chg="mod">
          <ac:chgData name="faik bilgen" userId="9fcb1696e65a161f" providerId="LiveId" clId="{0C3A4C9E-717D-4ADE-97E0-B0AD580B3355}" dt="2026-05-03T17:09:57.541" v="9131" actId="14100"/>
          <ac:spMkLst>
            <pc:docMk/>
            <pc:sldMk cId="376606343" sldId="676"/>
            <ac:spMk id="2" creationId="{9D81ED0F-79D9-BA8B-2ED4-3F060BD1487F}"/>
          </ac:spMkLst>
        </pc:spChg>
        <pc:spChg chg="mod">
          <ac:chgData name="faik bilgen" userId="9fcb1696e65a161f" providerId="LiveId" clId="{0C3A4C9E-717D-4ADE-97E0-B0AD580B3355}" dt="2026-05-03T16:59:17.925" v="9093" actId="1076"/>
          <ac:spMkLst>
            <pc:docMk/>
            <pc:sldMk cId="376606343" sldId="676"/>
            <ac:spMk id="5" creationId="{537AC652-0C79-3E9C-1EE0-D345BD309945}"/>
          </ac:spMkLst>
        </pc:spChg>
      </pc:sldChg>
      <pc:sldChg chg="modSp add mod">
        <pc:chgData name="faik bilgen" userId="9fcb1696e65a161f" providerId="LiveId" clId="{0C3A4C9E-717D-4ADE-97E0-B0AD580B3355}" dt="2026-05-03T17:09:45.458" v="9128" actId="20577"/>
        <pc:sldMkLst>
          <pc:docMk/>
          <pc:sldMk cId="1830456147" sldId="677"/>
        </pc:sldMkLst>
        <pc:spChg chg="mod">
          <ac:chgData name="faik bilgen" userId="9fcb1696e65a161f" providerId="LiveId" clId="{0C3A4C9E-717D-4ADE-97E0-B0AD580B3355}" dt="2026-05-03T17:09:45.458" v="9128" actId="20577"/>
          <ac:spMkLst>
            <pc:docMk/>
            <pc:sldMk cId="1830456147" sldId="677"/>
            <ac:spMk id="2" creationId="{E89E8ACF-C651-6376-C44B-16E0631D71CF}"/>
          </ac:spMkLst>
        </pc:spChg>
        <pc:spChg chg="mod">
          <ac:chgData name="faik bilgen" userId="9fcb1696e65a161f" providerId="LiveId" clId="{0C3A4C9E-717D-4ADE-97E0-B0AD580B3355}" dt="2026-05-03T17:00:03.013" v="9103" actId="14100"/>
          <ac:spMkLst>
            <pc:docMk/>
            <pc:sldMk cId="1830456147" sldId="677"/>
            <ac:spMk id="5" creationId="{EF0FE795-EB89-F669-69FD-99B05AEDFE84}"/>
          </ac:spMkLst>
        </pc:spChg>
      </pc:sldChg>
      <pc:sldChg chg="add del">
        <pc:chgData name="faik bilgen" userId="9fcb1696e65a161f" providerId="LiveId" clId="{0C3A4C9E-717D-4ADE-97E0-B0AD580B3355}" dt="2026-05-03T16:59:20.459" v="9094" actId="47"/>
        <pc:sldMkLst>
          <pc:docMk/>
          <pc:sldMk cId="2492068617" sldId="677"/>
        </pc:sldMkLst>
      </pc:sldChg>
      <pc:sldChg chg="addSp delSp modSp add mod">
        <pc:chgData name="faik bilgen" userId="9fcb1696e65a161f" providerId="LiveId" clId="{0C3A4C9E-717D-4ADE-97E0-B0AD580B3355}" dt="2026-05-03T17:07:29.302" v="9116" actId="14100"/>
        <pc:sldMkLst>
          <pc:docMk/>
          <pc:sldMk cId="737296867" sldId="678"/>
        </pc:sldMkLst>
        <pc:spChg chg="mod">
          <ac:chgData name="faik bilgen" userId="9fcb1696e65a161f" providerId="LiveId" clId="{0C3A4C9E-717D-4ADE-97E0-B0AD580B3355}" dt="2026-05-03T17:07:29.302" v="9116" actId="14100"/>
          <ac:spMkLst>
            <pc:docMk/>
            <pc:sldMk cId="737296867" sldId="678"/>
            <ac:spMk id="2" creationId="{5322B6B2-D841-9EB8-F291-367CA42D0F6A}"/>
          </ac:spMkLst>
        </pc:spChg>
        <pc:spChg chg="del mod">
          <ac:chgData name="faik bilgen" userId="9fcb1696e65a161f" providerId="LiveId" clId="{0C3A4C9E-717D-4ADE-97E0-B0AD580B3355}" dt="2026-05-03T17:06:58.670" v="9111" actId="478"/>
          <ac:spMkLst>
            <pc:docMk/>
            <pc:sldMk cId="737296867" sldId="678"/>
            <ac:spMk id="5" creationId="{B6A83864-EE48-3044-A2C4-B8DC77995A51}"/>
          </ac:spMkLst>
        </pc:spChg>
        <pc:picChg chg="add mod">
          <ac:chgData name="faik bilgen" userId="9fcb1696e65a161f" providerId="LiveId" clId="{0C3A4C9E-717D-4ADE-97E0-B0AD580B3355}" dt="2026-05-03T17:07:08.419" v="9114" actId="1076"/>
          <ac:picMkLst>
            <pc:docMk/>
            <pc:sldMk cId="737296867" sldId="678"/>
            <ac:picMk id="3" creationId="{B9181626-A0C6-61C5-F3CB-CC9880FFA184}"/>
          </ac:picMkLst>
        </pc:picChg>
      </pc:sldChg>
      <pc:sldChg chg="addSp delSp modSp add mod modNotesTx">
        <pc:chgData name="faik bilgen" userId="9fcb1696e65a161f" providerId="LiveId" clId="{0C3A4C9E-717D-4ADE-97E0-B0AD580B3355}" dt="2026-05-03T17:12:20.013" v="9150" actId="14100"/>
        <pc:sldMkLst>
          <pc:docMk/>
          <pc:sldMk cId="2111743815" sldId="679"/>
        </pc:sldMkLst>
        <pc:spChg chg="mod">
          <ac:chgData name="faik bilgen" userId="9fcb1696e65a161f" providerId="LiveId" clId="{0C3A4C9E-717D-4ADE-97E0-B0AD580B3355}" dt="2026-05-03T17:09:35.273" v="9127" actId="14100"/>
          <ac:spMkLst>
            <pc:docMk/>
            <pc:sldMk cId="2111743815" sldId="679"/>
            <ac:spMk id="2" creationId="{CDC86ED0-C6C4-D900-8179-76F1E5469AF9}"/>
          </ac:spMkLst>
        </pc:spChg>
        <pc:spChg chg="add mod">
          <ac:chgData name="faik bilgen" userId="9fcb1696e65a161f" providerId="LiveId" clId="{0C3A4C9E-717D-4ADE-97E0-B0AD580B3355}" dt="2026-05-03T17:12:20.013" v="9150" actId="14100"/>
          <ac:spMkLst>
            <pc:docMk/>
            <pc:sldMk cId="2111743815" sldId="679"/>
            <ac:spMk id="5" creationId="{1777C431-BC91-574F-BB23-422C3AE87191}"/>
          </ac:spMkLst>
        </pc:spChg>
        <pc:spChg chg="add mod">
          <ac:chgData name="faik bilgen" userId="9fcb1696e65a161f" providerId="LiveId" clId="{0C3A4C9E-717D-4ADE-97E0-B0AD580B3355}" dt="2026-05-03T17:12:16.200" v="9149" actId="14100"/>
          <ac:spMkLst>
            <pc:docMk/>
            <pc:sldMk cId="2111743815" sldId="679"/>
            <ac:spMk id="7" creationId="{6F51EFEC-6654-605A-B583-0759819EC25A}"/>
          </ac:spMkLst>
        </pc:spChg>
        <pc:picChg chg="del">
          <ac:chgData name="faik bilgen" userId="9fcb1696e65a161f" providerId="LiveId" clId="{0C3A4C9E-717D-4ADE-97E0-B0AD580B3355}" dt="2026-05-03T17:10:21.243" v="9135" actId="478"/>
          <ac:picMkLst>
            <pc:docMk/>
            <pc:sldMk cId="2111743815" sldId="679"/>
            <ac:picMk id="3" creationId="{C8FA4A6B-7A53-53FE-4B0E-93F648B9B57D}"/>
          </ac:picMkLst>
        </pc:picChg>
      </pc:sldChg>
      <pc:sldChg chg="delSp modSp add mod">
        <pc:chgData name="faik bilgen" userId="9fcb1696e65a161f" providerId="LiveId" clId="{0C3A4C9E-717D-4ADE-97E0-B0AD580B3355}" dt="2026-05-03T17:16:14.482" v="9166" actId="113"/>
        <pc:sldMkLst>
          <pc:docMk/>
          <pc:sldMk cId="363534868" sldId="680"/>
        </pc:sldMkLst>
        <pc:spChg chg="mod">
          <ac:chgData name="faik bilgen" userId="9fcb1696e65a161f" providerId="LiveId" clId="{0C3A4C9E-717D-4ADE-97E0-B0AD580B3355}" dt="2026-05-03T17:14:28.541" v="9153" actId="14100"/>
          <ac:spMkLst>
            <pc:docMk/>
            <pc:sldMk cId="363534868" sldId="680"/>
            <ac:spMk id="2" creationId="{A6A9DCA0-5EBA-29C6-1970-92A512D1C771}"/>
          </ac:spMkLst>
        </pc:spChg>
        <pc:spChg chg="mod">
          <ac:chgData name="faik bilgen" userId="9fcb1696e65a161f" providerId="LiveId" clId="{0C3A4C9E-717D-4ADE-97E0-B0AD580B3355}" dt="2026-05-03T17:16:14.482" v="9166" actId="113"/>
          <ac:spMkLst>
            <pc:docMk/>
            <pc:sldMk cId="363534868" sldId="680"/>
            <ac:spMk id="5" creationId="{97D1852F-2863-F1A0-DB54-C5E84DA2881B}"/>
          </ac:spMkLst>
        </pc:spChg>
        <pc:spChg chg="del">
          <ac:chgData name="faik bilgen" userId="9fcb1696e65a161f" providerId="LiveId" clId="{0C3A4C9E-717D-4ADE-97E0-B0AD580B3355}" dt="2026-05-03T17:14:52.947" v="9154" actId="478"/>
          <ac:spMkLst>
            <pc:docMk/>
            <pc:sldMk cId="363534868" sldId="680"/>
            <ac:spMk id="7" creationId="{570A7919-4FF5-0F98-F852-98A919867045}"/>
          </ac:spMkLst>
        </pc:spChg>
      </pc:sldChg>
      <pc:sldChg chg="addSp modSp add mod">
        <pc:chgData name="faik bilgen" userId="9fcb1696e65a161f" providerId="LiveId" clId="{0C3A4C9E-717D-4ADE-97E0-B0AD580B3355}" dt="2026-05-03T17:28:01.309" v="9182" actId="108"/>
        <pc:sldMkLst>
          <pc:docMk/>
          <pc:sldMk cId="1161941570" sldId="681"/>
        </pc:sldMkLst>
        <pc:spChg chg="mod">
          <ac:chgData name="faik bilgen" userId="9fcb1696e65a161f" providerId="LiveId" clId="{0C3A4C9E-717D-4ADE-97E0-B0AD580B3355}" dt="2026-05-03T17:25:46.903" v="9168"/>
          <ac:spMkLst>
            <pc:docMk/>
            <pc:sldMk cId="1161941570" sldId="681"/>
            <ac:spMk id="2" creationId="{311C694E-8D04-2BA5-70FA-B9B3EB5742B6}"/>
          </ac:spMkLst>
        </pc:spChg>
        <pc:spChg chg="add mod">
          <ac:chgData name="faik bilgen" userId="9fcb1696e65a161f" providerId="LiveId" clId="{0C3A4C9E-717D-4ADE-97E0-B0AD580B3355}" dt="2026-05-03T17:28:01.309" v="9182" actId="108"/>
          <ac:spMkLst>
            <pc:docMk/>
            <pc:sldMk cId="1161941570" sldId="681"/>
            <ac:spMk id="4" creationId="{FD2AEBFE-31EC-D8BF-9F89-EDD87701BE95}"/>
          </ac:spMkLst>
        </pc:spChg>
        <pc:spChg chg="mod">
          <ac:chgData name="faik bilgen" userId="9fcb1696e65a161f" providerId="LiveId" clId="{0C3A4C9E-717D-4ADE-97E0-B0AD580B3355}" dt="2026-05-03T17:27:09.131" v="9171" actId="6549"/>
          <ac:spMkLst>
            <pc:docMk/>
            <pc:sldMk cId="1161941570" sldId="681"/>
            <ac:spMk id="5" creationId="{DA085330-BA87-C83D-B1CF-00966EAB32F5}"/>
          </ac:spMkLst>
        </pc:spChg>
      </pc:sldChg>
      <pc:sldChg chg="delSp modSp add mod">
        <pc:chgData name="faik bilgen" userId="9fcb1696e65a161f" providerId="LiveId" clId="{0C3A4C9E-717D-4ADE-97E0-B0AD580B3355}" dt="2026-05-03T17:38:40.183" v="9203" actId="14100"/>
        <pc:sldMkLst>
          <pc:docMk/>
          <pc:sldMk cId="2289067029" sldId="682"/>
        </pc:sldMkLst>
        <pc:spChg chg="mod">
          <ac:chgData name="faik bilgen" userId="9fcb1696e65a161f" providerId="LiveId" clId="{0C3A4C9E-717D-4ADE-97E0-B0AD580B3355}" dt="2026-05-03T17:35:56.399" v="9184"/>
          <ac:spMkLst>
            <pc:docMk/>
            <pc:sldMk cId="2289067029" sldId="682"/>
            <ac:spMk id="2" creationId="{68602FD6-4CAD-399F-8BFC-736F54B7CB60}"/>
          </ac:spMkLst>
        </pc:spChg>
        <pc:spChg chg="del">
          <ac:chgData name="faik bilgen" userId="9fcb1696e65a161f" providerId="LiveId" clId="{0C3A4C9E-717D-4ADE-97E0-B0AD580B3355}" dt="2026-05-03T17:36:20.021" v="9185" actId="478"/>
          <ac:spMkLst>
            <pc:docMk/>
            <pc:sldMk cId="2289067029" sldId="682"/>
            <ac:spMk id="4" creationId="{9E550C53-2546-12F6-1565-938D1A974329}"/>
          </ac:spMkLst>
        </pc:spChg>
        <pc:spChg chg="mod">
          <ac:chgData name="faik bilgen" userId="9fcb1696e65a161f" providerId="LiveId" clId="{0C3A4C9E-717D-4ADE-97E0-B0AD580B3355}" dt="2026-05-03T17:38:40.183" v="9203" actId="14100"/>
          <ac:spMkLst>
            <pc:docMk/>
            <pc:sldMk cId="2289067029" sldId="682"/>
            <ac:spMk id="5" creationId="{0E4A0F7F-6AF9-BF63-DAAB-E52CB34C1608}"/>
          </ac:spMkLst>
        </pc:spChg>
      </pc:sldChg>
      <pc:sldChg chg="addSp delSp modSp add mod">
        <pc:chgData name="faik bilgen" userId="9fcb1696e65a161f" providerId="LiveId" clId="{0C3A4C9E-717D-4ADE-97E0-B0AD580B3355}" dt="2026-05-03T17:42:13.037" v="9242" actId="948"/>
        <pc:sldMkLst>
          <pc:docMk/>
          <pc:sldMk cId="3599541541" sldId="683"/>
        </pc:sldMkLst>
        <pc:spChg chg="mod">
          <ac:chgData name="faik bilgen" userId="9fcb1696e65a161f" providerId="LiveId" clId="{0C3A4C9E-717D-4ADE-97E0-B0AD580B3355}" dt="2026-05-03T17:39:13.546" v="9218" actId="20577"/>
          <ac:spMkLst>
            <pc:docMk/>
            <pc:sldMk cId="3599541541" sldId="683"/>
            <ac:spMk id="2" creationId="{20DD0E79-4F4A-4661-EF7F-190AA8B4DCF7}"/>
          </ac:spMkLst>
        </pc:spChg>
        <pc:spChg chg="add mod">
          <ac:chgData name="faik bilgen" userId="9fcb1696e65a161f" providerId="LiveId" clId="{0C3A4C9E-717D-4ADE-97E0-B0AD580B3355}" dt="2026-05-03T17:42:13.037" v="9242" actId="948"/>
          <ac:spMkLst>
            <pc:docMk/>
            <pc:sldMk cId="3599541541" sldId="683"/>
            <ac:spMk id="4" creationId="{F5E04F8F-F590-0894-F30F-0A95422AD0C4}"/>
          </ac:spMkLst>
        </pc:spChg>
        <pc:spChg chg="del mod">
          <ac:chgData name="faik bilgen" userId="9fcb1696e65a161f" providerId="LiveId" clId="{0C3A4C9E-717D-4ADE-97E0-B0AD580B3355}" dt="2026-05-03T17:39:38.934" v="9221" actId="478"/>
          <ac:spMkLst>
            <pc:docMk/>
            <pc:sldMk cId="3599541541" sldId="683"/>
            <ac:spMk id="5" creationId="{2179AB41-70AD-8629-0C53-144A3E3D1C1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9538BC-3D7F-475A-9327-0A5A58C8F801}"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DCD0C712-7092-4F2C-AD9B-8C9F2EF56AAA}">
      <dgm:prSet/>
      <dgm:spPr/>
      <dgm:t>
        <a:bodyPr/>
        <a:lstStyle/>
        <a:p>
          <a:r>
            <a:rPr lang="en-US"/>
            <a:t>Build Security</a:t>
          </a:r>
        </a:p>
      </dgm:t>
    </dgm:pt>
    <dgm:pt modelId="{D667C268-9982-4898-B0DD-E7C19A75EB13}" type="parTrans" cxnId="{93354030-3846-4ED7-B638-7A0D10E6A179}">
      <dgm:prSet/>
      <dgm:spPr/>
      <dgm:t>
        <a:bodyPr/>
        <a:lstStyle/>
        <a:p>
          <a:endParaRPr lang="en-US"/>
        </a:p>
      </dgm:t>
    </dgm:pt>
    <dgm:pt modelId="{2DB59A5E-626A-44EB-874E-F4ECED64B502}" type="sibTrans" cxnId="{93354030-3846-4ED7-B638-7A0D10E6A179}">
      <dgm:prSet/>
      <dgm:spPr/>
      <dgm:t>
        <a:bodyPr/>
        <a:lstStyle/>
        <a:p>
          <a:endParaRPr lang="en-US"/>
        </a:p>
      </dgm:t>
    </dgm:pt>
    <dgm:pt modelId="{15E18632-4450-4EFA-861E-C19F503B9F6C}">
      <dgm:prSet/>
      <dgm:spPr/>
      <dgm:t>
        <a:bodyPr/>
        <a:lstStyle/>
        <a:p>
          <a:r>
            <a:rPr lang="en-US"/>
            <a:t>Registry Security</a:t>
          </a:r>
        </a:p>
      </dgm:t>
    </dgm:pt>
    <dgm:pt modelId="{0D11444F-333F-4841-BD5B-D1C8E183C5A7}" type="parTrans" cxnId="{2B1BDEEC-D44E-4C31-BC87-BF563B57D88D}">
      <dgm:prSet/>
      <dgm:spPr/>
      <dgm:t>
        <a:bodyPr/>
        <a:lstStyle/>
        <a:p>
          <a:endParaRPr lang="en-US"/>
        </a:p>
      </dgm:t>
    </dgm:pt>
    <dgm:pt modelId="{6B21F5B1-4F5E-4AEE-A81D-13B0DD1C08B1}" type="sibTrans" cxnId="{2B1BDEEC-D44E-4C31-BC87-BF563B57D88D}">
      <dgm:prSet/>
      <dgm:spPr/>
      <dgm:t>
        <a:bodyPr/>
        <a:lstStyle/>
        <a:p>
          <a:endParaRPr lang="en-US"/>
        </a:p>
      </dgm:t>
    </dgm:pt>
    <dgm:pt modelId="{B4A33C6A-5F16-4DAE-AD56-962C3541E3DB}">
      <dgm:prSet/>
      <dgm:spPr/>
      <dgm:t>
        <a:bodyPr/>
        <a:lstStyle/>
        <a:p>
          <a:r>
            <a:rPr lang="en-US" dirty="0"/>
            <a:t>Cluster Security</a:t>
          </a:r>
        </a:p>
      </dgm:t>
    </dgm:pt>
    <dgm:pt modelId="{C3675199-952F-4A92-9152-9449E247CDAA}" type="parTrans" cxnId="{58669AB1-F081-404E-A664-EF57DAA86C3C}">
      <dgm:prSet/>
      <dgm:spPr/>
      <dgm:t>
        <a:bodyPr/>
        <a:lstStyle/>
        <a:p>
          <a:endParaRPr lang="en-US"/>
        </a:p>
      </dgm:t>
    </dgm:pt>
    <dgm:pt modelId="{0C1B8B7F-FEB4-46D1-835A-AF0CF93B654C}" type="sibTrans" cxnId="{58669AB1-F081-404E-A664-EF57DAA86C3C}">
      <dgm:prSet/>
      <dgm:spPr/>
      <dgm:t>
        <a:bodyPr/>
        <a:lstStyle/>
        <a:p>
          <a:endParaRPr lang="en-US"/>
        </a:p>
      </dgm:t>
    </dgm:pt>
    <dgm:pt modelId="{B058E153-2B7F-45C8-A194-7D5B84864E49}">
      <dgm:prSet/>
      <dgm:spPr/>
      <dgm:t>
        <a:bodyPr/>
        <a:lstStyle/>
        <a:p>
          <a:r>
            <a:rPr lang="en-US" dirty="0"/>
            <a:t>Node Security</a:t>
          </a:r>
        </a:p>
      </dgm:t>
    </dgm:pt>
    <dgm:pt modelId="{E3898565-4CAD-4DCC-BCCF-025480BD47F0}" type="parTrans" cxnId="{4E32D540-6723-43B2-AD00-7CEF90CC7E42}">
      <dgm:prSet/>
      <dgm:spPr/>
      <dgm:t>
        <a:bodyPr/>
        <a:lstStyle/>
        <a:p>
          <a:endParaRPr lang="en-US"/>
        </a:p>
      </dgm:t>
    </dgm:pt>
    <dgm:pt modelId="{894D2F82-6099-40FC-A9AF-74FE9FFB18D6}" type="sibTrans" cxnId="{4E32D540-6723-43B2-AD00-7CEF90CC7E42}">
      <dgm:prSet/>
      <dgm:spPr/>
      <dgm:t>
        <a:bodyPr/>
        <a:lstStyle/>
        <a:p>
          <a:endParaRPr lang="en-US"/>
        </a:p>
      </dgm:t>
    </dgm:pt>
    <dgm:pt modelId="{A6B7493C-5EF9-4FBE-BE9C-7584F23E2383}">
      <dgm:prSet/>
      <dgm:spPr/>
      <dgm:t>
        <a:bodyPr/>
        <a:lstStyle/>
        <a:p>
          <a:r>
            <a:rPr lang="en-US" dirty="0"/>
            <a:t>Network Security</a:t>
          </a:r>
        </a:p>
      </dgm:t>
    </dgm:pt>
    <dgm:pt modelId="{B949DAB8-75F0-493D-868F-AA0E64D54606}" type="parTrans" cxnId="{B04177C6-4E9E-49D6-AB0C-9B4F47C716E8}">
      <dgm:prSet/>
      <dgm:spPr/>
      <dgm:t>
        <a:bodyPr/>
        <a:lstStyle/>
        <a:p>
          <a:endParaRPr lang="en-US"/>
        </a:p>
      </dgm:t>
    </dgm:pt>
    <dgm:pt modelId="{63D413E9-5C69-4E07-806B-F03FBDA89991}" type="sibTrans" cxnId="{B04177C6-4E9E-49D6-AB0C-9B4F47C716E8}">
      <dgm:prSet/>
      <dgm:spPr/>
      <dgm:t>
        <a:bodyPr/>
        <a:lstStyle/>
        <a:p>
          <a:endParaRPr lang="en-US"/>
        </a:p>
      </dgm:t>
    </dgm:pt>
    <dgm:pt modelId="{E24A15EA-5EF4-4A9E-BCC1-7E6BAA70C2A2}">
      <dgm:prSet/>
      <dgm:spPr/>
      <dgm:t>
        <a:bodyPr/>
        <a:lstStyle/>
        <a:p>
          <a:r>
            <a:rPr lang="en-US"/>
            <a:t>Application Security</a:t>
          </a:r>
        </a:p>
      </dgm:t>
    </dgm:pt>
    <dgm:pt modelId="{8C7FA2BF-F8C7-4D4B-B55B-7E15E37BD209}" type="parTrans" cxnId="{DD0BA80B-899A-4DD8-95B5-13D098AE20F6}">
      <dgm:prSet/>
      <dgm:spPr/>
      <dgm:t>
        <a:bodyPr/>
        <a:lstStyle/>
        <a:p>
          <a:endParaRPr lang="en-US"/>
        </a:p>
      </dgm:t>
    </dgm:pt>
    <dgm:pt modelId="{22750F0A-6BFB-4E9C-B875-AA0895C78317}" type="sibTrans" cxnId="{DD0BA80B-899A-4DD8-95B5-13D098AE20F6}">
      <dgm:prSet/>
      <dgm:spPr/>
      <dgm:t>
        <a:bodyPr/>
        <a:lstStyle/>
        <a:p>
          <a:endParaRPr lang="en-US"/>
        </a:p>
      </dgm:t>
    </dgm:pt>
    <dgm:pt modelId="{C29D4894-BEB1-48C5-8304-AA4298F9490C}" type="pres">
      <dgm:prSet presAssocID="{A09538BC-3D7F-475A-9327-0A5A58C8F801}" presName="diagram" presStyleCnt="0">
        <dgm:presLayoutVars>
          <dgm:dir/>
          <dgm:resizeHandles val="exact"/>
        </dgm:presLayoutVars>
      </dgm:prSet>
      <dgm:spPr/>
    </dgm:pt>
    <dgm:pt modelId="{FA3CCA96-5F37-46CE-AACC-9713E68C9C56}" type="pres">
      <dgm:prSet presAssocID="{DCD0C712-7092-4F2C-AD9B-8C9F2EF56AAA}" presName="node" presStyleLbl="node1" presStyleIdx="0" presStyleCnt="6">
        <dgm:presLayoutVars>
          <dgm:bulletEnabled val="1"/>
        </dgm:presLayoutVars>
      </dgm:prSet>
      <dgm:spPr/>
    </dgm:pt>
    <dgm:pt modelId="{81FA2A00-901A-4CED-A8E2-862BD457087B}" type="pres">
      <dgm:prSet presAssocID="{2DB59A5E-626A-44EB-874E-F4ECED64B502}" presName="sibTrans" presStyleCnt="0"/>
      <dgm:spPr/>
    </dgm:pt>
    <dgm:pt modelId="{25894AB8-46EE-417C-A85F-CED486B95897}" type="pres">
      <dgm:prSet presAssocID="{15E18632-4450-4EFA-861E-C19F503B9F6C}" presName="node" presStyleLbl="node1" presStyleIdx="1" presStyleCnt="6">
        <dgm:presLayoutVars>
          <dgm:bulletEnabled val="1"/>
        </dgm:presLayoutVars>
      </dgm:prSet>
      <dgm:spPr/>
    </dgm:pt>
    <dgm:pt modelId="{A1EA46C7-1AE5-4260-A9AD-B8C23E625926}" type="pres">
      <dgm:prSet presAssocID="{6B21F5B1-4F5E-4AEE-A81D-13B0DD1C08B1}" presName="sibTrans" presStyleCnt="0"/>
      <dgm:spPr/>
    </dgm:pt>
    <dgm:pt modelId="{27BF921C-70EB-425B-88B6-C4996B67E771}" type="pres">
      <dgm:prSet presAssocID="{B4A33C6A-5F16-4DAE-AD56-962C3541E3DB}" presName="node" presStyleLbl="node1" presStyleIdx="2" presStyleCnt="6">
        <dgm:presLayoutVars>
          <dgm:bulletEnabled val="1"/>
        </dgm:presLayoutVars>
      </dgm:prSet>
      <dgm:spPr/>
    </dgm:pt>
    <dgm:pt modelId="{1FBCF5F9-E838-4470-941D-48AD093B2CBE}" type="pres">
      <dgm:prSet presAssocID="{0C1B8B7F-FEB4-46D1-835A-AF0CF93B654C}" presName="sibTrans" presStyleCnt="0"/>
      <dgm:spPr/>
    </dgm:pt>
    <dgm:pt modelId="{619A8216-1810-43F4-9C3F-C9BA53F0C472}" type="pres">
      <dgm:prSet presAssocID="{B058E153-2B7F-45C8-A194-7D5B84864E49}" presName="node" presStyleLbl="node1" presStyleIdx="3" presStyleCnt="6">
        <dgm:presLayoutVars>
          <dgm:bulletEnabled val="1"/>
        </dgm:presLayoutVars>
      </dgm:prSet>
      <dgm:spPr/>
    </dgm:pt>
    <dgm:pt modelId="{1B5EE9E2-E999-4914-BEFD-7553DF5AD874}" type="pres">
      <dgm:prSet presAssocID="{894D2F82-6099-40FC-A9AF-74FE9FFB18D6}" presName="sibTrans" presStyleCnt="0"/>
      <dgm:spPr/>
    </dgm:pt>
    <dgm:pt modelId="{C48539CD-F23E-488E-AD2C-14DEBC35AF96}" type="pres">
      <dgm:prSet presAssocID="{A6B7493C-5EF9-4FBE-BE9C-7584F23E2383}" presName="node" presStyleLbl="node1" presStyleIdx="4" presStyleCnt="6">
        <dgm:presLayoutVars>
          <dgm:bulletEnabled val="1"/>
        </dgm:presLayoutVars>
      </dgm:prSet>
      <dgm:spPr/>
    </dgm:pt>
    <dgm:pt modelId="{105CBE9B-65D5-4FC3-BE57-8D83D9D1137C}" type="pres">
      <dgm:prSet presAssocID="{63D413E9-5C69-4E07-806B-F03FBDA89991}" presName="sibTrans" presStyleCnt="0"/>
      <dgm:spPr/>
    </dgm:pt>
    <dgm:pt modelId="{EA8E32A5-6A27-479B-BA01-99991E2427B2}" type="pres">
      <dgm:prSet presAssocID="{E24A15EA-5EF4-4A9E-BCC1-7E6BAA70C2A2}" presName="node" presStyleLbl="node1" presStyleIdx="5" presStyleCnt="6">
        <dgm:presLayoutVars>
          <dgm:bulletEnabled val="1"/>
        </dgm:presLayoutVars>
      </dgm:prSet>
      <dgm:spPr/>
    </dgm:pt>
  </dgm:ptLst>
  <dgm:cxnLst>
    <dgm:cxn modelId="{8981AF04-E289-4E96-95DD-201280BAB670}" type="presOf" srcId="{B4A33C6A-5F16-4DAE-AD56-962C3541E3DB}" destId="{27BF921C-70EB-425B-88B6-C4996B67E771}" srcOrd="0" destOrd="0" presId="urn:microsoft.com/office/officeart/2005/8/layout/default"/>
    <dgm:cxn modelId="{DD0BA80B-899A-4DD8-95B5-13D098AE20F6}" srcId="{A09538BC-3D7F-475A-9327-0A5A58C8F801}" destId="{E24A15EA-5EF4-4A9E-BCC1-7E6BAA70C2A2}" srcOrd="5" destOrd="0" parTransId="{8C7FA2BF-F8C7-4D4B-B55B-7E15E37BD209}" sibTransId="{22750F0A-6BFB-4E9C-B875-AA0895C78317}"/>
    <dgm:cxn modelId="{7AE94228-5673-48CF-8A26-4CF5272EF3EA}" type="presOf" srcId="{A6B7493C-5EF9-4FBE-BE9C-7584F23E2383}" destId="{C48539CD-F23E-488E-AD2C-14DEBC35AF96}" srcOrd="0" destOrd="0" presId="urn:microsoft.com/office/officeart/2005/8/layout/default"/>
    <dgm:cxn modelId="{93354030-3846-4ED7-B638-7A0D10E6A179}" srcId="{A09538BC-3D7F-475A-9327-0A5A58C8F801}" destId="{DCD0C712-7092-4F2C-AD9B-8C9F2EF56AAA}" srcOrd="0" destOrd="0" parTransId="{D667C268-9982-4898-B0DD-E7C19A75EB13}" sibTransId="{2DB59A5E-626A-44EB-874E-F4ECED64B502}"/>
    <dgm:cxn modelId="{4E32D540-6723-43B2-AD00-7CEF90CC7E42}" srcId="{A09538BC-3D7F-475A-9327-0A5A58C8F801}" destId="{B058E153-2B7F-45C8-A194-7D5B84864E49}" srcOrd="3" destOrd="0" parTransId="{E3898565-4CAD-4DCC-BCCF-025480BD47F0}" sibTransId="{894D2F82-6099-40FC-A9AF-74FE9FFB18D6}"/>
    <dgm:cxn modelId="{33080A41-CA1C-4E79-9116-D6889555C9CB}" type="presOf" srcId="{B058E153-2B7F-45C8-A194-7D5B84864E49}" destId="{619A8216-1810-43F4-9C3F-C9BA53F0C472}" srcOrd="0" destOrd="0" presId="urn:microsoft.com/office/officeart/2005/8/layout/default"/>
    <dgm:cxn modelId="{D9D29142-3F6E-46FA-9F0E-329DB6BD58A3}" type="presOf" srcId="{15E18632-4450-4EFA-861E-C19F503B9F6C}" destId="{25894AB8-46EE-417C-A85F-CED486B95897}" srcOrd="0" destOrd="0" presId="urn:microsoft.com/office/officeart/2005/8/layout/default"/>
    <dgm:cxn modelId="{6279194B-8438-45DA-8691-2D2F432C2353}" type="presOf" srcId="{A09538BC-3D7F-475A-9327-0A5A58C8F801}" destId="{C29D4894-BEB1-48C5-8304-AA4298F9490C}" srcOrd="0" destOrd="0" presId="urn:microsoft.com/office/officeart/2005/8/layout/default"/>
    <dgm:cxn modelId="{133830A3-BCD8-4457-A1F3-D0ED50609E3C}" type="presOf" srcId="{DCD0C712-7092-4F2C-AD9B-8C9F2EF56AAA}" destId="{FA3CCA96-5F37-46CE-AACC-9713E68C9C56}" srcOrd="0" destOrd="0" presId="urn:microsoft.com/office/officeart/2005/8/layout/default"/>
    <dgm:cxn modelId="{90159EAA-55FB-4C44-87D8-9717E97F8531}" type="presOf" srcId="{E24A15EA-5EF4-4A9E-BCC1-7E6BAA70C2A2}" destId="{EA8E32A5-6A27-479B-BA01-99991E2427B2}" srcOrd="0" destOrd="0" presId="urn:microsoft.com/office/officeart/2005/8/layout/default"/>
    <dgm:cxn modelId="{58669AB1-F081-404E-A664-EF57DAA86C3C}" srcId="{A09538BC-3D7F-475A-9327-0A5A58C8F801}" destId="{B4A33C6A-5F16-4DAE-AD56-962C3541E3DB}" srcOrd="2" destOrd="0" parTransId="{C3675199-952F-4A92-9152-9449E247CDAA}" sibTransId="{0C1B8B7F-FEB4-46D1-835A-AF0CF93B654C}"/>
    <dgm:cxn modelId="{B04177C6-4E9E-49D6-AB0C-9B4F47C716E8}" srcId="{A09538BC-3D7F-475A-9327-0A5A58C8F801}" destId="{A6B7493C-5EF9-4FBE-BE9C-7584F23E2383}" srcOrd="4" destOrd="0" parTransId="{B949DAB8-75F0-493D-868F-AA0E64D54606}" sibTransId="{63D413E9-5C69-4E07-806B-F03FBDA89991}"/>
    <dgm:cxn modelId="{2B1BDEEC-D44E-4C31-BC87-BF563B57D88D}" srcId="{A09538BC-3D7F-475A-9327-0A5A58C8F801}" destId="{15E18632-4450-4EFA-861E-C19F503B9F6C}" srcOrd="1" destOrd="0" parTransId="{0D11444F-333F-4841-BD5B-D1C8E183C5A7}" sibTransId="{6B21F5B1-4F5E-4AEE-A81D-13B0DD1C08B1}"/>
    <dgm:cxn modelId="{18B4173E-348F-46D4-B69A-BFBFFFDD58A1}" type="presParOf" srcId="{C29D4894-BEB1-48C5-8304-AA4298F9490C}" destId="{FA3CCA96-5F37-46CE-AACC-9713E68C9C56}" srcOrd="0" destOrd="0" presId="urn:microsoft.com/office/officeart/2005/8/layout/default"/>
    <dgm:cxn modelId="{35EA1C3B-A48B-442D-80CD-0AA71B519A18}" type="presParOf" srcId="{C29D4894-BEB1-48C5-8304-AA4298F9490C}" destId="{81FA2A00-901A-4CED-A8E2-862BD457087B}" srcOrd="1" destOrd="0" presId="urn:microsoft.com/office/officeart/2005/8/layout/default"/>
    <dgm:cxn modelId="{62FC5DED-BD2A-47A0-879F-934CDF9274E0}" type="presParOf" srcId="{C29D4894-BEB1-48C5-8304-AA4298F9490C}" destId="{25894AB8-46EE-417C-A85F-CED486B95897}" srcOrd="2" destOrd="0" presId="urn:microsoft.com/office/officeart/2005/8/layout/default"/>
    <dgm:cxn modelId="{48F4E5F6-0299-4CBB-BB9C-469C0D990765}" type="presParOf" srcId="{C29D4894-BEB1-48C5-8304-AA4298F9490C}" destId="{A1EA46C7-1AE5-4260-A9AD-B8C23E625926}" srcOrd="3" destOrd="0" presId="urn:microsoft.com/office/officeart/2005/8/layout/default"/>
    <dgm:cxn modelId="{CF242B81-2025-4A6D-97EC-E6F2D4818F66}" type="presParOf" srcId="{C29D4894-BEB1-48C5-8304-AA4298F9490C}" destId="{27BF921C-70EB-425B-88B6-C4996B67E771}" srcOrd="4" destOrd="0" presId="urn:microsoft.com/office/officeart/2005/8/layout/default"/>
    <dgm:cxn modelId="{C95EF922-763D-4EA2-A3D0-E6E891609014}" type="presParOf" srcId="{C29D4894-BEB1-48C5-8304-AA4298F9490C}" destId="{1FBCF5F9-E838-4470-941D-48AD093B2CBE}" srcOrd="5" destOrd="0" presId="urn:microsoft.com/office/officeart/2005/8/layout/default"/>
    <dgm:cxn modelId="{F429F7AD-9C90-40DD-AD1A-14D35E47C3EB}" type="presParOf" srcId="{C29D4894-BEB1-48C5-8304-AA4298F9490C}" destId="{619A8216-1810-43F4-9C3F-C9BA53F0C472}" srcOrd="6" destOrd="0" presId="urn:microsoft.com/office/officeart/2005/8/layout/default"/>
    <dgm:cxn modelId="{E1D1E7F5-F26B-4F94-AD07-AB96AF116B06}" type="presParOf" srcId="{C29D4894-BEB1-48C5-8304-AA4298F9490C}" destId="{1B5EE9E2-E999-4914-BEFD-7553DF5AD874}" srcOrd="7" destOrd="0" presId="urn:microsoft.com/office/officeart/2005/8/layout/default"/>
    <dgm:cxn modelId="{A9C9AD1E-AFE6-46EE-88DB-F9E960BA71C6}" type="presParOf" srcId="{C29D4894-BEB1-48C5-8304-AA4298F9490C}" destId="{C48539CD-F23E-488E-AD2C-14DEBC35AF96}" srcOrd="8" destOrd="0" presId="urn:microsoft.com/office/officeart/2005/8/layout/default"/>
    <dgm:cxn modelId="{643E2C32-BEDD-4DBB-AAE5-34C43CA534A1}" type="presParOf" srcId="{C29D4894-BEB1-48C5-8304-AA4298F9490C}" destId="{105CBE9B-65D5-4FC3-BE57-8D83D9D1137C}" srcOrd="9" destOrd="0" presId="urn:microsoft.com/office/officeart/2005/8/layout/default"/>
    <dgm:cxn modelId="{90ECE4D1-42CA-4118-95CB-BDC1B03B3926}" type="presParOf" srcId="{C29D4894-BEB1-48C5-8304-AA4298F9490C}" destId="{EA8E32A5-6A27-479B-BA01-99991E2427B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876546-6EB1-4ADC-A43A-1C029F3AB79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B832BE2-B39D-4C7B-9CCC-85E70CAB7FFC}">
      <dgm:prSet/>
      <dgm:spPr/>
      <dgm:t>
        <a:bodyPr/>
        <a:lstStyle/>
        <a:p>
          <a:r>
            <a:rPr lang="en-US"/>
            <a:t>Security posture management </a:t>
          </a:r>
        </a:p>
      </dgm:t>
    </dgm:pt>
    <dgm:pt modelId="{F67908C1-D7C3-49A8-B541-F05B10E19692}" type="parTrans" cxnId="{EFC91865-F211-4F57-8ADA-7BAC543020D4}">
      <dgm:prSet/>
      <dgm:spPr/>
      <dgm:t>
        <a:bodyPr/>
        <a:lstStyle/>
        <a:p>
          <a:endParaRPr lang="en-US"/>
        </a:p>
      </dgm:t>
    </dgm:pt>
    <dgm:pt modelId="{CA2186E0-304C-4DEF-B18C-E2B94F7DBFDA}" type="sibTrans" cxnId="{EFC91865-F211-4F57-8ADA-7BAC543020D4}">
      <dgm:prSet/>
      <dgm:spPr/>
      <dgm:t>
        <a:bodyPr/>
        <a:lstStyle/>
        <a:p>
          <a:endParaRPr lang="en-US"/>
        </a:p>
      </dgm:t>
    </dgm:pt>
    <dgm:pt modelId="{4F2584EF-6A9F-454D-BE33-5F4CF6C48038}">
      <dgm:prSet/>
      <dgm:spPr/>
      <dgm:t>
        <a:bodyPr/>
        <a:lstStyle/>
        <a:p>
          <a:r>
            <a:rPr lang="en-US"/>
            <a:t>Vulnerability assessment </a:t>
          </a:r>
        </a:p>
      </dgm:t>
    </dgm:pt>
    <dgm:pt modelId="{FA5C9E77-F7A1-4F06-AD7D-5BE227DF8807}" type="parTrans" cxnId="{DA333E23-65F8-446B-9178-3EB2A921CA01}">
      <dgm:prSet/>
      <dgm:spPr/>
      <dgm:t>
        <a:bodyPr/>
        <a:lstStyle/>
        <a:p>
          <a:endParaRPr lang="en-US"/>
        </a:p>
      </dgm:t>
    </dgm:pt>
    <dgm:pt modelId="{E25F0D55-4046-454A-9DAB-DB6891AB1352}" type="sibTrans" cxnId="{DA333E23-65F8-446B-9178-3EB2A921CA01}">
      <dgm:prSet/>
      <dgm:spPr/>
      <dgm:t>
        <a:bodyPr/>
        <a:lstStyle/>
        <a:p>
          <a:endParaRPr lang="en-US"/>
        </a:p>
      </dgm:t>
    </dgm:pt>
    <dgm:pt modelId="{EBFFE4E3-0DBC-430C-A214-03EF194F3590}">
      <dgm:prSet/>
      <dgm:spPr/>
      <dgm:t>
        <a:bodyPr/>
        <a:lstStyle/>
        <a:p>
          <a:r>
            <a:rPr lang="en-US"/>
            <a:t>Run-time threat protection</a:t>
          </a:r>
        </a:p>
      </dgm:t>
    </dgm:pt>
    <dgm:pt modelId="{222902B2-2CE2-4F36-BD88-79F0731340E3}" type="parTrans" cxnId="{6876A96E-A040-4221-96BA-1B7AED8DA72B}">
      <dgm:prSet/>
      <dgm:spPr/>
      <dgm:t>
        <a:bodyPr/>
        <a:lstStyle/>
        <a:p>
          <a:endParaRPr lang="en-US"/>
        </a:p>
      </dgm:t>
    </dgm:pt>
    <dgm:pt modelId="{C688FF85-B953-414C-807F-F082CFF41DAE}" type="sibTrans" cxnId="{6876A96E-A040-4221-96BA-1B7AED8DA72B}">
      <dgm:prSet/>
      <dgm:spPr/>
      <dgm:t>
        <a:bodyPr/>
        <a:lstStyle/>
        <a:p>
          <a:endParaRPr lang="en-US"/>
        </a:p>
      </dgm:t>
    </dgm:pt>
    <dgm:pt modelId="{EB74CF38-AB8F-4A9A-BFEA-CF2B32AD9BB2}">
      <dgm:prSet/>
      <dgm:spPr/>
      <dgm:t>
        <a:bodyPr/>
        <a:lstStyle/>
        <a:p>
          <a:r>
            <a:rPr lang="en-US"/>
            <a:t>Containers software supply chain protection</a:t>
          </a:r>
        </a:p>
      </dgm:t>
    </dgm:pt>
    <dgm:pt modelId="{FCEB7896-6EB3-452D-859B-2BE947E8DB4F}" type="parTrans" cxnId="{B5505A0C-5573-44B2-8449-BFF6B12E8289}">
      <dgm:prSet/>
      <dgm:spPr/>
      <dgm:t>
        <a:bodyPr/>
        <a:lstStyle/>
        <a:p>
          <a:endParaRPr lang="en-US"/>
        </a:p>
      </dgm:t>
    </dgm:pt>
    <dgm:pt modelId="{C16E5056-0F44-49D0-AE1C-FC058782C790}" type="sibTrans" cxnId="{B5505A0C-5573-44B2-8449-BFF6B12E8289}">
      <dgm:prSet/>
      <dgm:spPr/>
      <dgm:t>
        <a:bodyPr/>
        <a:lstStyle/>
        <a:p>
          <a:endParaRPr lang="en-US"/>
        </a:p>
      </dgm:t>
    </dgm:pt>
    <dgm:pt modelId="{3CC17E67-7E69-4EFC-9521-181C424D3C35}">
      <dgm:prSet/>
      <dgm:spPr/>
      <dgm:t>
        <a:bodyPr/>
        <a:lstStyle/>
        <a:p>
          <a:r>
            <a:rPr lang="en-US"/>
            <a:t>Deployment &amp; monitoring</a:t>
          </a:r>
        </a:p>
      </dgm:t>
    </dgm:pt>
    <dgm:pt modelId="{E141BD12-A8D9-40DF-BA5B-A35C45DAE192}" type="parTrans" cxnId="{74CB0578-EF54-4C6E-8189-D2AF2E81D922}">
      <dgm:prSet/>
      <dgm:spPr/>
      <dgm:t>
        <a:bodyPr/>
        <a:lstStyle/>
        <a:p>
          <a:endParaRPr lang="en-US"/>
        </a:p>
      </dgm:t>
    </dgm:pt>
    <dgm:pt modelId="{CB41446E-BD58-467B-B83F-66DA079C8B37}" type="sibTrans" cxnId="{74CB0578-EF54-4C6E-8189-D2AF2E81D922}">
      <dgm:prSet/>
      <dgm:spPr/>
      <dgm:t>
        <a:bodyPr/>
        <a:lstStyle/>
        <a:p>
          <a:endParaRPr lang="en-US"/>
        </a:p>
      </dgm:t>
    </dgm:pt>
    <dgm:pt modelId="{BC19E73D-BA88-45BD-A669-25AA69287709}" type="pres">
      <dgm:prSet presAssocID="{9C876546-6EB1-4ADC-A43A-1C029F3AB792}" presName="linear" presStyleCnt="0">
        <dgm:presLayoutVars>
          <dgm:animLvl val="lvl"/>
          <dgm:resizeHandles val="exact"/>
        </dgm:presLayoutVars>
      </dgm:prSet>
      <dgm:spPr/>
    </dgm:pt>
    <dgm:pt modelId="{A528632B-AF98-438E-81B2-557BC2C05ADE}" type="pres">
      <dgm:prSet presAssocID="{EB832BE2-B39D-4C7B-9CCC-85E70CAB7FFC}" presName="parentText" presStyleLbl="node1" presStyleIdx="0" presStyleCnt="5">
        <dgm:presLayoutVars>
          <dgm:chMax val="0"/>
          <dgm:bulletEnabled val="1"/>
        </dgm:presLayoutVars>
      </dgm:prSet>
      <dgm:spPr/>
    </dgm:pt>
    <dgm:pt modelId="{50E2873F-2B6F-450F-8592-6CB798B166D9}" type="pres">
      <dgm:prSet presAssocID="{CA2186E0-304C-4DEF-B18C-E2B94F7DBFDA}" presName="spacer" presStyleCnt="0"/>
      <dgm:spPr/>
    </dgm:pt>
    <dgm:pt modelId="{1835D6A1-99A2-45C3-A36F-26DB94D755E0}" type="pres">
      <dgm:prSet presAssocID="{4F2584EF-6A9F-454D-BE33-5F4CF6C48038}" presName="parentText" presStyleLbl="node1" presStyleIdx="1" presStyleCnt="5">
        <dgm:presLayoutVars>
          <dgm:chMax val="0"/>
          <dgm:bulletEnabled val="1"/>
        </dgm:presLayoutVars>
      </dgm:prSet>
      <dgm:spPr/>
    </dgm:pt>
    <dgm:pt modelId="{E0FC2B12-F293-4146-B7AA-2A523F30E03B}" type="pres">
      <dgm:prSet presAssocID="{E25F0D55-4046-454A-9DAB-DB6891AB1352}" presName="spacer" presStyleCnt="0"/>
      <dgm:spPr/>
    </dgm:pt>
    <dgm:pt modelId="{B42DE1D1-83F3-43CD-8D53-FC3E0892F83A}" type="pres">
      <dgm:prSet presAssocID="{EBFFE4E3-0DBC-430C-A214-03EF194F3590}" presName="parentText" presStyleLbl="node1" presStyleIdx="2" presStyleCnt="5">
        <dgm:presLayoutVars>
          <dgm:chMax val="0"/>
          <dgm:bulletEnabled val="1"/>
        </dgm:presLayoutVars>
      </dgm:prSet>
      <dgm:spPr/>
    </dgm:pt>
    <dgm:pt modelId="{0F66419F-701B-4537-A570-5AC2B8C78F9A}" type="pres">
      <dgm:prSet presAssocID="{C688FF85-B953-414C-807F-F082CFF41DAE}" presName="spacer" presStyleCnt="0"/>
      <dgm:spPr/>
    </dgm:pt>
    <dgm:pt modelId="{46282C84-148B-4BDC-8D5C-458E5677D2D2}" type="pres">
      <dgm:prSet presAssocID="{EB74CF38-AB8F-4A9A-BFEA-CF2B32AD9BB2}" presName="parentText" presStyleLbl="node1" presStyleIdx="3" presStyleCnt="5">
        <dgm:presLayoutVars>
          <dgm:chMax val="0"/>
          <dgm:bulletEnabled val="1"/>
        </dgm:presLayoutVars>
      </dgm:prSet>
      <dgm:spPr/>
    </dgm:pt>
    <dgm:pt modelId="{468FA092-AA20-4A97-85E9-EA4F989A09E8}" type="pres">
      <dgm:prSet presAssocID="{C16E5056-0F44-49D0-AE1C-FC058782C790}" presName="spacer" presStyleCnt="0"/>
      <dgm:spPr/>
    </dgm:pt>
    <dgm:pt modelId="{9D08B39D-73E5-4794-BCF9-5C62C8135CCE}" type="pres">
      <dgm:prSet presAssocID="{3CC17E67-7E69-4EFC-9521-181C424D3C35}" presName="parentText" presStyleLbl="node1" presStyleIdx="4" presStyleCnt="5">
        <dgm:presLayoutVars>
          <dgm:chMax val="0"/>
          <dgm:bulletEnabled val="1"/>
        </dgm:presLayoutVars>
      </dgm:prSet>
      <dgm:spPr/>
    </dgm:pt>
  </dgm:ptLst>
  <dgm:cxnLst>
    <dgm:cxn modelId="{B5505A0C-5573-44B2-8449-BFF6B12E8289}" srcId="{9C876546-6EB1-4ADC-A43A-1C029F3AB792}" destId="{EB74CF38-AB8F-4A9A-BFEA-CF2B32AD9BB2}" srcOrd="3" destOrd="0" parTransId="{FCEB7896-6EB3-452D-859B-2BE947E8DB4F}" sibTransId="{C16E5056-0F44-49D0-AE1C-FC058782C790}"/>
    <dgm:cxn modelId="{DA333E23-65F8-446B-9178-3EB2A921CA01}" srcId="{9C876546-6EB1-4ADC-A43A-1C029F3AB792}" destId="{4F2584EF-6A9F-454D-BE33-5F4CF6C48038}" srcOrd="1" destOrd="0" parTransId="{FA5C9E77-F7A1-4F06-AD7D-5BE227DF8807}" sibTransId="{E25F0D55-4046-454A-9DAB-DB6891AB1352}"/>
    <dgm:cxn modelId="{E1864044-6472-472C-A92A-8D4B87CC1A9E}" type="presOf" srcId="{EB74CF38-AB8F-4A9A-BFEA-CF2B32AD9BB2}" destId="{46282C84-148B-4BDC-8D5C-458E5677D2D2}" srcOrd="0" destOrd="0" presId="urn:microsoft.com/office/officeart/2005/8/layout/vList2"/>
    <dgm:cxn modelId="{EFC91865-F211-4F57-8ADA-7BAC543020D4}" srcId="{9C876546-6EB1-4ADC-A43A-1C029F3AB792}" destId="{EB832BE2-B39D-4C7B-9CCC-85E70CAB7FFC}" srcOrd="0" destOrd="0" parTransId="{F67908C1-D7C3-49A8-B541-F05B10E19692}" sibTransId="{CA2186E0-304C-4DEF-B18C-E2B94F7DBFDA}"/>
    <dgm:cxn modelId="{045A0B46-1D54-4814-8551-98AA09B7B06F}" type="presOf" srcId="{9C876546-6EB1-4ADC-A43A-1C029F3AB792}" destId="{BC19E73D-BA88-45BD-A669-25AA69287709}" srcOrd="0" destOrd="0" presId="urn:microsoft.com/office/officeart/2005/8/layout/vList2"/>
    <dgm:cxn modelId="{6876A96E-A040-4221-96BA-1B7AED8DA72B}" srcId="{9C876546-6EB1-4ADC-A43A-1C029F3AB792}" destId="{EBFFE4E3-0DBC-430C-A214-03EF194F3590}" srcOrd="2" destOrd="0" parTransId="{222902B2-2CE2-4F36-BD88-79F0731340E3}" sibTransId="{C688FF85-B953-414C-807F-F082CFF41DAE}"/>
    <dgm:cxn modelId="{2DE7EC71-B7BD-40F6-B3B9-745DB59D55D7}" type="presOf" srcId="{3CC17E67-7E69-4EFC-9521-181C424D3C35}" destId="{9D08B39D-73E5-4794-BCF9-5C62C8135CCE}" srcOrd="0" destOrd="0" presId="urn:microsoft.com/office/officeart/2005/8/layout/vList2"/>
    <dgm:cxn modelId="{74CB0578-EF54-4C6E-8189-D2AF2E81D922}" srcId="{9C876546-6EB1-4ADC-A43A-1C029F3AB792}" destId="{3CC17E67-7E69-4EFC-9521-181C424D3C35}" srcOrd="4" destOrd="0" parTransId="{E141BD12-A8D9-40DF-BA5B-A35C45DAE192}" sibTransId="{CB41446E-BD58-467B-B83F-66DA079C8B37}"/>
    <dgm:cxn modelId="{19C68682-5C81-44BB-8CAF-FC87F548BF18}" type="presOf" srcId="{EBFFE4E3-0DBC-430C-A214-03EF194F3590}" destId="{B42DE1D1-83F3-43CD-8D53-FC3E0892F83A}" srcOrd="0" destOrd="0" presId="urn:microsoft.com/office/officeart/2005/8/layout/vList2"/>
    <dgm:cxn modelId="{94DD1A9E-148C-455F-8AB7-3142155400CB}" type="presOf" srcId="{4F2584EF-6A9F-454D-BE33-5F4CF6C48038}" destId="{1835D6A1-99A2-45C3-A36F-26DB94D755E0}" srcOrd="0" destOrd="0" presId="urn:microsoft.com/office/officeart/2005/8/layout/vList2"/>
    <dgm:cxn modelId="{3C1278D0-22F8-46EC-9BE1-9A942FC28513}" type="presOf" srcId="{EB832BE2-B39D-4C7B-9CCC-85E70CAB7FFC}" destId="{A528632B-AF98-438E-81B2-557BC2C05ADE}" srcOrd="0" destOrd="0" presId="urn:microsoft.com/office/officeart/2005/8/layout/vList2"/>
    <dgm:cxn modelId="{DAF782B7-F268-478C-946A-0460B24B5A19}" type="presParOf" srcId="{BC19E73D-BA88-45BD-A669-25AA69287709}" destId="{A528632B-AF98-438E-81B2-557BC2C05ADE}" srcOrd="0" destOrd="0" presId="urn:microsoft.com/office/officeart/2005/8/layout/vList2"/>
    <dgm:cxn modelId="{DD035EBA-AEBB-4F57-A939-391DF535BE20}" type="presParOf" srcId="{BC19E73D-BA88-45BD-A669-25AA69287709}" destId="{50E2873F-2B6F-450F-8592-6CB798B166D9}" srcOrd="1" destOrd="0" presId="urn:microsoft.com/office/officeart/2005/8/layout/vList2"/>
    <dgm:cxn modelId="{8DCED74F-34EE-49BE-A2E2-592693D56946}" type="presParOf" srcId="{BC19E73D-BA88-45BD-A669-25AA69287709}" destId="{1835D6A1-99A2-45C3-A36F-26DB94D755E0}" srcOrd="2" destOrd="0" presId="urn:microsoft.com/office/officeart/2005/8/layout/vList2"/>
    <dgm:cxn modelId="{EBAC8040-E80F-46BF-A3B9-D838C6E421AD}" type="presParOf" srcId="{BC19E73D-BA88-45BD-A669-25AA69287709}" destId="{E0FC2B12-F293-4146-B7AA-2A523F30E03B}" srcOrd="3" destOrd="0" presId="urn:microsoft.com/office/officeart/2005/8/layout/vList2"/>
    <dgm:cxn modelId="{E932585C-80C7-4E62-8896-FA3F70EB19F3}" type="presParOf" srcId="{BC19E73D-BA88-45BD-A669-25AA69287709}" destId="{B42DE1D1-83F3-43CD-8D53-FC3E0892F83A}" srcOrd="4" destOrd="0" presId="urn:microsoft.com/office/officeart/2005/8/layout/vList2"/>
    <dgm:cxn modelId="{7A80E044-E516-435C-BB6F-09F55BDD2EAE}" type="presParOf" srcId="{BC19E73D-BA88-45BD-A669-25AA69287709}" destId="{0F66419F-701B-4537-A570-5AC2B8C78F9A}" srcOrd="5" destOrd="0" presId="urn:microsoft.com/office/officeart/2005/8/layout/vList2"/>
    <dgm:cxn modelId="{56F9E766-CE5C-4442-99BC-98FDF26886A4}" type="presParOf" srcId="{BC19E73D-BA88-45BD-A669-25AA69287709}" destId="{46282C84-148B-4BDC-8D5C-458E5677D2D2}" srcOrd="6" destOrd="0" presId="urn:microsoft.com/office/officeart/2005/8/layout/vList2"/>
    <dgm:cxn modelId="{B096D1FB-FD98-4687-A317-1BE316C73D1D}" type="presParOf" srcId="{BC19E73D-BA88-45BD-A669-25AA69287709}" destId="{468FA092-AA20-4A97-85E9-EA4F989A09E8}" srcOrd="7" destOrd="0" presId="urn:microsoft.com/office/officeart/2005/8/layout/vList2"/>
    <dgm:cxn modelId="{5A83D60D-998A-47E6-80BE-77156F454E06}" type="presParOf" srcId="{BC19E73D-BA88-45BD-A669-25AA69287709}" destId="{9D08B39D-73E5-4794-BCF9-5C62C8135CC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3CCA96-5F37-46CE-AACC-9713E68C9C56}">
      <dsp:nvSpPr>
        <dsp:cNvPr id="0" name=""/>
        <dsp:cNvSpPr/>
      </dsp:nvSpPr>
      <dsp:spPr>
        <a:xfrm>
          <a:off x="930572" y="3032"/>
          <a:ext cx="2833338" cy="170000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Build Security</a:t>
          </a:r>
        </a:p>
      </dsp:txBody>
      <dsp:txXfrm>
        <a:off x="930572" y="3032"/>
        <a:ext cx="2833338" cy="1700003"/>
      </dsp:txXfrm>
    </dsp:sp>
    <dsp:sp modelId="{25894AB8-46EE-417C-A85F-CED486B95897}">
      <dsp:nvSpPr>
        <dsp:cNvPr id="0" name=""/>
        <dsp:cNvSpPr/>
      </dsp:nvSpPr>
      <dsp:spPr>
        <a:xfrm>
          <a:off x="4047245" y="3032"/>
          <a:ext cx="2833338" cy="1700003"/>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Registry Security</a:t>
          </a:r>
        </a:p>
      </dsp:txBody>
      <dsp:txXfrm>
        <a:off x="4047245" y="3032"/>
        <a:ext cx="2833338" cy="1700003"/>
      </dsp:txXfrm>
    </dsp:sp>
    <dsp:sp modelId="{27BF921C-70EB-425B-88B6-C4996B67E771}">
      <dsp:nvSpPr>
        <dsp:cNvPr id="0" name=""/>
        <dsp:cNvSpPr/>
      </dsp:nvSpPr>
      <dsp:spPr>
        <a:xfrm>
          <a:off x="7163917" y="3032"/>
          <a:ext cx="2833338" cy="1700003"/>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Cluster Security</a:t>
          </a:r>
        </a:p>
      </dsp:txBody>
      <dsp:txXfrm>
        <a:off x="7163917" y="3032"/>
        <a:ext cx="2833338" cy="1700003"/>
      </dsp:txXfrm>
    </dsp:sp>
    <dsp:sp modelId="{619A8216-1810-43F4-9C3F-C9BA53F0C472}">
      <dsp:nvSpPr>
        <dsp:cNvPr id="0" name=""/>
        <dsp:cNvSpPr/>
      </dsp:nvSpPr>
      <dsp:spPr>
        <a:xfrm>
          <a:off x="930572" y="1986369"/>
          <a:ext cx="2833338" cy="1700003"/>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Node Security</a:t>
          </a:r>
        </a:p>
      </dsp:txBody>
      <dsp:txXfrm>
        <a:off x="930572" y="1986369"/>
        <a:ext cx="2833338" cy="1700003"/>
      </dsp:txXfrm>
    </dsp:sp>
    <dsp:sp modelId="{C48539CD-F23E-488E-AD2C-14DEBC35AF96}">
      <dsp:nvSpPr>
        <dsp:cNvPr id="0" name=""/>
        <dsp:cNvSpPr/>
      </dsp:nvSpPr>
      <dsp:spPr>
        <a:xfrm>
          <a:off x="4047245" y="1986369"/>
          <a:ext cx="2833338" cy="1700003"/>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Network Security</a:t>
          </a:r>
        </a:p>
      </dsp:txBody>
      <dsp:txXfrm>
        <a:off x="4047245" y="1986369"/>
        <a:ext cx="2833338" cy="1700003"/>
      </dsp:txXfrm>
    </dsp:sp>
    <dsp:sp modelId="{EA8E32A5-6A27-479B-BA01-99991E2427B2}">
      <dsp:nvSpPr>
        <dsp:cNvPr id="0" name=""/>
        <dsp:cNvSpPr/>
      </dsp:nvSpPr>
      <dsp:spPr>
        <a:xfrm>
          <a:off x="7163917" y="1986369"/>
          <a:ext cx="2833338" cy="170000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Application Security</a:t>
          </a:r>
        </a:p>
      </dsp:txBody>
      <dsp:txXfrm>
        <a:off x="7163917" y="1986369"/>
        <a:ext cx="2833338" cy="17000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8632B-AF98-438E-81B2-557BC2C05ADE}">
      <dsp:nvSpPr>
        <dsp:cNvPr id="0" name=""/>
        <dsp:cNvSpPr/>
      </dsp:nvSpPr>
      <dsp:spPr>
        <a:xfrm>
          <a:off x="0" y="49707"/>
          <a:ext cx="6245265" cy="103808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Security posture management </a:t>
          </a:r>
        </a:p>
      </dsp:txBody>
      <dsp:txXfrm>
        <a:off x="50675" y="100382"/>
        <a:ext cx="6143915" cy="936732"/>
      </dsp:txXfrm>
    </dsp:sp>
    <dsp:sp modelId="{1835D6A1-99A2-45C3-A36F-26DB94D755E0}">
      <dsp:nvSpPr>
        <dsp:cNvPr id="0" name=""/>
        <dsp:cNvSpPr/>
      </dsp:nvSpPr>
      <dsp:spPr>
        <a:xfrm>
          <a:off x="0" y="1162669"/>
          <a:ext cx="6245265" cy="1038082"/>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Vulnerability assessment </a:t>
          </a:r>
        </a:p>
      </dsp:txBody>
      <dsp:txXfrm>
        <a:off x="50675" y="1213344"/>
        <a:ext cx="6143915" cy="936732"/>
      </dsp:txXfrm>
    </dsp:sp>
    <dsp:sp modelId="{B42DE1D1-83F3-43CD-8D53-FC3E0892F83A}">
      <dsp:nvSpPr>
        <dsp:cNvPr id="0" name=""/>
        <dsp:cNvSpPr/>
      </dsp:nvSpPr>
      <dsp:spPr>
        <a:xfrm>
          <a:off x="0" y="2275632"/>
          <a:ext cx="6245265" cy="1038082"/>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Run-time threat protection</a:t>
          </a:r>
        </a:p>
      </dsp:txBody>
      <dsp:txXfrm>
        <a:off x="50675" y="2326307"/>
        <a:ext cx="6143915" cy="936732"/>
      </dsp:txXfrm>
    </dsp:sp>
    <dsp:sp modelId="{46282C84-148B-4BDC-8D5C-458E5677D2D2}">
      <dsp:nvSpPr>
        <dsp:cNvPr id="0" name=""/>
        <dsp:cNvSpPr/>
      </dsp:nvSpPr>
      <dsp:spPr>
        <a:xfrm>
          <a:off x="0" y="3388594"/>
          <a:ext cx="6245265" cy="1038082"/>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Containers software supply chain protection</a:t>
          </a:r>
        </a:p>
      </dsp:txBody>
      <dsp:txXfrm>
        <a:off x="50675" y="3439269"/>
        <a:ext cx="6143915" cy="936732"/>
      </dsp:txXfrm>
    </dsp:sp>
    <dsp:sp modelId="{9D08B39D-73E5-4794-BCF9-5C62C8135CCE}">
      <dsp:nvSpPr>
        <dsp:cNvPr id="0" name=""/>
        <dsp:cNvSpPr/>
      </dsp:nvSpPr>
      <dsp:spPr>
        <a:xfrm>
          <a:off x="0" y="4501557"/>
          <a:ext cx="6245265" cy="1038082"/>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Deployment &amp; monitoring</a:t>
          </a:r>
        </a:p>
      </dsp:txBody>
      <dsp:txXfrm>
        <a:off x="50675" y="4552232"/>
        <a:ext cx="6143915" cy="9367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5D07E-B132-4C8F-A144-2D501431D798}"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A7B8A6-DC2C-4E66-899B-3FF6576B90A7}" type="slidenum">
              <a:rPr lang="en-US" smtClean="0"/>
              <a:t>‹#›</a:t>
            </a:fld>
            <a:endParaRPr lang="en-US"/>
          </a:p>
        </p:txBody>
      </p:sp>
    </p:spTree>
    <p:extLst>
      <p:ext uri="{BB962C8B-B14F-4D97-AF65-F5344CB8AC3E}">
        <p14:creationId xmlns:p14="http://schemas.microsoft.com/office/powerpoint/2010/main" val="323270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en-us/azure/aks/entra-id-control-plane-authentication"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3" Type="http://schemas.openxmlformats.org/officeDocument/2006/relationships/hyperlink" Target="https://github.com/kata-containers/kata-containers/blob/main/docs/design/architecture/history.md#kata-2x-architecture" TargetMode="External"/><Relationship Id="rId2" Type="http://schemas.openxmlformats.org/officeDocument/2006/relationships/slide" Target="../slides/slide150.xml"/><Relationship Id="rId1" Type="http://schemas.openxmlformats.org/officeDocument/2006/relationships/notesMaster" Target="../notesMasters/notesMaster1.xml"/><Relationship Id="rId5" Type="http://schemas.openxmlformats.org/officeDocument/2006/relationships/hyperlink" Target="https://github.com/containerd/ttrpc" TargetMode="External"/><Relationship Id="rId4" Type="http://schemas.openxmlformats.org/officeDocument/2006/relationships/hyperlink" Target="https://github.com/kata-containers/kata-containers/blob/main/docs/design/architecture/README.md#agent" TargetMode="Externa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3" Type="http://schemas.openxmlformats.org/officeDocument/2006/relationships/hyperlink" Target="https://learn.microsoft.com/en-us/azure/governance/policy/concepts/policy-for-kubernetes" TargetMode="External"/><Relationship Id="rId7" Type="http://schemas.openxmlformats.org/officeDocument/2006/relationships/hyperlink" Target="https://ratify.dev/docs/1.0/quickstarts/ratify-on-azure/?utm_source=chatgpt.com" TargetMode="External"/><Relationship Id="rId2" Type="http://schemas.openxmlformats.org/officeDocument/2006/relationships/slide" Target="../slides/slide173.xml"/><Relationship Id="rId1" Type="http://schemas.openxmlformats.org/officeDocument/2006/relationships/notesMaster" Target="../notesMasters/notesMaster1.xml"/><Relationship Id="rId6" Type="http://schemas.openxmlformats.org/officeDocument/2006/relationships/hyperlink" Target="https://learn.microsoft.com/en-us/azure/security/container-secure-supply-chain/articles/validating-image-signatures-using-ratify-aks?utm_source=chatgpt.com" TargetMode="External"/><Relationship Id="rId5" Type="http://schemas.openxmlformats.org/officeDocument/2006/relationships/hyperlink" Target="https://learn.microsoft.com/en-us/azure/aks/image-integrity?utm_source=chatgpt.com" TargetMode="External"/><Relationship Id="rId4" Type="http://schemas.openxmlformats.org/officeDocument/2006/relationships/hyperlink" Target="https://www.openpolicyagent.org/" TargetMode="External"/></Relationships>
</file>

<file path=ppt/notesSlides/_rels/notesSlide135.xml.rels><?xml version="1.0" encoding="UTF-8" standalone="yes"?>
<Relationships xmlns="http://schemas.openxmlformats.org/package/2006/relationships"><Relationship Id="rId3" Type="http://schemas.openxmlformats.org/officeDocument/2006/relationships/hyperlink" Target="https://learn.microsoft.com/en-us/azure/aks/image-integrity?utm_source=chatgpt.com" TargetMode="External"/><Relationship Id="rId2" Type="http://schemas.openxmlformats.org/officeDocument/2006/relationships/slide" Target="../slides/slide174.xml"/><Relationship Id="rId1" Type="http://schemas.openxmlformats.org/officeDocument/2006/relationships/notesMaster" Target="../notesMasters/notesMaster1.xml"/><Relationship Id="rId5" Type="http://schemas.openxmlformats.org/officeDocument/2006/relationships/hyperlink" Target="https://ratify.dev/docs/1.0/quickstarts/ratify-on-azure/?utm_source=chatgpt.com" TargetMode="External"/><Relationship Id="rId4" Type="http://schemas.openxmlformats.org/officeDocument/2006/relationships/hyperlink" Target="https://learn.microsoft.com/en-us/azure/security/container-secure-supply-chain/articles/validating-image-signatures-using-ratify-aks?utm_source=chatgpt.com" TargetMode="External"/></Relationships>
</file>

<file path=ppt/notesSlides/_rels/notesSlide13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3" Type="http://schemas.openxmlformats.org/officeDocument/2006/relationships/hyperlink" Target="https://kubernetes-csi.github.io/docs/" TargetMode="External"/><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3" Type="http://schemas.openxmlformats.org/officeDocument/2006/relationships/hyperlink" Target="https://github.com/kubernetes-sigs/secrets-store-csi-driver" TargetMode="External"/><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3" Type="http://schemas.openxmlformats.org/officeDocument/2006/relationships/hyperlink" Target="https://kubernetes.io/docs/concepts/security/pod-security-standards/" TargetMode="External"/><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965DD-AEE7-7ED4-EEAB-1821340E7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1360E-5A98-8086-BD5B-3CC46D5A6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4AFF1-C753-2F20-F1C5-01FD2CDFA290}"/>
              </a:ext>
            </a:extLst>
          </p:cNvPr>
          <p:cNvSpPr>
            <a:spLocks noGrp="1"/>
          </p:cNvSpPr>
          <p:nvPr>
            <p:ph type="body" idx="1"/>
          </p:nvPr>
        </p:nvSpPr>
        <p:spPr/>
        <p:txBody>
          <a:bodyPr/>
          <a:lstStyle/>
          <a:p>
            <a:r>
              <a:rPr lang="fr-FR" err="1"/>
              <a:t>Explain</a:t>
            </a:r>
            <a:r>
              <a:rPr lang="fr-FR"/>
              <a:t> the concepts in </a:t>
            </a:r>
            <a:r>
              <a:rPr lang="en-US"/>
              <a:t>https://learn.microsoft.com/en-us/azure/aks/concepts-security </a:t>
            </a:r>
          </a:p>
        </p:txBody>
      </p:sp>
      <p:sp>
        <p:nvSpPr>
          <p:cNvPr id="4" name="Slide Number Placeholder 3">
            <a:extLst>
              <a:ext uri="{FF2B5EF4-FFF2-40B4-BE49-F238E27FC236}">
                <a16:creationId xmlns:a16="http://schemas.microsoft.com/office/drawing/2014/main" id="{F2B04C6C-820E-DF48-3BB0-15B496CDF5EB}"/>
              </a:ext>
            </a:extLst>
          </p:cNvPr>
          <p:cNvSpPr>
            <a:spLocks noGrp="1"/>
          </p:cNvSpPr>
          <p:nvPr>
            <p:ph type="sldNum" sz="quarter" idx="5"/>
          </p:nvPr>
        </p:nvSpPr>
        <p:spPr/>
        <p:txBody>
          <a:bodyPr/>
          <a:lstStyle/>
          <a:p>
            <a:fld id="{08A7B8A6-DC2C-4E66-899B-3FF6576B90A7}" type="slidenum">
              <a:rPr lang="en-US" smtClean="0"/>
              <a:t>2</a:t>
            </a:fld>
            <a:endParaRPr lang="en-US"/>
          </a:p>
        </p:txBody>
      </p:sp>
    </p:spTree>
    <p:extLst>
      <p:ext uri="{BB962C8B-B14F-4D97-AF65-F5344CB8AC3E}">
        <p14:creationId xmlns:p14="http://schemas.microsoft.com/office/powerpoint/2010/main" val="2323617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261A8-644C-7D65-058D-7CCA8592B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51A16-2022-2314-5055-FA6F19F6A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70325-C73A-0AB1-6223-2CF1098310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4DB8B-0CC6-6060-E32D-480D4F6CE026}"/>
              </a:ext>
            </a:extLst>
          </p:cNvPr>
          <p:cNvSpPr>
            <a:spLocks noGrp="1"/>
          </p:cNvSpPr>
          <p:nvPr>
            <p:ph type="sldNum" sz="quarter" idx="5"/>
          </p:nvPr>
        </p:nvSpPr>
        <p:spPr/>
        <p:txBody>
          <a:bodyPr/>
          <a:lstStyle/>
          <a:p>
            <a:fld id="{08A7B8A6-DC2C-4E66-899B-3FF6576B90A7}" type="slidenum">
              <a:rPr lang="en-US" smtClean="0"/>
              <a:t>5</a:t>
            </a:fld>
            <a:endParaRPr lang="en-US"/>
          </a:p>
        </p:txBody>
      </p:sp>
    </p:spTree>
    <p:extLst>
      <p:ext uri="{BB962C8B-B14F-4D97-AF65-F5344CB8AC3E}">
        <p14:creationId xmlns:p14="http://schemas.microsoft.com/office/powerpoint/2010/main" val="1644321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F01A5-127D-F178-8083-BB340FEED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31616-A03C-F9DB-80B6-E58FC89DA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7B157-CF75-4246-5BC3-2EC3E0873F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CE59B6-73C6-BA84-F58B-18BCAF8D8707}"/>
              </a:ext>
            </a:extLst>
          </p:cNvPr>
          <p:cNvSpPr>
            <a:spLocks noGrp="1"/>
          </p:cNvSpPr>
          <p:nvPr>
            <p:ph type="sldNum" sz="quarter" idx="5"/>
          </p:nvPr>
        </p:nvSpPr>
        <p:spPr/>
        <p:txBody>
          <a:bodyPr/>
          <a:lstStyle/>
          <a:p>
            <a:fld id="{08A7B8A6-DC2C-4E66-899B-3FF6576B90A7}" type="slidenum">
              <a:rPr lang="en-US" smtClean="0"/>
              <a:t>6</a:t>
            </a:fld>
            <a:endParaRPr lang="en-US"/>
          </a:p>
        </p:txBody>
      </p:sp>
    </p:spTree>
    <p:extLst>
      <p:ext uri="{BB962C8B-B14F-4D97-AF65-F5344CB8AC3E}">
        <p14:creationId xmlns:p14="http://schemas.microsoft.com/office/powerpoint/2010/main" val="4181799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B6ADF-4C68-7F45-97E6-514E7D007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E56F0-F179-4968-4E24-C9A37E9DF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4A10F-662E-E29A-4830-9A5A85B76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1257D0-65D3-23AA-CB5E-BC966348A942}"/>
              </a:ext>
            </a:extLst>
          </p:cNvPr>
          <p:cNvSpPr>
            <a:spLocks noGrp="1"/>
          </p:cNvSpPr>
          <p:nvPr>
            <p:ph type="sldNum" sz="quarter" idx="5"/>
          </p:nvPr>
        </p:nvSpPr>
        <p:spPr/>
        <p:txBody>
          <a:bodyPr/>
          <a:lstStyle/>
          <a:p>
            <a:fld id="{08A7B8A6-DC2C-4E66-899B-3FF6576B90A7}" type="slidenum">
              <a:rPr lang="en-US" smtClean="0"/>
              <a:t>7</a:t>
            </a:fld>
            <a:endParaRPr lang="en-US"/>
          </a:p>
        </p:txBody>
      </p:sp>
    </p:spTree>
    <p:extLst>
      <p:ext uri="{BB962C8B-B14F-4D97-AF65-F5344CB8AC3E}">
        <p14:creationId xmlns:p14="http://schemas.microsoft.com/office/powerpoint/2010/main" val="370107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F2B4-F34C-976C-05E8-1DB34D735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7474A-4FF2-2391-6B8D-D7E5281A3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2FA79-95FE-FDBA-112B-26EC2AAA41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B9BDAE-4738-A92C-4CE3-3393617C21EA}"/>
              </a:ext>
            </a:extLst>
          </p:cNvPr>
          <p:cNvSpPr>
            <a:spLocks noGrp="1"/>
          </p:cNvSpPr>
          <p:nvPr>
            <p:ph type="sldNum" sz="quarter" idx="5"/>
          </p:nvPr>
        </p:nvSpPr>
        <p:spPr/>
        <p:txBody>
          <a:bodyPr/>
          <a:lstStyle/>
          <a:p>
            <a:fld id="{08A7B8A6-DC2C-4E66-899B-3FF6576B90A7}" type="slidenum">
              <a:rPr lang="en-US" smtClean="0"/>
              <a:t>8</a:t>
            </a:fld>
            <a:endParaRPr lang="en-US"/>
          </a:p>
        </p:txBody>
      </p:sp>
    </p:spTree>
    <p:extLst>
      <p:ext uri="{BB962C8B-B14F-4D97-AF65-F5344CB8AC3E}">
        <p14:creationId xmlns:p14="http://schemas.microsoft.com/office/powerpoint/2010/main" val="1762583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6E930-6334-C4A7-60C2-348D2537E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EDF2E-A680-2580-4018-A2A1E2DEE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49331-F1CD-45F5-882D-7D904B6545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775E60-BC94-DD43-838D-5BA5B48B9C55}"/>
              </a:ext>
            </a:extLst>
          </p:cNvPr>
          <p:cNvSpPr>
            <a:spLocks noGrp="1"/>
          </p:cNvSpPr>
          <p:nvPr>
            <p:ph type="sldNum" sz="quarter" idx="5"/>
          </p:nvPr>
        </p:nvSpPr>
        <p:spPr/>
        <p:txBody>
          <a:bodyPr/>
          <a:lstStyle/>
          <a:p>
            <a:fld id="{08A7B8A6-DC2C-4E66-899B-3FF6576B90A7}" type="slidenum">
              <a:rPr lang="en-US" smtClean="0"/>
              <a:t>9</a:t>
            </a:fld>
            <a:endParaRPr lang="en-US"/>
          </a:p>
        </p:txBody>
      </p:sp>
    </p:spTree>
    <p:extLst>
      <p:ext uri="{BB962C8B-B14F-4D97-AF65-F5344CB8AC3E}">
        <p14:creationId xmlns:p14="http://schemas.microsoft.com/office/powerpoint/2010/main" val="725190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F89C8-219F-A1F3-321C-F300AE867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F7F7B-8F92-2FEE-DC1E-B9EBDC075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B266F-C0AC-C408-C6B4-754E6AFFD1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2A71F3-E759-6334-E7A8-D6C26E68F1B6}"/>
              </a:ext>
            </a:extLst>
          </p:cNvPr>
          <p:cNvSpPr>
            <a:spLocks noGrp="1"/>
          </p:cNvSpPr>
          <p:nvPr>
            <p:ph type="sldNum" sz="quarter" idx="5"/>
          </p:nvPr>
        </p:nvSpPr>
        <p:spPr/>
        <p:txBody>
          <a:bodyPr/>
          <a:lstStyle/>
          <a:p>
            <a:fld id="{08A7B8A6-DC2C-4E66-899B-3FF6576B90A7}" type="slidenum">
              <a:rPr lang="en-US" smtClean="0"/>
              <a:t>10</a:t>
            </a:fld>
            <a:endParaRPr lang="en-US"/>
          </a:p>
        </p:txBody>
      </p:sp>
    </p:spTree>
    <p:extLst>
      <p:ext uri="{BB962C8B-B14F-4D97-AF65-F5344CB8AC3E}">
        <p14:creationId xmlns:p14="http://schemas.microsoft.com/office/powerpoint/2010/main" val="3163072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3E1E-2E68-F6D2-D6C9-9B096FCC9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D7664-52A7-1F3F-A451-7AF64DD47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36688-0884-9FA3-A67F-174170E652B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When creating a cluster, AKS generates or modifies resources it needs (like VMs and NICs) to create and run the cluster on behalf of the user. </a:t>
            </a:r>
          </a:p>
          <a:p>
            <a:r>
              <a:rPr lang="en-US" sz="1200" b="0" i="0" kern="1200" dirty="0">
                <a:solidFill>
                  <a:schemeClr val="tx1"/>
                </a:solidFill>
                <a:effectLst/>
                <a:latin typeface="+mn-lt"/>
                <a:ea typeface="+mn-ea"/>
                <a:cs typeface="+mn-cs"/>
              </a:rPr>
              <a:t>This identity is distinct from the cluster's identity permission, which is created during cluster creation.</a:t>
            </a:r>
            <a:endParaRPr lang="en-US" dirty="0"/>
          </a:p>
        </p:txBody>
      </p:sp>
      <p:sp>
        <p:nvSpPr>
          <p:cNvPr id="4" name="Slide Number Placeholder 3">
            <a:extLst>
              <a:ext uri="{FF2B5EF4-FFF2-40B4-BE49-F238E27FC236}">
                <a16:creationId xmlns:a16="http://schemas.microsoft.com/office/drawing/2014/main" id="{C5D35C89-85D6-4EE1-875E-BB05DA9988E8}"/>
              </a:ext>
            </a:extLst>
          </p:cNvPr>
          <p:cNvSpPr>
            <a:spLocks noGrp="1"/>
          </p:cNvSpPr>
          <p:nvPr>
            <p:ph type="sldNum" sz="quarter" idx="5"/>
          </p:nvPr>
        </p:nvSpPr>
        <p:spPr/>
        <p:txBody>
          <a:bodyPr/>
          <a:lstStyle/>
          <a:p>
            <a:fld id="{08A7B8A6-DC2C-4E66-899B-3FF6576B90A7}" type="slidenum">
              <a:rPr lang="en-US" smtClean="0"/>
              <a:t>12</a:t>
            </a:fld>
            <a:endParaRPr lang="en-US"/>
          </a:p>
        </p:txBody>
      </p:sp>
    </p:spTree>
    <p:extLst>
      <p:ext uri="{BB962C8B-B14F-4D97-AF65-F5344CB8AC3E}">
        <p14:creationId xmlns:p14="http://schemas.microsoft.com/office/powerpoint/2010/main" val="935957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E01F-9F7B-3156-D8B4-95FD77CCE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53EE3-F24C-0ED7-FEDD-65C6859F1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EB965-72B2-EE9F-6201-3BD4FF0DE8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14C10-15A6-52C7-58A3-4578C125F900}"/>
              </a:ext>
            </a:extLst>
          </p:cNvPr>
          <p:cNvSpPr>
            <a:spLocks noGrp="1"/>
          </p:cNvSpPr>
          <p:nvPr>
            <p:ph type="sldNum" sz="quarter" idx="5"/>
          </p:nvPr>
        </p:nvSpPr>
        <p:spPr/>
        <p:txBody>
          <a:bodyPr/>
          <a:lstStyle/>
          <a:p>
            <a:fld id="{08A7B8A6-DC2C-4E66-899B-3FF6576B90A7}" type="slidenum">
              <a:rPr lang="en-US" smtClean="0"/>
              <a:t>13</a:t>
            </a:fld>
            <a:endParaRPr lang="en-US"/>
          </a:p>
        </p:txBody>
      </p:sp>
    </p:spTree>
    <p:extLst>
      <p:ext uri="{BB962C8B-B14F-4D97-AF65-F5344CB8AC3E}">
        <p14:creationId xmlns:p14="http://schemas.microsoft.com/office/powerpoint/2010/main" val="615349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4A97-B07C-10F6-7991-8D94D8B7A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EEBE4-6EDD-B6C2-2182-BEDD13BF1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CB8C0-8526-DE48-25E0-67FF2C158C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2376F-2483-9FA8-6DB9-26DD600534EB}"/>
              </a:ext>
            </a:extLst>
          </p:cNvPr>
          <p:cNvSpPr>
            <a:spLocks noGrp="1"/>
          </p:cNvSpPr>
          <p:nvPr>
            <p:ph type="sldNum" sz="quarter" idx="5"/>
          </p:nvPr>
        </p:nvSpPr>
        <p:spPr/>
        <p:txBody>
          <a:bodyPr/>
          <a:lstStyle/>
          <a:p>
            <a:fld id="{08A7B8A6-DC2C-4E66-899B-3FF6576B90A7}" type="slidenum">
              <a:rPr lang="en-US" smtClean="0"/>
              <a:t>14</a:t>
            </a:fld>
            <a:endParaRPr lang="en-US"/>
          </a:p>
        </p:txBody>
      </p:sp>
    </p:spTree>
    <p:extLst>
      <p:ext uri="{BB962C8B-B14F-4D97-AF65-F5344CB8AC3E}">
        <p14:creationId xmlns:p14="http://schemas.microsoft.com/office/powerpoint/2010/main" val="880479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AAB35-123C-5481-97FF-83DE56292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9E4F1-5A46-EBEA-C3B5-3A1C25761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51FDA-B8E8-7D3B-8617-0AE6E37BBF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114EB1-36CD-C202-092B-CEE63DE29BC8}"/>
              </a:ext>
            </a:extLst>
          </p:cNvPr>
          <p:cNvSpPr>
            <a:spLocks noGrp="1"/>
          </p:cNvSpPr>
          <p:nvPr>
            <p:ph type="sldNum" sz="quarter" idx="5"/>
          </p:nvPr>
        </p:nvSpPr>
        <p:spPr/>
        <p:txBody>
          <a:bodyPr/>
          <a:lstStyle/>
          <a:p>
            <a:fld id="{08A7B8A6-DC2C-4E66-899B-3FF6576B90A7}" type="slidenum">
              <a:rPr lang="en-US" smtClean="0"/>
              <a:t>15</a:t>
            </a:fld>
            <a:endParaRPr lang="en-US"/>
          </a:p>
        </p:txBody>
      </p:sp>
    </p:spTree>
    <p:extLst>
      <p:ext uri="{BB962C8B-B14F-4D97-AF65-F5344CB8AC3E}">
        <p14:creationId xmlns:p14="http://schemas.microsoft.com/office/powerpoint/2010/main" val="902523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45DA3-0151-4CD7-3F28-4506EE08E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5908F-5C23-6ADC-5AAC-9F3F5C8EC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63D12-3101-11D6-81B3-970AB6CF53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D32561-4E00-F67D-D309-1A4C02431729}"/>
              </a:ext>
            </a:extLst>
          </p:cNvPr>
          <p:cNvSpPr>
            <a:spLocks noGrp="1"/>
          </p:cNvSpPr>
          <p:nvPr>
            <p:ph type="sldNum" sz="quarter" idx="5"/>
          </p:nvPr>
        </p:nvSpPr>
        <p:spPr/>
        <p:txBody>
          <a:bodyPr/>
          <a:lstStyle/>
          <a:p>
            <a:fld id="{08A7B8A6-DC2C-4E66-899B-3FF6576B90A7}" type="slidenum">
              <a:rPr lang="en-US" smtClean="0"/>
              <a:t>16</a:t>
            </a:fld>
            <a:endParaRPr lang="en-US"/>
          </a:p>
        </p:txBody>
      </p:sp>
    </p:spTree>
    <p:extLst>
      <p:ext uri="{BB962C8B-B14F-4D97-AF65-F5344CB8AC3E}">
        <p14:creationId xmlns:p14="http://schemas.microsoft.com/office/powerpoint/2010/main" val="4089463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src/DDSecurity/1IdentityAndAccess/manageAccess.sh</a:t>
            </a:r>
          </a:p>
        </p:txBody>
      </p:sp>
      <p:sp>
        <p:nvSpPr>
          <p:cNvPr id="4" name="Slide Number Placeholder 3"/>
          <p:cNvSpPr>
            <a:spLocks noGrp="1"/>
          </p:cNvSpPr>
          <p:nvPr>
            <p:ph type="sldNum" sz="quarter" idx="5"/>
          </p:nvPr>
        </p:nvSpPr>
        <p:spPr/>
        <p:txBody>
          <a:bodyPr/>
          <a:lstStyle/>
          <a:p>
            <a:fld id="{08A7B8A6-DC2C-4E66-899B-3FF6576B90A7}" type="slidenum">
              <a:rPr lang="en-US" smtClean="0"/>
              <a:t>17</a:t>
            </a:fld>
            <a:endParaRPr lang="en-US"/>
          </a:p>
        </p:txBody>
      </p:sp>
    </p:spTree>
    <p:extLst>
      <p:ext uri="{BB962C8B-B14F-4D97-AF65-F5344CB8AC3E}">
        <p14:creationId xmlns:p14="http://schemas.microsoft.com/office/powerpoint/2010/main" val="1283227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EC24-37C2-B77F-7CF1-8323D0C03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863CF-D4D8-B921-A152-4B9ABBEE8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BB4AA-7833-F509-C1FD-F058303CC7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B81CB-2166-E814-7226-152BA8CF82C2}"/>
              </a:ext>
            </a:extLst>
          </p:cNvPr>
          <p:cNvSpPr>
            <a:spLocks noGrp="1"/>
          </p:cNvSpPr>
          <p:nvPr>
            <p:ph type="sldNum" sz="quarter" idx="5"/>
          </p:nvPr>
        </p:nvSpPr>
        <p:spPr/>
        <p:txBody>
          <a:bodyPr/>
          <a:lstStyle/>
          <a:p>
            <a:fld id="{08A7B8A6-DC2C-4E66-899B-3FF6576B90A7}" type="slidenum">
              <a:rPr lang="en-US" smtClean="0"/>
              <a:t>19</a:t>
            </a:fld>
            <a:endParaRPr lang="en-US"/>
          </a:p>
        </p:txBody>
      </p:sp>
    </p:spTree>
    <p:extLst>
      <p:ext uri="{BB962C8B-B14F-4D97-AF65-F5344CB8AC3E}">
        <p14:creationId xmlns:p14="http://schemas.microsoft.com/office/powerpoint/2010/main" val="1376622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36ABE-7DDF-3BB1-0A05-AE1AE895D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0A807-84C3-2BA7-EBD8-E3B1F9EAC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C4952-5AE7-A2E5-CB02-0582CA854C74}"/>
              </a:ext>
            </a:extLst>
          </p:cNvPr>
          <p:cNvSpPr>
            <a:spLocks noGrp="1"/>
          </p:cNvSpPr>
          <p:nvPr>
            <p:ph type="body" idx="1"/>
          </p:nvPr>
        </p:nvSpPr>
        <p:spPr/>
        <p:txBody>
          <a:bodyPr/>
          <a:lstStyle/>
          <a:p>
            <a:r>
              <a:rPr lang="en-US" dirty="0">
                <a:hlinkClick r:id="rId3"/>
              </a:rPr>
              <a:t>Enable Microsoft Entra ID authentication for the AKS control plane - Azure Kubernetes Service | Microsoft Learn</a:t>
            </a:r>
            <a:r>
              <a:rPr lang="en-US" dirty="0"/>
              <a:t> </a:t>
            </a:r>
          </a:p>
        </p:txBody>
      </p:sp>
      <p:sp>
        <p:nvSpPr>
          <p:cNvPr id="4" name="Slide Number Placeholder 3">
            <a:extLst>
              <a:ext uri="{FF2B5EF4-FFF2-40B4-BE49-F238E27FC236}">
                <a16:creationId xmlns:a16="http://schemas.microsoft.com/office/drawing/2014/main" id="{B578798C-FFDC-7920-6C7A-0D2784DFA4C5}"/>
              </a:ext>
            </a:extLst>
          </p:cNvPr>
          <p:cNvSpPr>
            <a:spLocks noGrp="1"/>
          </p:cNvSpPr>
          <p:nvPr>
            <p:ph type="sldNum" sz="quarter" idx="5"/>
          </p:nvPr>
        </p:nvSpPr>
        <p:spPr/>
        <p:txBody>
          <a:bodyPr/>
          <a:lstStyle/>
          <a:p>
            <a:fld id="{08A7B8A6-DC2C-4E66-899B-3FF6576B90A7}" type="slidenum">
              <a:rPr lang="en-US" smtClean="0"/>
              <a:t>20</a:t>
            </a:fld>
            <a:endParaRPr lang="en-US"/>
          </a:p>
        </p:txBody>
      </p:sp>
    </p:spTree>
    <p:extLst>
      <p:ext uri="{BB962C8B-B14F-4D97-AF65-F5344CB8AC3E}">
        <p14:creationId xmlns:p14="http://schemas.microsoft.com/office/powerpoint/2010/main" val="1717414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438F1-ED4E-A284-917D-B371DFB24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FE659-FF0C-749D-070A-2427BE583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FC388-52EA-5338-0BFE-D456D6885D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DC425-87B2-387E-A66A-0BA0CB5CEC3E}"/>
              </a:ext>
            </a:extLst>
          </p:cNvPr>
          <p:cNvSpPr>
            <a:spLocks noGrp="1"/>
          </p:cNvSpPr>
          <p:nvPr>
            <p:ph type="sldNum" sz="quarter" idx="5"/>
          </p:nvPr>
        </p:nvSpPr>
        <p:spPr/>
        <p:txBody>
          <a:bodyPr/>
          <a:lstStyle/>
          <a:p>
            <a:fld id="{08A7B8A6-DC2C-4E66-899B-3FF6576B90A7}" type="slidenum">
              <a:rPr lang="en-US" smtClean="0"/>
              <a:t>21</a:t>
            </a:fld>
            <a:endParaRPr lang="en-US"/>
          </a:p>
        </p:txBody>
      </p:sp>
    </p:spTree>
    <p:extLst>
      <p:ext uri="{BB962C8B-B14F-4D97-AF65-F5344CB8AC3E}">
        <p14:creationId xmlns:p14="http://schemas.microsoft.com/office/powerpoint/2010/main" val="4067948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F724F-C692-7BEB-3FBD-818F901AB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D6E47-D741-4245-D666-8384DF0EE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12A70-637F-9399-4910-7321B45767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FF6E56-279E-FC7C-5786-DD8A6EB40ACF}"/>
              </a:ext>
            </a:extLst>
          </p:cNvPr>
          <p:cNvSpPr>
            <a:spLocks noGrp="1"/>
          </p:cNvSpPr>
          <p:nvPr>
            <p:ph type="sldNum" sz="quarter" idx="5"/>
          </p:nvPr>
        </p:nvSpPr>
        <p:spPr/>
        <p:txBody>
          <a:bodyPr/>
          <a:lstStyle/>
          <a:p>
            <a:fld id="{08A7B8A6-DC2C-4E66-899B-3FF6576B90A7}" type="slidenum">
              <a:rPr lang="en-US" smtClean="0"/>
              <a:t>22</a:t>
            </a:fld>
            <a:endParaRPr lang="en-US"/>
          </a:p>
        </p:txBody>
      </p:sp>
    </p:spTree>
    <p:extLst>
      <p:ext uri="{BB962C8B-B14F-4D97-AF65-F5344CB8AC3E}">
        <p14:creationId xmlns:p14="http://schemas.microsoft.com/office/powerpoint/2010/main" val="224162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604FC-F77D-C7BA-0538-2E47F64EE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4D679-00C2-5A96-7B84-45D9453F8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F0B67-049E-83BA-51B9-45AEC08C54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E3B548-BF9B-2EBA-14F9-C0DB9CFDA4DE}"/>
              </a:ext>
            </a:extLst>
          </p:cNvPr>
          <p:cNvSpPr>
            <a:spLocks noGrp="1"/>
          </p:cNvSpPr>
          <p:nvPr>
            <p:ph type="sldNum" sz="quarter" idx="5"/>
          </p:nvPr>
        </p:nvSpPr>
        <p:spPr/>
        <p:txBody>
          <a:bodyPr/>
          <a:lstStyle/>
          <a:p>
            <a:fld id="{08A7B8A6-DC2C-4E66-899B-3FF6576B90A7}" type="slidenum">
              <a:rPr lang="en-US" smtClean="0"/>
              <a:t>23</a:t>
            </a:fld>
            <a:endParaRPr lang="en-US"/>
          </a:p>
        </p:txBody>
      </p:sp>
    </p:spTree>
    <p:extLst>
      <p:ext uri="{BB962C8B-B14F-4D97-AF65-F5344CB8AC3E}">
        <p14:creationId xmlns:p14="http://schemas.microsoft.com/office/powerpoint/2010/main" val="2638807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579A1-BD2F-3214-8CEC-77F17F8B0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32338-E4D6-807D-7959-91880C051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199AC3-7530-D635-FA50-13813E46C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9462F-CC48-625F-BA30-57331B6FC569}"/>
              </a:ext>
            </a:extLst>
          </p:cNvPr>
          <p:cNvSpPr>
            <a:spLocks noGrp="1"/>
          </p:cNvSpPr>
          <p:nvPr>
            <p:ph type="sldNum" sz="quarter" idx="5"/>
          </p:nvPr>
        </p:nvSpPr>
        <p:spPr/>
        <p:txBody>
          <a:bodyPr/>
          <a:lstStyle/>
          <a:p>
            <a:fld id="{08A7B8A6-DC2C-4E66-899B-3FF6576B90A7}" type="slidenum">
              <a:rPr lang="en-US" smtClean="0"/>
              <a:t>24</a:t>
            </a:fld>
            <a:endParaRPr lang="en-US"/>
          </a:p>
        </p:txBody>
      </p:sp>
    </p:spTree>
    <p:extLst>
      <p:ext uri="{BB962C8B-B14F-4D97-AF65-F5344CB8AC3E}">
        <p14:creationId xmlns:p14="http://schemas.microsoft.com/office/powerpoint/2010/main" val="2622313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A150-1B88-0BBC-76A1-1883170AE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55225-0655-FDFD-3160-45D868066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3DA01-6B5A-FF55-8DBC-530C511F8D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6304A0-7CDE-37CB-4F38-E63B689F32E8}"/>
              </a:ext>
            </a:extLst>
          </p:cNvPr>
          <p:cNvSpPr>
            <a:spLocks noGrp="1"/>
          </p:cNvSpPr>
          <p:nvPr>
            <p:ph type="sldNum" sz="quarter" idx="5"/>
          </p:nvPr>
        </p:nvSpPr>
        <p:spPr/>
        <p:txBody>
          <a:bodyPr/>
          <a:lstStyle/>
          <a:p>
            <a:fld id="{08A7B8A6-DC2C-4E66-899B-3FF6576B90A7}" type="slidenum">
              <a:rPr lang="en-US" smtClean="0"/>
              <a:t>25</a:t>
            </a:fld>
            <a:endParaRPr lang="en-US"/>
          </a:p>
        </p:txBody>
      </p:sp>
    </p:spTree>
    <p:extLst>
      <p:ext uri="{BB962C8B-B14F-4D97-AF65-F5344CB8AC3E}">
        <p14:creationId xmlns:p14="http://schemas.microsoft.com/office/powerpoint/2010/main" val="25993906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53FB7-13AF-F7A5-1816-D3662CD7E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943B4-64BE-6463-7178-CF65CCBAC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80709-AB39-B880-A405-8F4164AC0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84F74-E828-BB2B-8D8C-1F80334AC9CB}"/>
              </a:ext>
            </a:extLst>
          </p:cNvPr>
          <p:cNvSpPr>
            <a:spLocks noGrp="1"/>
          </p:cNvSpPr>
          <p:nvPr>
            <p:ph type="sldNum" sz="quarter" idx="5"/>
          </p:nvPr>
        </p:nvSpPr>
        <p:spPr/>
        <p:txBody>
          <a:bodyPr/>
          <a:lstStyle/>
          <a:p>
            <a:fld id="{08A7B8A6-DC2C-4E66-899B-3FF6576B90A7}" type="slidenum">
              <a:rPr lang="en-US" smtClean="0"/>
              <a:t>26</a:t>
            </a:fld>
            <a:endParaRPr lang="en-US"/>
          </a:p>
        </p:txBody>
      </p:sp>
    </p:spTree>
    <p:extLst>
      <p:ext uri="{BB962C8B-B14F-4D97-AF65-F5344CB8AC3E}">
        <p14:creationId xmlns:p14="http://schemas.microsoft.com/office/powerpoint/2010/main" val="1553038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FEEB-4954-035A-1875-0B5238FFB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B5BE2-957A-DFCE-1B48-8BD94C328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CA50E-E8D0-7099-5182-196077368C44}"/>
              </a:ext>
            </a:extLst>
          </p:cNvPr>
          <p:cNvSpPr>
            <a:spLocks noGrp="1"/>
          </p:cNvSpPr>
          <p:nvPr>
            <p:ph type="body" idx="1"/>
          </p:nvPr>
        </p:nvSpPr>
        <p:spPr/>
        <p:txBody>
          <a:bodyPr/>
          <a:lstStyle/>
          <a:p>
            <a:r>
              <a:rPr lang="en-US" dirty="0"/>
              <a:t>src/DDSecurity/1IdentityAndAccess/EnableEntraIDIntegration.sh</a:t>
            </a:r>
          </a:p>
          <a:p>
            <a:endParaRPr lang="en-US" dirty="0"/>
          </a:p>
          <a:p>
            <a:r>
              <a:rPr lang="en-US" dirty="0"/>
              <a:t>Reference: https://learn.microsoft.com/en-us/azure/aks/entra-id-control-plane-authentication </a:t>
            </a:r>
          </a:p>
        </p:txBody>
      </p:sp>
      <p:sp>
        <p:nvSpPr>
          <p:cNvPr id="4" name="Slide Number Placeholder 3">
            <a:extLst>
              <a:ext uri="{FF2B5EF4-FFF2-40B4-BE49-F238E27FC236}">
                <a16:creationId xmlns:a16="http://schemas.microsoft.com/office/drawing/2014/main" id="{71FA4C89-E91F-6BD5-9387-C0599E59E1A7}"/>
              </a:ext>
            </a:extLst>
          </p:cNvPr>
          <p:cNvSpPr>
            <a:spLocks noGrp="1"/>
          </p:cNvSpPr>
          <p:nvPr>
            <p:ph type="sldNum" sz="quarter" idx="5"/>
          </p:nvPr>
        </p:nvSpPr>
        <p:spPr/>
        <p:txBody>
          <a:bodyPr/>
          <a:lstStyle/>
          <a:p>
            <a:fld id="{08A7B8A6-DC2C-4E66-899B-3FF6576B90A7}" type="slidenum">
              <a:rPr lang="en-US" smtClean="0"/>
              <a:t>27</a:t>
            </a:fld>
            <a:endParaRPr lang="en-US"/>
          </a:p>
        </p:txBody>
      </p:sp>
    </p:spTree>
    <p:extLst>
      <p:ext uri="{BB962C8B-B14F-4D97-AF65-F5344CB8AC3E}">
        <p14:creationId xmlns:p14="http://schemas.microsoft.com/office/powerpoint/2010/main" val="313620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01CB1-E087-C509-19D5-45A7ACC2B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E7EE3-7458-A85E-970C-8B5FC64AD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96B3C-EA0F-2181-BA10-C030AF921DCD}"/>
              </a:ext>
            </a:extLst>
          </p:cNvPr>
          <p:cNvSpPr>
            <a:spLocks noGrp="1"/>
          </p:cNvSpPr>
          <p:nvPr>
            <p:ph type="body" idx="1"/>
          </p:nvPr>
        </p:nvSpPr>
        <p:spPr/>
        <p:txBody>
          <a:bodyPr/>
          <a:lstStyle/>
          <a:p>
            <a:r>
              <a:rPr lang="en-US" dirty="0"/>
              <a:t>References:</a:t>
            </a:r>
          </a:p>
          <a:p>
            <a:r>
              <a:rPr lang="en-US" dirty="0"/>
              <a:t>https://learn.microsoft.com/en-us/azure/aks/kubelogin-authentication?tabs=environment-variables&amp;pivots=device-code </a:t>
            </a:r>
          </a:p>
          <a:p>
            <a:r>
              <a:rPr lang="en-US" dirty="0"/>
              <a:t>https://azure.github.io/kubelogin/concepts/login-modes/azurecli.html </a:t>
            </a:r>
          </a:p>
        </p:txBody>
      </p:sp>
      <p:sp>
        <p:nvSpPr>
          <p:cNvPr id="4" name="Slide Number Placeholder 3">
            <a:extLst>
              <a:ext uri="{FF2B5EF4-FFF2-40B4-BE49-F238E27FC236}">
                <a16:creationId xmlns:a16="http://schemas.microsoft.com/office/drawing/2014/main" id="{F6AFE856-ACA7-C88D-A6AA-F5CD55C17144}"/>
              </a:ext>
            </a:extLst>
          </p:cNvPr>
          <p:cNvSpPr>
            <a:spLocks noGrp="1"/>
          </p:cNvSpPr>
          <p:nvPr>
            <p:ph type="sldNum" sz="quarter" idx="5"/>
          </p:nvPr>
        </p:nvSpPr>
        <p:spPr/>
        <p:txBody>
          <a:bodyPr/>
          <a:lstStyle/>
          <a:p>
            <a:fld id="{08A7B8A6-DC2C-4E66-899B-3FF6576B90A7}" type="slidenum">
              <a:rPr lang="en-US" smtClean="0"/>
              <a:t>28</a:t>
            </a:fld>
            <a:endParaRPr lang="en-US"/>
          </a:p>
        </p:txBody>
      </p:sp>
    </p:spTree>
    <p:extLst>
      <p:ext uri="{BB962C8B-B14F-4D97-AF65-F5344CB8AC3E}">
        <p14:creationId xmlns:p14="http://schemas.microsoft.com/office/powerpoint/2010/main" val="3582745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19147-441B-D091-76DB-C4B1B5C4E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CE217-E5CB-D5CF-D0EE-B39BCCBE1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BF456-6B48-45BD-E62A-D69760F680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F115B-E98C-A51F-F9E5-8DE95F9ACDA0}"/>
              </a:ext>
            </a:extLst>
          </p:cNvPr>
          <p:cNvSpPr>
            <a:spLocks noGrp="1"/>
          </p:cNvSpPr>
          <p:nvPr>
            <p:ph type="sldNum" sz="quarter" idx="5"/>
          </p:nvPr>
        </p:nvSpPr>
        <p:spPr/>
        <p:txBody>
          <a:bodyPr/>
          <a:lstStyle/>
          <a:p>
            <a:fld id="{08A7B8A6-DC2C-4E66-899B-3FF6576B90A7}" type="slidenum">
              <a:rPr lang="en-US" smtClean="0"/>
              <a:t>29</a:t>
            </a:fld>
            <a:endParaRPr lang="en-US"/>
          </a:p>
        </p:txBody>
      </p:sp>
    </p:spTree>
    <p:extLst>
      <p:ext uri="{BB962C8B-B14F-4D97-AF65-F5344CB8AC3E}">
        <p14:creationId xmlns:p14="http://schemas.microsoft.com/office/powerpoint/2010/main" val="362662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59A59-DE3F-B804-38A7-01C079F98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FE8-6854-8291-F37B-5E65A61D1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BA21C-B281-0893-EB2B-F4DC68F267B8}"/>
              </a:ext>
            </a:extLst>
          </p:cNvPr>
          <p:cNvSpPr>
            <a:spLocks noGrp="1"/>
          </p:cNvSpPr>
          <p:nvPr>
            <p:ph type="body" idx="1"/>
          </p:nvPr>
        </p:nvSpPr>
        <p:spPr/>
        <p:txBody>
          <a:bodyPr/>
          <a:lstStyle/>
          <a:p>
            <a:r>
              <a:rPr lang="en-US" dirty="0"/>
              <a:t>src/DDSecurity/1IdentityAndAccess/DisableLocalAccounts.sh</a:t>
            </a:r>
          </a:p>
          <a:p>
            <a:endParaRPr lang="en-US" dirty="0"/>
          </a:p>
          <a:p>
            <a:r>
              <a:rPr lang="en-US" dirty="0"/>
              <a:t>Reference:</a:t>
            </a:r>
          </a:p>
          <a:p>
            <a:r>
              <a:rPr lang="en-US" dirty="0"/>
              <a:t>https://learn.microsoft.com/en-us/azure/aks/local-accounts </a:t>
            </a:r>
          </a:p>
        </p:txBody>
      </p:sp>
      <p:sp>
        <p:nvSpPr>
          <p:cNvPr id="4" name="Slide Number Placeholder 3">
            <a:extLst>
              <a:ext uri="{FF2B5EF4-FFF2-40B4-BE49-F238E27FC236}">
                <a16:creationId xmlns:a16="http://schemas.microsoft.com/office/drawing/2014/main" id="{A8541EC8-798F-CECF-E778-4E5D7D715C15}"/>
              </a:ext>
            </a:extLst>
          </p:cNvPr>
          <p:cNvSpPr>
            <a:spLocks noGrp="1"/>
          </p:cNvSpPr>
          <p:nvPr>
            <p:ph type="sldNum" sz="quarter" idx="5"/>
          </p:nvPr>
        </p:nvSpPr>
        <p:spPr/>
        <p:txBody>
          <a:bodyPr/>
          <a:lstStyle/>
          <a:p>
            <a:fld id="{08A7B8A6-DC2C-4E66-899B-3FF6576B90A7}" type="slidenum">
              <a:rPr lang="en-US" smtClean="0"/>
              <a:t>30</a:t>
            </a:fld>
            <a:endParaRPr lang="en-US"/>
          </a:p>
        </p:txBody>
      </p:sp>
    </p:spTree>
    <p:extLst>
      <p:ext uri="{BB962C8B-B14F-4D97-AF65-F5344CB8AC3E}">
        <p14:creationId xmlns:p14="http://schemas.microsoft.com/office/powerpoint/2010/main" val="681353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7EE4D-F4AC-EBC8-6E99-0F99B5577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63C83-8FB1-150B-F1FA-71A9B6EB2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246F-A2BC-B175-F84F-103CF559D7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85AC0E-F671-89B3-0A12-D2E50578D5BF}"/>
              </a:ext>
            </a:extLst>
          </p:cNvPr>
          <p:cNvSpPr>
            <a:spLocks noGrp="1"/>
          </p:cNvSpPr>
          <p:nvPr>
            <p:ph type="sldNum" sz="quarter" idx="5"/>
          </p:nvPr>
        </p:nvSpPr>
        <p:spPr/>
        <p:txBody>
          <a:bodyPr/>
          <a:lstStyle/>
          <a:p>
            <a:fld id="{08A7B8A6-DC2C-4E66-899B-3FF6576B90A7}" type="slidenum">
              <a:rPr lang="en-US" smtClean="0"/>
              <a:t>31</a:t>
            </a:fld>
            <a:endParaRPr lang="en-US"/>
          </a:p>
        </p:txBody>
      </p:sp>
    </p:spTree>
    <p:extLst>
      <p:ext uri="{BB962C8B-B14F-4D97-AF65-F5344CB8AC3E}">
        <p14:creationId xmlns:p14="http://schemas.microsoft.com/office/powerpoint/2010/main" val="3404302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D7EC-AE0B-A313-3D80-D0EB1C9E5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68464-5B21-B22A-FABD-30B2D2421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D5699-B74E-659C-BBE7-9D127764D33D}"/>
              </a:ext>
            </a:extLst>
          </p:cNvPr>
          <p:cNvSpPr>
            <a:spLocks noGrp="1"/>
          </p:cNvSpPr>
          <p:nvPr>
            <p:ph type="body" idx="1"/>
          </p:nvPr>
        </p:nvSpPr>
        <p:spPr/>
        <p:txBody>
          <a:bodyPr/>
          <a:lstStyle/>
          <a:p>
            <a:r>
              <a:rPr lang="en-US" dirty="0"/>
              <a:t>src/DDSecurity/1IdentityAndAccess/NodeAccesswithSSH.sh</a:t>
            </a:r>
          </a:p>
          <a:p>
            <a:endParaRPr lang="en-US" dirty="0"/>
          </a:p>
          <a:p>
            <a:r>
              <a:rPr lang="en-US" dirty="0"/>
              <a:t>Reference:</a:t>
            </a:r>
          </a:p>
          <a:p>
            <a:r>
              <a:rPr lang="en-US" dirty="0"/>
              <a:t>https://learn.microsoft.com/en-us/azure/aks/manage-ssh-node-access?pivots=entraid-ssh</a:t>
            </a:r>
          </a:p>
        </p:txBody>
      </p:sp>
      <p:sp>
        <p:nvSpPr>
          <p:cNvPr id="4" name="Slide Number Placeholder 3">
            <a:extLst>
              <a:ext uri="{FF2B5EF4-FFF2-40B4-BE49-F238E27FC236}">
                <a16:creationId xmlns:a16="http://schemas.microsoft.com/office/drawing/2014/main" id="{8560CE98-D34D-EA2C-E9EF-990F150587FC}"/>
              </a:ext>
            </a:extLst>
          </p:cNvPr>
          <p:cNvSpPr>
            <a:spLocks noGrp="1"/>
          </p:cNvSpPr>
          <p:nvPr>
            <p:ph type="sldNum" sz="quarter" idx="5"/>
          </p:nvPr>
        </p:nvSpPr>
        <p:spPr/>
        <p:txBody>
          <a:bodyPr/>
          <a:lstStyle/>
          <a:p>
            <a:fld id="{08A7B8A6-DC2C-4E66-899B-3FF6576B90A7}" type="slidenum">
              <a:rPr lang="en-US" smtClean="0"/>
              <a:t>32</a:t>
            </a:fld>
            <a:endParaRPr lang="en-US"/>
          </a:p>
        </p:txBody>
      </p:sp>
    </p:spTree>
    <p:extLst>
      <p:ext uri="{BB962C8B-B14F-4D97-AF65-F5344CB8AC3E}">
        <p14:creationId xmlns:p14="http://schemas.microsoft.com/office/powerpoint/2010/main" val="31697157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4314-2C62-CF56-BACE-25192AC5B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24A5D-EB26-31D5-7F6A-907A6CE33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65828-714C-B859-5D68-11CDEDB974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285FCD-A16C-1C38-9DAF-A3A85572C162}"/>
              </a:ext>
            </a:extLst>
          </p:cNvPr>
          <p:cNvSpPr>
            <a:spLocks noGrp="1"/>
          </p:cNvSpPr>
          <p:nvPr>
            <p:ph type="sldNum" sz="quarter" idx="5"/>
          </p:nvPr>
        </p:nvSpPr>
        <p:spPr/>
        <p:txBody>
          <a:bodyPr/>
          <a:lstStyle/>
          <a:p>
            <a:fld id="{08A7B8A6-DC2C-4E66-899B-3FF6576B90A7}" type="slidenum">
              <a:rPr lang="en-US" smtClean="0"/>
              <a:t>33</a:t>
            </a:fld>
            <a:endParaRPr lang="en-US"/>
          </a:p>
        </p:txBody>
      </p:sp>
    </p:spTree>
    <p:extLst>
      <p:ext uri="{BB962C8B-B14F-4D97-AF65-F5344CB8AC3E}">
        <p14:creationId xmlns:p14="http://schemas.microsoft.com/office/powerpoint/2010/main" val="400527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86EE9-4B34-5665-2D67-3DFCF409C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41B77-B567-2C57-F99E-4E0C633D4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338D9-282A-C071-E79A-F8D75B8ECAC6}"/>
              </a:ext>
            </a:extLst>
          </p:cNvPr>
          <p:cNvSpPr>
            <a:spLocks noGrp="1"/>
          </p:cNvSpPr>
          <p:nvPr>
            <p:ph type="body" idx="1"/>
          </p:nvPr>
        </p:nvSpPr>
        <p:spPr/>
        <p:txBody>
          <a:bodyPr/>
          <a:lstStyle/>
          <a:p>
            <a:r>
              <a:rPr lang="en-US" dirty="0"/>
              <a:t>src/DDSecurity/1IdentityAndAccess/NodeAccesswithSSH.sh</a:t>
            </a:r>
          </a:p>
          <a:p>
            <a:endParaRPr lang="en-US" dirty="0"/>
          </a:p>
          <a:p>
            <a:r>
              <a:rPr lang="en-US" dirty="0"/>
              <a:t>Reference:</a:t>
            </a:r>
          </a:p>
          <a:p>
            <a:r>
              <a:rPr lang="en-US" dirty="0"/>
              <a:t>https://learn.microsoft.com/en-us/azure/aks/access-control-managed-azure-ad </a:t>
            </a:r>
          </a:p>
        </p:txBody>
      </p:sp>
      <p:sp>
        <p:nvSpPr>
          <p:cNvPr id="4" name="Slide Number Placeholder 3">
            <a:extLst>
              <a:ext uri="{FF2B5EF4-FFF2-40B4-BE49-F238E27FC236}">
                <a16:creationId xmlns:a16="http://schemas.microsoft.com/office/drawing/2014/main" id="{6BDA62F7-D28B-D0EB-8E56-B72F82AF1E95}"/>
              </a:ext>
            </a:extLst>
          </p:cNvPr>
          <p:cNvSpPr>
            <a:spLocks noGrp="1"/>
          </p:cNvSpPr>
          <p:nvPr>
            <p:ph type="sldNum" sz="quarter" idx="5"/>
          </p:nvPr>
        </p:nvSpPr>
        <p:spPr/>
        <p:txBody>
          <a:bodyPr/>
          <a:lstStyle/>
          <a:p>
            <a:fld id="{08A7B8A6-DC2C-4E66-899B-3FF6576B90A7}" type="slidenum">
              <a:rPr lang="en-US" smtClean="0"/>
              <a:t>34</a:t>
            </a:fld>
            <a:endParaRPr lang="en-US"/>
          </a:p>
        </p:txBody>
      </p:sp>
    </p:spTree>
    <p:extLst>
      <p:ext uri="{BB962C8B-B14F-4D97-AF65-F5344CB8AC3E}">
        <p14:creationId xmlns:p14="http://schemas.microsoft.com/office/powerpoint/2010/main" val="6443855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F0F31-3F6F-D32F-8DA6-5FA6E224E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6BB99-F1AB-687B-F8CC-C1B2A20D0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56CFA-AE68-A73F-3CA3-619B690979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AF7723-1EF0-CC73-8191-1B70D1697D0D}"/>
              </a:ext>
            </a:extLst>
          </p:cNvPr>
          <p:cNvSpPr>
            <a:spLocks noGrp="1"/>
          </p:cNvSpPr>
          <p:nvPr>
            <p:ph type="sldNum" sz="quarter" idx="5"/>
          </p:nvPr>
        </p:nvSpPr>
        <p:spPr/>
        <p:txBody>
          <a:bodyPr/>
          <a:lstStyle/>
          <a:p>
            <a:fld id="{08A7B8A6-DC2C-4E66-899B-3FF6576B90A7}" type="slidenum">
              <a:rPr lang="en-US" smtClean="0"/>
              <a:t>35</a:t>
            </a:fld>
            <a:endParaRPr lang="en-US"/>
          </a:p>
        </p:txBody>
      </p:sp>
    </p:spTree>
    <p:extLst>
      <p:ext uri="{BB962C8B-B14F-4D97-AF65-F5344CB8AC3E}">
        <p14:creationId xmlns:p14="http://schemas.microsoft.com/office/powerpoint/2010/main" val="31543088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C95B-5316-E8B2-6ABA-CC9960EBD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E8129-AB25-FB33-0312-DCFD384C7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A0758-5919-0AD4-4DD4-B9E3CA3C2674}"/>
              </a:ext>
            </a:extLst>
          </p:cNvPr>
          <p:cNvSpPr>
            <a:spLocks noGrp="1"/>
          </p:cNvSpPr>
          <p:nvPr>
            <p:ph type="body" idx="1"/>
          </p:nvPr>
        </p:nvSpPr>
        <p:spPr/>
        <p:txBody>
          <a:bodyPr/>
          <a:lstStyle/>
          <a:p>
            <a:r>
              <a:rPr lang="en-US" dirty="0"/>
              <a:t>src/DDSecurity/1IdentityAndAccess/PIMforAKS.sh</a:t>
            </a:r>
          </a:p>
          <a:p>
            <a:endParaRPr lang="en-US" dirty="0"/>
          </a:p>
          <a:p>
            <a:r>
              <a:rPr lang="en-US" dirty="0"/>
              <a:t>Reference:</a:t>
            </a:r>
          </a:p>
          <a:p>
            <a:r>
              <a:rPr lang="en-US" dirty="0"/>
              <a:t>https://learn.microsoft.com/en-us/azure/aks/privileged-identity-management</a:t>
            </a:r>
          </a:p>
        </p:txBody>
      </p:sp>
      <p:sp>
        <p:nvSpPr>
          <p:cNvPr id="4" name="Slide Number Placeholder 3">
            <a:extLst>
              <a:ext uri="{FF2B5EF4-FFF2-40B4-BE49-F238E27FC236}">
                <a16:creationId xmlns:a16="http://schemas.microsoft.com/office/drawing/2014/main" id="{B52881CB-1872-ED85-581D-BDB036A6EA04}"/>
              </a:ext>
            </a:extLst>
          </p:cNvPr>
          <p:cNvSpPr>
            <a:spLocks noGrp="1"/>
          </p:cNvSpPr>
          <p:nvPr>
            <p:ph type="sldNum" sz="quarter" idx="5"/>
          </p:nvPr>
        </p:nvSpPr>
        <p:spPr/>
        <p:txBody>
          <a:bodyPr/>
          <a:lstStyle/>
          <a:p>
            <a:fld id="{08A7B8A6-DC2C-4E66-899B-3FF6576B90A7}" type="slidenum">
              <a:rPr lang="en-US" smtClean="0"/>
              <a:t>36</a:t>
            </a:fld>
            <a:endParaRPr lang="en-US"/>
          </a:p>
        </p:txBody>
      </p:sp>
    </p:spTree>
    <p:extLst>
      <p:ext uri="{BB962C8B-B14F-4D97-AF65-F5344CB8AC3E}">
        <p14:creationId xmlns:p14="http://schemas.microsoft.com/office/powerpoint/2010/main" val="3583823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D847-D762-18B5-7A6C-0A1006B0C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C9E98-165D-B4C3-5D65-E7F0A9356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D341B-937B-E4C4-EF7D-FC2D26ACF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344EE5-F926-2166-4432-F58BAF24646A}"/>
              </a:ext>
            </a:extLst>
          </p:cNvPr>
          <p:cNvSpPr>
            <a:spLocks noGrp="1"/>
          </p:cNvSpPr>
          <p:nvPr>
            <p:ph type="sldNum" sz="quarter" idx="5"/>
          </p:nvPr>
        </p:nvSpPr>
        <p:spPr/>
        <p:txBody>
          <a:bodyPr/>
          <a:lstStyle/>
          <a:p>
            <a:fld id="{08A7B8A6-DC2C-4E66-899B-3FF6576B90A7}" type="slidenum">
              <a:rPr lang="en-US" smtClean="0"/>
              <a:t>37</a:t>
            </a:fld>
            <a:endParaRPr lang="en-US"/>
          </a:p>
        </p:txBody>
      </p:sp>
    </p:spTree>
    <p:extLst>
      <p:ext uri="{BB962C8B-B14F-4D97-AF65-F5344CB8AC3E}">
        <p14:creationId xmlns:p14="http://schemas.microsoft.com/office/powerpoint/2010/main" val="15875470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5D3F7-53A9-D069-E6FB-77997235F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0CDD7-CB08-59EF-0607-59F81EF4E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0B94F-B6C1-1679-4EA5-945507277B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21B524-14EF-281F-F1D8-3A43B2064432}"/>
              </a:ext>
            </a:extLst>
          </p:cNvPr>
          <p:cNvSpPr>
            <a:spLocks noGrp="1"/>
          </p:cNvSpPr>
          <p:nvPr>
            <p:ph type="sldNum" sz="quarter" idx="5"/>
          </p:nvPr>
        </p:nvSpPr>
        <p:spPr/>
        <p:txBody>
          <a:bodyPr/>
          <a:lstStyle/>
          <a:p>
            <a:fld id="{08A7B8A6-DC2C-4E66-899B-3FF6576B90A7}" type="slidenum">
              <a:rPr lang="en-US" smtClean="0"/>
              <a:t>38</a:t>
            </a:fld>
            <a:endParaRPr lang="en-US"/>
          </a:p>
        </p:txBody>
      </p:sp>
    </p:spTree>
    <p:extLst>
      <p:ext uri="{BB962C8B-B14F-4D97-AF65-F5344CB8AC3E}">
        <p14:creationId xmlns:p14="http://schemas.microsoft.com/office/powerpoint/2010/main" val="15303837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E84A8-37E7-A3E1-8DC1-252B69F20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14897-29B3-B31E-2D70-8A7262665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B5459-693C-FF22-E556-8AC8F6436C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D56E70-E794-1778-1AFE-5E7E188758C6}"/>
              </a:ext>
            </a:extLst>
          </p:cNvPr>
          <p:cNvSpPr>
            <a:spLocks noGrp="1"/>
          </p:cNvSpPr>
          <p:nvPr>
            <p:ph type="sldNum" sz="quarter" idx="5"/>
          </p:nvPr>
        </p:nvSpPr>
        <p:spPr/>
        <p:txBody>
          <a:bodyPr/>
          <a:lstStyle/>
          <a:p>
            <a:fld id="{08A7B8A6-DC2C-4E66-899B-3FF6576B90A7}" type="slidenum">
              <a:rPr lang="en-US" smtClean="0"/>
              <a:t>39</a:t>
            </a:fld>
            <a:endParaRPr lang="en-US"/>
          </a:p>
        </p:txBody>
      </p:sp>
    </p:spTree>
    <p:extLst>
      <p:ext uri="{BB962C8B-B14F-4D97-AF65-F5344CB8AC3E}">
        <p14:creationId xmlns:p14="http://schemas.microsoft.com/office/powerpoint/2010/main" val="4143920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1C89-AEE2-3E07-A8AC-77D515B82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15D14-95D9-7170-9485-C6525FAC2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89C27-0026-968A-0BD9-6E2B8DAC54A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When a user attempts to access the Kubernetes API server using structured authentication with an external identity provider, the authentication and authorization flow is as follows:</a:t>
            </a:r>
          </a:p>
          <a:p>
            <a:r>
              <a:rPr lang="en-US" sz="1200" b="1" i="0" kern="1200" dirty="0">
                <a:solidFill>
                  <a:schemeClr val="tx1"/>
                </a:solidFill>
                <a:effectLst/>
                <a:latin typeface="+mn-lt"/>
                <a:ea typeface="+mn-ea"/>
                <a:cs typeface="+mn-cs"/>
              </a:rPr>
              <a:t>Authentication</a:t>
            </a:r>
            <a:r>
              <a:rPr lang="en-US" sz="1200" b="0" i="0" kern="1200" dirty="0">
                <a:solidFill>
                  <a:schemeClr val="tx1"/>
                </a:solidFill>
                <a:effectLst/>
                <a:latin typeface="+mn-lt"/>
                <a:ea typeface="+mn-ea"/>
                <a:cs typeface="+mn-cs"/>
              </a:rPr>
              <a:t>: The following steps validate the user's identity:</a:t>
            </a:r>
          </a:p>
          <a:p>
            <a:pPr lvl="1"/>
            <a:r>
              <a:rPr lang="en-US" sz="1200" b="1" i="0" kern="1200" dirty="0">
                <a:solidFill>
                  <a:schemeClr val="tx1"/>
                </a:solidFill>
                <a:effectLst/>
                <a:latin typeface="+mn-lt"/>
                <a:ea typeface="+mn-ea"/>
                <a:cs typeface="+mn-cs"/>
              </a:rPr>
              <a:t>Token presentation</a:t>
            </a:r>
            <a:r>
              <a:rPr lang="en-US" sz="1200" b="0" i="0" kern="1200" dirty="0">
                <a:solidFill>
                  <a:schemeClr val="tx1"/>
                </a:solidFill>
                <a:effectLst/>
                <a:latin typeface="+mn-lt"/>
                <a:ea typeface="+mn-ea"/>
                <a:cs typeface="+mn-cs"/>
              </a:rPr>
              <a:t>: The user presents a JWT token from their configured identity provider.</a:t>
            </a:r>
          </a:p>
          <a:p>
            <a:pPr lvl="1"/>
            <a:r>
              <a:rPr lang="en-US" sz="1200" b="1" i="0" kern="1200" dirty="0">
                <a:solidFill>
                  <a:schemeClr val="tx1"/>
                </a:solidFill>
                <a:effectLst/>
                <a:latin typeface="+mn-lt"/>
                <a:ea typeface="+mn-ea"/>
                <a:cs typeface="+mn-cs"/>
              </a:rPr>
              <a:t>Token validation</a:t>
            </a:r>
            <a:r>
              <a:rPr lang="en-US" sz="1200" b="0" i="0" kern="1200" dirty="0">
                <a:solidFill>
                  <a:schemeClr val="tx1"/>
                </a:solidFill>
                <a:effectLst/>
                <a:latin typeface="+mn-lt"/>
                <a:ea typeface="+mn-ea"/>
                <a:cs typeface="+mn-cs"/>
              </a:rPr>
              <a:t>: The API server validates the token's signature, issuer, audience, and expiration.</a:t>
            </a:r>
          </a:p>
          <a:p>
            <a:pPr lvl="1"/>
            <a:r>
              <a:rPr lang="en-US" sz="1200" b="1" i="0" kern="1200" dirty="0">
                <a:solidFill>
                  <a:schemeClr val="tx1"/>
                </a:solidFill>
                <a:effectLst/>
                <a:latin typeface="+mn-lt"/>
                <a:ea typeface="+mn-ea"/>
                <a:cs typeface="+mn-cs"/>
              </a:rPr>
              <a:t>Claim processing</a:t>
            </a:r>
            <a:r>
              <a:rPr lang="en-US" sz="1200" b="0" i="0" kern="1200" dirty="0">
                <a:solidFill>
                  <a:schemeClr val="tx1"/>
                </a:solidFill>
                <a:effectLst/>
                <a:latin typeface="+mn-lt"/>
                <a:ea typeface="+mn-ea"/>
                <a:cs typeface="+mn-cs"/>
              </a:rPr>
              <a:t>: Custom claim validation rules are applied to ensure the token meets your requirements.</a:t>
            </a:r>
          </a:p>
          <a:p>
            <a:pPr lvl="1"/>
            <a:r>
              <a:rPr lang="en-US" sz="1200" b="1" i="0" kern="1200" dirty="0">
                <a:solidFill>
                  <a:schemeClr val="tx1"/>
                </a:solidFill>
                <a:effectLst/>
                <a:latin typeface="+mn-lt"/>
                <a:ea typeface="+mn-ea"/>
                <a:cs typeface="+mn-cs"/>
              </a:rPr>
              <a:t>User mapping</a:t>
            </a:r>
            <a:r>
              <a:rPr lang="en-US" sz="1200" b="0" i="0" kern="1200" dirty="0">
                <a:solidFill>
                  <a:schemeClr val="tx1"/>
                </a:solidFill>
                <a:effectLst/>
                <a:latin typeface="+mn-lt"/>
                <a:ea typeface="+mn-ea"/>
                <a:cs typeface="+mn-cs"/>
              </a:rPr>
              <a:t>: Claims are mapped to Kubernetes user identity (username, groups, and extra attributes).</a:t>
            </a:r>
          </a:p>
          <a:p>
            <a:r>
              <a:rPr lang="en-US" sz="1200" b="1" i="0" kern="1200" dirty="0">
                <a:solidFill>
                  <a:schemeClr val="tx1"/>
                </a:solidFill>
                <a:effectLst/>
                <a:latin typeface="+mn-lt"/>
                <a:ea typeface="+mn-ea"/>
                <a:cs typeface="+mn-cs"/>
              </a:rPr>
              <a:t>Authorization</a:t>
            </a:r>
            <a:r>
              <a:rPr lang="en-US" sz="1200" b="0" i="0" kern="1200" dirty="0">
                <a:solidFill>
                  <a:schemeClr val="tx1"/>
                </a:solidFill>
                <a:effectLst/>
                <a:latin typeface="+mn-lt"/>
                <a:ea typeface="+mn-ea"/>
                <a:cs typeface="+mn-cs"/>
              </a:rPr>
              <a:t>: Standard Kubernetes Role-Based Access Control (RBAC) determines what actions the authenticated user can perform.</a:t>
            </a:r>
          </a:p>
          <a:p>
            <a:endParaRPr lang="en-US" dirty="0"/>
          </a:p>
        </p:txBody>
      </p:sp>
      <p:sp>
        <p:nvSpPr>
          <p:cNvPr id="4" name="Slide Number Placeholder 3">
            <a:extLst>
              <a:ext uri="{FF2B5EF4-FFF2-40B4-BE49-F238E27FC236}">
                <a16:creationId xmlns:a16="http://schemas.microsoft.com/office/drawing/2014/main" id="{8B113E7E-9D32-A473-DD7B-2904F22A2571}"/>
              </a:ext>
            </a:extLst>
          </p:cNvPr>
          <p:cNvSpPr>
            <a:spLocks noGrp="1"/>
          </p:cNvSpPr>
          <p:nvPr>
            <p:ph type="sldNum" sz="quarter" idx="5"/>
          </p:nvPr>
        </p:nvSpPr>
        <p:spPr/>
        <p:txBody>
          <a:bodyPr/>
          <a:lstStyle/>
          <a:p>
            <a:fld id="{08A7B8A6-DC2C-4E66-899B-3FF6576B90A7}" type="slidenum">
              <a:rPr lang="en-US" smtClean="0"/>
              <a:t>40</a:t>
            </a:fld>
            <a:endParaRPr lang="en-US"/>
          </a:p>
        </p:txBody>
      </p:sp>
    </p:spTree>
    <p:extLst>
      <p:ext uri="{BB962C8B-B14F-4D97-AF65-F5344CB8AC3E}">
        <p14:creationId xmlns:p14="http://schemas.microsoft.com/office/powerpoint/2010/main" val="37487201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BED8F-667F-8338-EDD3-9D04F5C0D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B8DD3-B07E-905F-363A-EA787863B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84E5C-0B88-EDDC-3CDC-7DF68F60EB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0CE443-6822-6DF7-004F-FF8317FDE7FF}"/>
              </a:ext>
            </a:extLst>
          </p:cNvPr>
          <p:cNvSpPr>
            <a:spLocks noGrp="1"/>
          </p:cNvSpPr>
          <p:nvPr>
            <p:ph type="sldNum" sz="quarter" idx="5"/>
          </p:nvPr>
        </p:nvSpPr>
        <p:spPr/>
        <p:txBody>
          <a:bodyPr/>
          <a:lstStyle/>
          <a:p>
            <a:fld id="{08A7B8A6-DC2C-4E66-899B-3FF6576B90A7}" type="slidenum">
              <a:rPr lang="en-US" smtClean="0"/>
              <a:t>41</a:t>
            </a:fld>
            <a:endParaRPr lang="en-US"/>
          </a:p>
        </p:txBody>
      </p:sp>
    </p:spTree>
    <p:extLst>
      <p:ext uri="{BB962C8B-B14F-4D97-AF65-F5344CB8AC3E}">
        <p14:creationId xmlns:p14="http://schemas.microsoft.com/office/powerpoint/2010/main" val="10238000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D8BE-E345-DD71-3796-DBCE6054E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A7845-9467-3439-0C30-02439850B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D8572-2DC6-5A66-1FED-7962C4C4CA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4B286-5BD7-9597-EE9B-C511C4C84D90}"/>
              </a:ext>
            </a:extLst>
          </p:cNvPr>
          <p:cNvSpPr>
            <a:spLocks noGrp="1"/>
          </p:cNvSpPr>
          <p:nvPr>
            <p:ph type="sldNum" sz="quarter" idx="5"/>
          </p:nvPr>
        </p:nvSpPr>
        <p:spPr/>
        <p:txBody>
          <a:bodyPr/>
          <a:lstStyle/>
          <a:p>
            <a:fld id="{08A7B8A6-DC2C-4E66-899B-3FF6576B90A7}" type="slidenum">
              <a:rPr lang="en-US" smtClean="0"/>
              <a:t>42</a:t>
            </a:fld>
            <a:endParaRPr lang="en-US"/>
          </a:p>
        </p:txBody>
      </p:sp>
    </p:spTree>
    <p:extLst>
      <p:ext uri="{BB962C8B-B14F-4D97-AF65-F5344CB8AC3E}">
        <p14:creationId xmlns:p14="http://schemas.microsoft.com/office/powerpoint/2010/main" val="670602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0C666-780E-2D90-7A86-836C0FFB8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0C421-0AC7-5C79-348F-141D7D8E3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34338-3F3B-7513-7E05-932877D83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050453-DC72-AE17-5EA7-6DF43C60AC17}"/>
              </a:ext>
            </a:extLst>
          </p:cNvPr>
          <p:cNvSpPr>
            <a:spLocks noGrp="1"/>
          </p:cNvSpPr>
          <p:nvPr>
            <p:ph type="sldNum" sz="quarter" idx="5"/>
          </p:nvPr>
        </p:nvSpPr>
        <p:spPr/>
        <p:txBody>
          <a:bodyPr/>
          <a:lstStyle/>
          <a:p>
            <a:fld id="{08A7B8A6-DC2C-4E66-899B-3FF6576B90A7}" type="slidenum">
              <a:rPr lang="en-US" smtClean="0"/>
              <a:t>43</a:t>
            </a:fld>
            <a:endParaRPr lang="en-US"/>
          </a:p>
        </p:txBody>
      </p:sp>
    </p:spTree>
    <p:extLst>
      <p:ext uri="{BB962C8B-B14F-4D97-AF65-F5344CB8AC3E}">
        <p14:creationId xmlns:p14="http://schemas.microsoft.com/office/powerpoint/2010/main" val="24876388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15DC9-BC5F-6150-452F-E6E6B35F3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66CED-4B51-01E4-0918-89492FF80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5AD3B-AC8F-C9AD-939F-1AE7A69D30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2C5797-2512-3ED7-1CAE-77144FF99B3D}"/>
              </a:ext>
            </a:extLst>
          </p:cNvPr>
          <p:cNvSpPr>
            <a:spLocks noGrp="1"/>
          </p:cNvSpPr>
          <p:nvPr>
            <p:ph type="sldNum" sz="quarter" idx="5"/>
          </p:nvPr>
        </p:nvSpPr>
        <p:spPr/>
        <p:txBody>
          <a:bodyPr/>
          <a:lstStyle/>
          <a:p>
            <a:fld id="{08A7B8A6-DC2C-4E66-899B-3FF6576B90A7}" type="slidenum">
              <a:rPr lang="en-US" smtClean="0"/>
              <a:t>44</a:t>
            </a:fld>
            <a:endParaRPr lang="en-US"/>
          </a:p>
        </p:txBody>
      </p:sp>
    </p:spTree>
    <p:extLst>
      <p:ext uri="{BB962C8B-B14F-4D97-AF65-F5344CB8AC3E}">
        <p14:creationId xmlns:p14="http://schemas.microsoft.com/office/powerpoint/2010/main" val="10092796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F5CB-BBE0-D88D-E00A-531D90C3D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9C6A9-3E2B-4088-E0F4-A0A2D8439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F43D6-AACE-6AF4-D20E-9FE30C14E8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24203E-35A4-9D82-E711-FDBA657B9989}"/>
              </a:ext>
            </a:extLst>
          </p:cNvPr>
          <p:cNvSpPr>
            <a:spLocks noGrp="1"/>
          </p:cNvSpPr>
          <p:nvPr>
            <p:ph type="sldNum" sz="quarter" idx="5"/>
          </p:nvPr>
        </p:nvSpPr>
        <p:spPr/>
        <p:txBody>
          <a:bodyPr/>
          <a:lstStyle/>
          <a:p>
            <a:fld id="{08A7B8A6-DC2C-4E66-899B-3FF6576B90A7}" type="slidenum">
              <a:rPr lang="en-US" smtClean="0"/>
              <a:t>45</a:t>
            </a:fld>
            <a:endParaRPr lang="en-US"/>
          </a:p>
        </p:txBody>
      </p:sp>
    </p:spTree>
    <p:extLst>
      <p:ext uri="{BB962C8B-B14F-4D97-AF65-F5344CB8AC3E}">
        <p14:creationId xmlns:p14="http://schemas.microsoft.com/office/powerpoint/2010/main" val="24032997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7E8A-0920-F1C2-F927-C091C57F1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EA078-2484-9870-F05D-25E800769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43883-D84D-AB8D-621E-2801B2EE5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40E5FF-AA63-DCC1-FD0D-BDA3B14475B8}"/>
              </a:ext>
            </a:extLst>
          </p:cNvPr>
          <p:cNvSpPr>
            <a:spLocks noGrp="1"/>
          </p:cNvSpPr>
          <p:nvPr>
            <p:ph type="sldNum" sz="quarter" idx="5"/>
          </p:nvPr>
        </p:nvSpPr>
        <p:spPr/>
        <p:txBody>
          <a:bodyPr/>
          <a:lstStyle/>
          <a:p>
            <a:fld id="{08A7B8A6-DC2C-4E66-899B-3FF6576B90A7}" type="slidenum">
              <a:rPr lang="en-US" smtClean="0"/>
              <a:t>46</a:t>
            </a:fld>
            <a:endParaRPr lang="en-US"/>
          </a:p>
        </p:txBody>
      </p:sp>
    </p:spTree>
    <p:extLst>
      <p:ext uri="{BB962C8B-B14F-4D97-AF65-F5344CB8AC3E}">
        <p14:creationId xmlns:p14="http://schemas.microsoft.com/office/powerpoint/2010/main" val="949969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D44AF-8210-4F98-63B2-AD9F9C86F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047E3-5930-A7BA-AC33-5469E1119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E7AC9-4DCC-DFFD-54E3-F649CF5D3F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A4FF3D-CCB5-984A-7B89-3733AE2F0EDB}"/>
              </a:ext>
            </a:extLst>
          </p:cNvPr>
          <p:cNvSpPr>
            <a:spLocks noGrp="1"/>
          </p:cNvSpPr>
          <p:nvPr>
            <p:ph type="sldNum" sz="quarter" idx="5"/>
          </p:nvPr>
        </p:nvSpPr>
        <p:spPr/>
        <p:txBody>
          <a:bodyPr/>
          <a:lstStyle/>
          <a:p>
            <a:fld id="{08A7B8A6-DC2C-4E66-899B-3FF6576B90A7}" type="slidenum">
              <a:rPr lang="en-US" smtClean="0"/>
              <a:t>48</a:t>
            </a:fld>
            <a:endParaRPr lang="en-US"/>
          </a:p>
        </p:txBody>
      </p:sp>
    </p:spTree>
    <p:extLst>
      <p:ext uri="{BB962C8B-B14F-4D97-AF65-F5344CB8AC3E}">
        <p14:creationId xmlns:p14="http://schemas.microsoft.com/office/powerpoint/2010/main" val="34964601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D3D4-68AF-667A-1D2A-CED101C5B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340ED-7192-7B16-38F3-D94D19E24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9A91D-78E9-E84B-0FE8-336471088D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222141-42A5-13B9-9F76-4CD2BDBC80F6}"/>
              </a:ext>
            </a:extLst>
          </p:cNvPr>
          <p:cNvSpPr>
            <a:spLocks noGrp="1"/>
          </p:cNvSpPr>
          <p:nvPr>
            <p:ph type="sldNum" sz="quarter" idx="5"/>
          </p:nvPr>
        </p:nvSpPr>
        <p:spPr/>
        <p:txBody>
          <a:bodyPr/>
          <a:lstStyle/>
          <a:p>
            <a:fld id="{08A7B8A6-DC2C-4E66-899B-3FF6576B90A7}" type="slidenum">
              <a:rPr lang="en-US" smtClean="0"/>
              <a:t>49</a:t>
            </a:fld>
            <a:endParaRPr lang="en-US"/>
          </a:p>
        </p:txBody>
      </p:sp>
    </p:spTree>
    <p:extLst>
      <p:ext uri="{BB962C8B-B14F-4D97-AF65-F5344CB8AC3E}">
        <p14:creationId xmlns:p14="http://schemas.microsoft.com/office/powerpoint/2010/main" val="29691957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55199-90F2-D80A-4CC1-2791D39A4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77D29-C285-212D-2C1B-86281B4FF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D0B32-3A49-5E93-9F63-16F5CAFAA7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554AD7-F261-007F-6917-AA37254C4CEE}"/>
              </a:ext>
            </a:extLst>
          </p:cNvPr>
          <p:cNvSpPr>
            <a:spLocks noGrp="1"/>
          </p:cNvSpPr>
          <p:nvPr>
            <p:ph type="sldNum" sz="quarter" idx="5"/>
          </p:nvPr>
        </p:nvSpPr>
        <p:spPr/>
        <p:txBody>
          <a:bodyPr/>
          <a:lstStyle/>
          <a:p>
            <a:fld id="{08A7B8A6-DC2C-4E66-899B-3FF6576B90A7}" type="slidenum">
              <a:rPr lang="en-US" smtClean="0"/>
              <a:t>50</a:t>
            </a:fld>
            <a:endParaRPr lang="en-US"/>
          </a:p>
        </p:txBody>
      </p:sp>
    </p:spTree>
    <p:extLst>
      <p:ext uri="{BB962C8B-B14F-4D97-AF65-F5344CB8AC3E}">
        <p14:creationId xmlns:p14="http://schemas.microsoft.com/office/powerpoint/2010/main" val="28593614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7D99-D700-8AD4-E23D-4396A00A2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C77E6-3C66-285C-1A69-35B8B8642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1122D-93EB-804D-0CBC-91F874C502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32DC8C-D567-EFC3-E783-5C077F711392}"/>
              </a:ext>
            </a:extLst>
          </p:cNvPr>
          <p:cNvSpPr>
            <a:spLocks noGrp="1"/>
          </p:cNvSpPr>
          <p:nvPr>
            <p:ph type="sldNum" sz="quarter" idx="5"/>
          </p:nvPr>
        </p:nvSpPr>
        <p:spPr/>
        <p:txBody>
          <a:bodyPr/>
          <a:lstStyle/>
          <a:p>
            <a:fld id="{08A7B8A6-DC2C-4E66-899B-3FF6576B90A7}" type="slidenum">
              <a:rPr lang="en-US" smtClean="0"/>
              <a:t>52</a:t>
            </a:fld>
            <a:endParaRPr lang="en-US"/>
          </a:p>
        </p:txBody>
      </p:sp>
    </p:spTree>
    <p:extLst>
      <p:ext uri="{BB962C8B-B14F-4D97-AF65-F5344CB8AC3E}">
        <p14:creationId xmlns:p14="http://schemas.microsoft.com/office/powerpoint/2010/main" val="16629763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9E3E-82CF-E86F-927A-92D07320D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E9036-9BBE-AEC4-DF36-7A0C3E8A7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279EB-33D1-7F1C-B6EA-6B3E36C988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F4A904-0640-6E81-BFB0-10E80890D03B}"/>
              </a:ext>
            </a:extLst>
          </p:cNvPr>
          <p:cNvSpPr>
            <a:spLocks noGrp="1"/>
          </p:cNvSpPr>
          <p:nvPr>
            <p:ph type="sldNum" sz="quarter" idx="5"/>
          </p:nvPr>
        </p:nvSpPr>
        <p:spPr/>
        <p:txBody>
          <a:bodyPr/>
          <a:lstStyle/>
          <a:p>
            <a:fld id="{08A7B8A6-DC2C-4E66-899B-3FF6576B90A7}" type="slidenum">
              <a:rPr lang="en-US" smtClean="0"/>
              <a:t>53</a:t>
            </a:fld>
            <a:endParaRPr lang="en-US"/>
          </a:p>
        </p:txBody>
      </p:sp>
    </p:spTree>
    <p:extLst>
      <p:ext uri="{BB962C8B-B14F-4D97-AF65-F5344CB8AC3E}">
        <p14:creationId xmlns:p14="http://schemas.microsoft.com/office/powerpoint/2010/main" val="21683709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49E59-3524-577C-8225-9B2E65BBA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D3B00-2D71-DF45-66C6-CBCE7FE29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ACD94-5419-2FC9-68DD-FE3162ED6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2F7A9-57DE-B7D8-5F79-9A5C5E785098}"/>
              </a:ext>
            </a:extLst>
          </p:cNvPr>
          <p:cNvSpPr>
            <a:spLocks noGrp="1"/>
          </p:cNvSpPr>
          <p:nvPr>
            <p:ph type="sldNum" sz="quarter" idx="5"/>
          </p:nvPr>
        </p:nvSpPr>
        <p:spPr/>
        <p:txBody>
          <a:bodyPr/>
          <a:lstStyle/>
          <a:p>
            <a:fld id="{08A7B8A6-DC2C-4E66-899B-3FF6576B90A7}" type="slidenum">
              <a:rPr lang="en-US" smtClean="0"/>
              <a:t>54</a:t>
            </a:fld>
            <a:endParaRPr lang="en-US"/>
          </a:p>
        </p:txBody>
      </p:sp>
    </p:spTree>
    <p:extLst>
      <p:ext uri="{BB962C8B-B14F-4D97-AF65-F5344CB8AC3E}">
        <p14:creationId xmlns:p14="http://schemas.microsoft.com/office/powerpoint/2010/main" val="1251185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63E26-7FC4-1214-0CF4-A7CE16248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6F121-F01F-C235-1D5E-BB5BCB884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30445-0A9D-0288-0B95-B9A9B01DC0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48203B-0DE2-B8A4-AFE9-23F36EF000BE}"/>
              </a:ext>
            </a:extLst>
          </p:cNvPr>
          <p:cNvSpPr>
            <a:spLocks noGrp="1"/>
          </p:cNvSpPr>
          <p:nvPr>
            <p:ph type="sldNum" sz="quarter" idx="5"/>
          </p:nvPr>
        </p:nvSpPr>
        <p:spPr/>
        <p:txBody>
          <a:bodyPr/>
          <a:lstStyle/>
          <a:p>
            <a:fld id="{08A7B8A6-DC2C-4E66-899B-3FF6576B90A7}" type="slidenum">
              <a:rPr lang="en-US" smtClean="0"/>
              <a:t>55</a:t>
            </a:fld>
            <a:endParaRPr lang="en-US"/>
          </a:p>
        </p:txBody>
      </p:sp>
    </p:spTree>
    <p:extLst>
      <p:ext uri="{BB962C8B-B14F-4D97-AF65-F5344CB8AC3E}">
        <p14:creationId xmlns:p14="http://schemas.microsoft.com/office/powerpoint/2010/main" val="22548409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DBED2-4C6F-0634-B01F-07D35483E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40D0A-5F6B-152B-535C-551F9AD4C7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78D40-C9A2-6FD3-B0CA-1EE002A274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8EE76F-EEDE-17E0-AF7C-4A01599F3A56}"/>
              </a:ext>
            </a:extLst>
          </p:cNvPr>
          <p:cNvSpPr>
            <a:spLocks noGrp="1"/>
          </p:cNvSpPr>
          <p:nvPr>
            <p:ph type="sldNum" sz="quarter" idx="5"/>
          </p:nvPr>
        </p:nvSpPr>
        <p:spPr/>
        <p:txBody>
          <a:bodyPr/>
          <a:lstStyle/>
          <a:p>
            <a:fld id="{08A7B8A6-DC2C-4E66-899B-3FF6576B90A7}" type="slidenum">
              <a:rPr lang="en-US" smtClean="0"/>
              <a:t>56</a:t>
            </a:fld>
            <a:endParaRPr lang="en-US"/>
          </a:p>
        </p:txBody>
      </p:sp>
    </p:spTree>
    <p:extLst>
      <p:ext uri="{BB962C8B-B14F-4D97-AF65-F5344CB8AC3E}">
        <p14:creationId xmlns:p14="http://schemas.microsoft.com/office/powerpoint/2010/main" val="11487231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CBC7-DE35-C5DE-D293-79BCD869E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745B0-6D22-A36B-660A-CE2EA3B31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9A1AD-C304-9548-4C91-E15994609D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E93A7B-2075-BBC3-2F93-13E31403087B}"/>
              </a:ext>
            </a:extLst>
          </p:cNvPr>
          <p:cNvSpPr>
            <a:spLocks noGrp="1"/>
          </p:cNvSpPr>
          <p:nvPr>
            <p:ph type="sldNum" sz="quarter" idx="5"/>
          </p:nvPr>
        </p:nvSpPr>
        <p:spPr/>
        <p:txBody>
          <a:bodyPr/>
          <a:lstStyle/>
          <a:p>
            <a:fld id="{08A7B8A6-DC2C-4E66-899B-3FF6576B90A7}" type="slidenum">
              <a:rPr lang="en-US" smtClean="0"/>
              <a:t>57</a:t>
            </a:fld>
            <a:endParaRPr lang="en-US"/>
          </a:p>
        </p:txBody>
      </p:sp>
    </p:spTree>
    <p:extLst>
      <p:ext uri="{BB962C8B-B14F-4D97-AF65-F5344CB8AC3E}">
        <p14:creationId xmlns:p14="http://schemas.microsoft.com/office/powerpoint/2010/main" val="35639921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DE153-ADE1-89A4-CBDC-1634E0E62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4EAC8-2679-C3E7-48B0-1C101BBEB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1D0B7-B35E-0309-51DB-083D587CFE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291EBA-767F-0CA1-C530-E3773C987CBB}"/>
              </a:ext>
            </a:extLst>
          </p:cNvPr>
          <p:cNvSpPr>
            <a:spLocks noGrp="1"/>
          </p:cNvSpPr>
          <p:nvPr>
            <p:ph type="sldNum" sz="quarter" idx="5"/>
          </p:nvPr>
        </p:nvSpPr>
        <p:spPr/>
        <p:txBody>
          <a:bodyPr/>
          <a:lstStyle/>
          <a:p>
            <a:fld id="{08A7B8A6-DC2C-4E66-899B-3FF6576B90A7}" type="slidenum">
              <a:rPr lang="en-US" smtClean="0"/>
              <a:t>59</a:t>
            </a:fld>
            <a:endParaRPr lang="en-US"/>
          </a:p>
        </p:txBody>
      </p:sp>
    </p:spTree>
    <p:extLst>
      <p:ext uri="{BB962C8B-B14F-4D97-AF65-F5344CB8AC3E}">
        <p14:creationId xmlns:p14="http://schemas.microsoft.com/office/powerpoint/2010/main" val="14552056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1EDB6-E21F-5F2C-6669-F120B974A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DCB80-794A-981C-F2D8-EB7BD4AC3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571AF-8EBF-D886-4DC3-7D84E7BAC2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AF9B47-D3A0-7274-F4EF-559A588A21C6}"/>
              </a:ext>
            </a:extLst>
          </p:cNvPr>
          <p:cNvSpPr>
            <a:spLocks noGrp="1"/>
          </p:cNvSpPr>
          <p:nvPr>
            <p:ph type="sldNum" sz="quarter" idx="5"/>
          </p:nvPr>
        </p:nvSpPr>
        <p:spPr/>
        <p:txBody>
          <a:bodyPr/>
          <a:lstStyle/>
          <a:p>
            <a:fld id="{08A7B8A6-DC2C-4E66-899B-3FF6576B90A7}" type="slidenum">
              <a:rPr lang="en-US" smtClean="0"/>
              <a:t>60</a:t>
            </a:fld>
            <a:endParaRPr lang="en-US"/>
          </a:p>
        </p:txBody>
      </p:sp>
    </p:spTree>
    <p:extLst>
      <p:ext uri="{BB962C8B-B14F-4D97-AF65-F5344CB8AC3E}">
        <p14:creationId xmlns:p14="http://schemas.microsoft.com/office/powerpoint/2010/main" val="31041954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83D74-E917-8125-584F-9A116E685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F8EF0-D382-A288-CB60-E12010D8ED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BFEBD-6CCE-A8D2-FE97-DD35821389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DA1F61-C17E-DFBA-23CA-8676831F060B}"/>
              </a:ext>
            </a:extLst>
          </p:cNvPr>
          <p:cNvSpPr>
            <a:spLocks noGrp="1"/>
          </p:cNvSpPr>
          <p:nvPr>
            <p:ph type="sldNum" sz="quarter" idx="5"/>
          </p:nvPr>
        </p:nvSpPr>
        <p:spPr/>
        <p:txBody>
          <a:bodyPr/>
          <a:lstStyle/>
          <a:p>
            <a:fld id="{08A7B8A6-DC2C-4E66-899B-3FF6576B90A7}" type="slidenum">
              <a:rPr lang="en-US" smtClean="0"/>
              <a:t>61</a:t>
            </a:fld>
            <a:endParaRPr lang="en-US"/>
          </a:p>
        </p:txBody>
      </p:sp>
    </p:spTree>
    <p:extLst>
      <p:ext uri="{BB962C8B-B14F-4D97-AF65-F5344CB8AC3E}">
        <p14:creationId xmlns:p14="http://schemas.microsoft.com/office/powerpoint/2010/main" val="22643794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C986A-2597-09E5-D3D4-F1FA96875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43A68-D814-1F72-AA36-C36B4D775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649484-E334-BB7B-4CD7-F645967C85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CCBB2E-D5FF-9DF6-6733-5CDD0F15B44B}"/>
              </a:ext>
            </a:extLst>
          </p:cNvPr>
          <p:cNvSpPr>
            <a:spLocks noGrp="1"/>
          </p:cNvSpPr>
          <p:nvPr>
            <p:ph type="sldNum" sz="quarter" idx="5"/>
          </p:nvPr>
        </p:nvSpPr>
        <p:spPr/>
        <p:txBody>
          <a:bodyPr/>
          <a:lstStyle/>
          <a:p>
            <a:fld id="{08A7B8A6-DC2C-4E66-899B-3FF6576B90A7}" type="slidenum">
              <a:rPr lang="en-US" smtClean="0"/>
              <a:t>62</a:t>
            </a:fld>
            <a:endParaRPr lang="en-US"/>
          </a:p>
        </p:txBody>
      </p:sp>
    </p:spTree>
    <p:extLst>
      <p:ext uri="{BB962C8B-B14F-4D97-AF65-F5344CB8AC3E}">
        <p14:creationId xmlns:p14="http://schemas.microsoft.com/office/powerpoint/2010/main" val="21074728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8FC18-5947-E757-3BD8-740285813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69162-1CAB-7AC5-C017-EDFB0DEA3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75160-999F-F12B-18A4-4E8801212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1F14C-0F0D-4FB1-6B17-689FB738ED6B}"/>
              </a:ext>
            </a:extLst>
          </p:cNvPr>
          <p:cNvSpPr>
            <a:spLocks noGrp="1"/>
          </p:cNvSpPr>
          <p:nvPr>
            <p:ph type="sldNum" sz="quarter" idx="5"/>
          </p:nvPr>
        </p:nvSpPr>
        <p:spPr/>
        <p:txBody>
          <a:bodyPr/>
          <a:lstStyle/>
          <a:p>
            <a:fld id="{08A7B8A6-DC2C-4E66-899B-3FF6576B90A7}" type="slidenum">
              <a:rPr lang="en-US" smtClean="0"/>
              <a:t>63</a:t>
            </a:fld>
            <a:endParaRPr lang="en-US"/>
          </a:p>
        </p:txBody>
      </p:sp>
    </p:spTree>
    <p:extLst>
      <p:ext uri="{BB962C8B-B14F-4D97-AF65-F5344CB8AC3E}">
        <p14:creationId xmlns:p14="http://schemas.microsoft.com/office/powerpoint/2010/main" val="39697644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FB8CE-F630-5A72-A5B1-D24B9881F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B36F9-8009-7375-6EC6-E27ED2F33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011AF-E053-F446-37D6-7DA1E1390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F6C7B7-7390-D33E-E15C-696FC3045BF1}"/>
              </a:ext>
            </a:extLst>
          </p:cNvPr>
          <p:cNvSpPr>
            <a:spLocks noGrp="1"/>
          </p:cNvSpPr>
          <p:nvPr>
            <p:ph type="sldNum" sz="quarter" idx="5"/>
          </p:nvPr>
        </p:nvSpPr>
        <p:spPr/>
        <p:txBody>
          <a:bodyPr/>
          <a:lstStyle/>
          <a:p>
            <a:fld id="{08A7B8A6-DC2C-4E66-899B-3FF6576B90A7}" type="slidenum">
              <a:rPr lang="en-US" smtClean="0"/>
              <a:t>64</a:t>
            </a:fld>
            <a:endParaRPr lang="en-US"/>
          </a:p>
        </p:txBody>
      </p:sp>
    </p:spTree>
    <p:extLst>
      <p:ext uri="{BB962C8B-B14F-4D97-AF65-F5344CB8AC3E}">
        <p14:creationId xmlns:p14="http://schemas.microsoft.com/office/powerpoint/2010/main" val="1326757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43805-FA1E-B809-EB8A-AFCE02D72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ECA04-5FD9-AF53-26E8-2641EADFA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9E02F-B760-26C3-4A72-2B20870CD7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6DA756-C90A-4130-FB0C-759F5E87047E}"/>
              </a:ext>
            </a:extLst>
          </p:cNvPr>
          <p:cNvSpPr>
            <a:spLocks noGrp="1"/>
          </p:cNvSpPr>
          <p:nvPr>
            <p:ph type="sldNum" sz="quarter" idx="5"/>
          </p:nvPr>
        </p:nvSpPr>
        <p:spPr/>
        <p:txBody>
          <a:bodyPr/>
          <a:lstStyle/>
          <a:p>
            <a:fld id="{08A7B8A6-DC2C-4E66-899B-3FF6576B90A7}" type="slidenum">
              <a:rPr lang="en-US" smtClean="0"/>
              <a:t>65</a:t>
            </a:fld>
            <a:endParaRPr lang="en-US"/>
          </a:p>
        </p:txBody>
      </p:sp>
    </p:spTree>
    <p:extLst>
      <p:ext uri="{BB962C8B-B14F-4D97-AF65-F5344CB8AC3E}">
        <p14:creationId xmlns:p14="http://schemas.microsoft.com/office/powerpoint/2010/main" val="38466623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3CC3-3C0E-D203-3369-E01DD16B7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82F1B-9236-29E8-A7C8-D643EF370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3D465-F333-3A61-043A-4C5EA39DD4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F1D110-73AF-4D5C-A442-8DA23F4EF2B1}"/>
              </a:ext>
            </a:extLst>
          </p:cNvPr>
          <p:cNvSpPr>
            <a:spLocks noGrp="1"/>
          </p:cNvSpPr>
          <p:nvPr>
            <p:ph type="sldNum" sz="quarter" idx="5"/>
          </p:nvPr>
        </p:nvSpPr>
        <p:spPr/>
        <p:txBody>
          <a:bodyPr/>
          <a:lstStyle/>
          <a:p>
            <a:fld id="{08A7B8A6-DC2C-4E66-899B-3FF6576B90A7}" type="slidenum">
              <a:rPr lang="en-US" smtClean="0"/>
              <a:t>66</a:t>
            </a:fld>
            <a:endParaRPr lang="en-US"/>
          </a:p>
        </p:txBody>
      </p:sp>
    </p:spTree>
    <p:extLst>
      <p:ext uri="{BB962C8B-B14F-4D97-AF65-F5344CB8AC3E}">
        <p14:creationId xmlns:p14="http://schemas.microsoft.com/office/powerpoint/2010/main" val="24279053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D7933-9AA6-395F-0552-20C2EA76B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85659-FF65-1B48-A667-ED1DFAD21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1D19D-343D-DB47-DAA9-42E76871A2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3271D2-8E99-529A-EFBC-7E38E5AD8466}"/>
              </a:ext>
            </a:extLst>
          </p:cNvPr>
          <p:cNvSpPr>
            <a:spLocks noGrp="1"/>
          </p:cNvSpPr>
          <p:nvPr>
            <p:ph type="sldNum" sz="quarter" idx="5"/>
          </p:nvPr>
        </p:nvSpPr>
        <p:spPr/>
        <p:txBody>
          <a:bodyPr/>
          <a:lstStyle/>
          <a:p>
            <a:fld id="{08A7B8A6-DC2C-4E66-899B-3FF6576B90A7}" type="slidenum">
              <a:rPr lang="en-US" smtClean="0"/>
              <a:t>71</a:t>
            </a:fld>
            <a:endParaRPr lang="en-US"/>
          </a:p>
        </p:txBody>
      </p:sp>
    </p:spTree>
    <p:extLst>
      <p:ext uri="{BB962C8B-B14F-4D97-AF65-F5344CB8AC3E}">
        <p14:creationId xmlns:p14="http://schemas.microsoft.com/office/powerpoint/2010/main" val="22329757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975EC-3206-D1DA-C320-D2CCFEFB6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C32FD-F594-9562-3CFB-5FA73E7E0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E878E-72E6-7349-81C4-B59782A248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61D257-E7F2-E6D6-C346-749B24F02013}"/>
              </a:ext>
            </a:extLst>
          </p:cNvPr>
          <p:cNvSpPr>
            <a:spLocks noGrp="1"/>
          </p:cNvSpPr>
          <p:nvPr>
            <p:ph type="sldNum" sz="quarter" idx="5"/>
          </p:nvPr>
        </p:nvSpPr>
        <p:spPr/>
        <p:txBody>
          <a:bodyPr/>
          <a:lstStyle/>
          <a:p>
            <a:fld id="{08A7B8A6-DC2C-4E66-899B-3FF6576B90A7}" type="slidenum">
              <a:rPr lang="en-US" smtClean="0"/>
              <a:t>72</a:t>
            </a:fld>
            <a:endParaRPr lang="en-US"/>
          </a:p>
        </p:txBody>
      </p:sp>
    </p:spTree>
    <p:extLst>
      <p:ext uri="{BB962C8B-B14F-4D97-AF65-F5344CB8AC3E}">
        <p14:creationId xmlns:p14="http://schemas.microsoft.com/office/powerpoint/2010/main" val="27248820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9A727-7478-887F-931F-21F9DAC18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9A50F-7257-4215-BB20-7F1A34BC3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B8033-885A-E7FD-612D-5A8E337501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5185D6-3BD4-978E-F817-D1B8D9BD8005}"/>
              </a:ext>
            </a:extLst>
          </p:cNvPr>
          <p:cNvSpPr>
            <a:spLocks noGrp="1"/>
          </p:cNvSpPr>
          <p:nvPr>
            <p:ph type="sldNum" sz="quarter" idx="5"/>
          </p:nvPr>
        </p:nvSpPr>
        <p:spPr/>
        <p:txBody>
          <a:bodyPr/>
          <a:lstStyle/>
          <a:p>
            <a:fld id="{08A7B8A6-DC2C-4E66-899B-3FF6576B90A7}" type="slidenum">
              <a:rPr lang="en-US" smtClean="0"/>
              <a:t>73</a:t>
            </a:fld>
            <a:endParaRPr lang="en-US"/>
          </a:p>
        </p:txBody>
      </p:sp>
    </p:spTree>
    <p:extLst>
      <p:ext uri="{BB962C8B-B14F-4D97-AF65-F5344CB8AC3E}">
        <p14:creationId xmlns:p14="http://schemas.microsoft.com/office/powerpoint/2010/main" val="228219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9591-4F1D-C56F-918B-37B2699AD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C7FDB-EE35-E56A-A920-3672EE4E96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86A47-5405-EA11-715C-999702926C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A77B9-B104-1634-0360-F4AF1FAAE0D1}"/>
              </a:ext>
            </a:extLst>
          </p:cNvPr>
          <p:cNvSpPr>
            <a:spLocks noGrp="1"/>
          </p:cNvSpPr>
          <p:nvPr>
            <p:ph type="sldNum" sz="quarter" idx="5"/>
          </p:nvPr>
        </p:nvSpPr>
        <p:spPr/>
        <p:txBody>
          <a:bodyPr/>
          <a:lstStyle/>
          <a:p>
            <a:fld id="{08A7B8A6-DC2C-4E66-899B-3FF6576B90A7}" type="slidenum">
              <a:rPr lang="en-US" smtClean="0"/>
              <a:t>75</a:t>
            </a:fld>
            <a:endParaRPr lang="en-US"/>
          </a:p>
        </p:txBody>
      </p:sp>
    </p:spTree>
    <p:extLst>
      <p:ext uri="{BB962C8B-B14F-4D97-AF65-F5344CB8AC3E}">
        <p14:creationId xmlns:p14="http://schemas.microsoft.com/office/powerpoint/2010/main" val="1689483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46F-80AF-3F43-5BD2-BCEBE2A83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73B35-7C91-7D11-84C6-D08A92139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1B10B-4926-FAC3-8598-F7F60C3244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D6AAD0-EB5C-B91A-E85D-FA32A2FA1BF1}"/>
              </a:ext>
            </a:extLst>
          </p:cNvPr>
          <p:cNvSpPr>
            <a:spLocks noGrp="1"/>
          </p:cNvSpPr>
          <p:nvPr>
            <p:ph type="sldNum" sz="quarter" idx="5"/>
          </p:nvPr>
        </p:nvSpPr>
        <p:spPr/>
        <p:txBody>
          <a:bodyPr/>
          <a:lstStyle/>
          <a:p>
            <a:fld id="{08A7B8A6-DC2C-4E66-899B-3FF6576B90A7}" type="slidenum">
              <a:rPr lang="en-US" smtClean="0"/>
              <a:t>76</a:t>
            </a:fld>
            <a:endParaRPr lang="en-US"/>
          </a:p>
        </p:txBody>
      </p:sp>
    </p:spTree>
    <p:extLst>
      <p:ext uri="{BB962C8B-B14F-4D97-AF65-F5344CB8AC3E}">
        <p14:creationId xmlns:p14="http://schemas.microsoft.com/office/powerpoint/2010/main" val="5378174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D3792-CA96-B998-F741-DAFA60981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49010-293B-3DF0-F0F1-F31717B07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09635-6050-CB42-1671-B274F47F64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E21F8-21A9-21A1-DB1B-D68A2102AB0D}"/>
              </a:ext>
            </a:extLst>
          </p:cNvPr>
          <p:cNvSpPr>
            <a:spLocks noGrp="1"/>
          </p:cNvSpPr>
          <p:nvPr>
            <p:ph type="sldNum" sz="quarter" idx="5"/>
          </p:nvPr>
        </p:nvSpPr>
        <p:spPr/>
        <p:txBody>
          <a:bodyPr/>
          <a:lstStyle/>
          <a:p>
            <a:fld id="{08A7B8A6-DC2C-4E66-899B-3FF6576B90A7}" type="slidenum">
              <a:rPr lang="en-US" smtClean="0"/>
              <a:t>78</a:t>
            </a:fld>
            <a:endParaRPr lang="en-US"/>
          </a:p>
        </p:txBody>
      </p:sp>
    </p:spTree>
    <p:extLst>
      <p:ext uri="{BB962C8B-B14F-4D97-AF65-F5344CB8AC3E}">
        <p14:creationId xmlns:p14="http://schemas.microsoft.com/office/powerpoint/2010/main" val="20588001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0388D-4699-1FE4-5521-30ADD7648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19AB4-0610-0AF5-4D1C-E51C8369B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EC8D5-360B-428A-985E-F3FC96AAE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D4200A-E435-F5B3-AC2C-90BD46AB68D4}"/>
              </a:ext>
            </a:extLst>
          </p:cNvPr>
          <p:cNvSpPr>
            <a:spLocks noGrp="1"/>
          </p:cNvSpPr>
          <p:nvPr>
            <p:ph type="sldNum" sz="quarter" idx="5"/>
          </p:nvPr>
        </p:nvSpPr>
        <p:spPr/>
        <p:txBody>
          <a:bodyPr/>
          <a:lstStyle/>
          <a:p>
            <a:fld id="{08A7B8A6-DC2C-4E66-899B-3FF6576B90A7}" type="slidenum">
              <a:rPr lang="en-US" smtClean="0"/>
              <a:t>79</a:t>
            </a:fld>
            <a:endParaRPr lang="en-US"/>
          </a:p>
        </p:txBody>
      </p:sp>
    </p:spTree>
    <p:extLst>
      <p:ext uri="{BB962C8B-B14F-4D97-AF65-F5344CB8AC3E}">
        <p14:creationId xmlns:p14="http://schemas.microsoft.com/office/powerpoint/2010/main" val="23169518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3C9DA-8426-9505-FE46-EC2B1B2DA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EE58F-47B7-0AD5-39AD-F43C0A995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4506D-8773-D257-AC1C-0257E8E529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4498E1-B5A5-94FF-99FC-CABC852F7BA3}"/>
              </a:ext>
            </a:extLst>
          </p:cNvPr>
          <p:cNvSpPr>
            <a:spLocks noGrp="1"/>
          </p:cNvSpPr>
          <p:nvPr>
            <p:ph type="sldNum" sz="quarter" idx="5"/>
          </p:nvPr>
        </p:nvSpPr>
        <p:spPr/>
        <p:txBody>
          <a:bodyPr/>
          <a:lstStyle/>
          <a:p>
            <a:fld id="{08A7B8A6-DC2C-4E66-899B-3FF6576B90A7}" type="slidenum">
              <a:rPr lang="en-US" smtClean="0"/>
              <a:t>80</a:t>
            </a:fld>
            <a:endParaRPr lang="en-US"/>
          </a:p>
        </p:txBody>
      </p:sp>
    </p:spTree>
    <p:extLst>
      <p:ext uri="{BB962C8B-B14F-4D97-AF65-F5344CB8AC3E}">
        <p14:creationId xmlns:p14="http://schemas.microsoft.com/office/powerpoint/2010/main" val="15755372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315EF-7BEE-8359-D2F1-DD7DD0523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D7508-FEF5-AF22-0442-F7DC72074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67DAD-435C-61BE-9EB3-1C4A73B77F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981DB8-2610-A5F1-6033-0C7E797853AE}"/>
              </a:ext>
            </a:extLst>
          </p:cNvPr>
          <p:cNvSpPr>
            <a:spLocks noGrp="1"/>
          </p:cNvSpPr>
          <p:nvPr>
            <p:ph type="sldNum" sz="quarter" idx="5"/>
          </p:nvPr>
        </p:nvSpPr>
        <p:spPr/>
        <p:txBody>
          <a:bodyPr/>
          <a:lstStyle/>
          <a:p>
            <a:fld id="{08A7B8A6-DC2C-4E66-899B-3FF6576B90A7}" type="slidenum">
              <a:rPr lang="en-US" smtClean="0"/>
              <a:t>81</a:t>
            </a:fld>
            <a:endParaRPr lang="en-US"/>
          </a:p>
        </p:txBody>
      </p:sp>
    </p:spTree>
    <p:extLst>
      <p:ext uri="{BB962C8B-B14F-4D97-AF65-F5344CB8AC3E}">
        <p14:creationId xmlns:p14="http://schemas.microsoft.com/office/powerpoint/2010/main" val="2097359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B3D31-8EE8-9B67-C698-261278E92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2ED59-3974-621E-419A-7433448B2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64126-A177-AA95-0A23-1C777AA8F0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3DDBC-9CA1-E8AB-86FB-BD7285CC8FD4}"/>
              </a:ext>
            </a:extLst>
          </p:cNvPr>
          <p:cNvSpPr>
            <a:spLocks noGrp="1"/>
          </p:cNvSpPr>
          <p:nvPr>
            <p:ph type="sldNum" sz="quarter" idx="5"/>
          </p:nvPr>
        </p:nvSpPr>
        <p:spPr/>
        <p:txBody>
          <a:bodyPr/>
          <a:lstStyle/>
          <a:p>
            <a:fld id="{08A7B8A6-DC2C-4E66-899B-3FF6576B90A7}" type="slidenum">
              <a:rPr lang="en-US" smtClean="0"/>
              <a:t>82</a:t>
            </a:fld>
            <a:endParaRPr lang="en-US"/>
          </a:p>
        </p:txBody>
      </p:sp>
    </p:spTree>
    <p:extLst>
      <p:ext uri="{BB962C8B-B14F-4D97-AF65-F5344CB8AC3E}">
        <p14:creationId xmlns:p14="http://schemas.microsoft.com/office/powerpoint/2010/main" val="17855535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CE69-FBB7-372E-E6C4-3C7F62E85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C1C0A-3256-7C45-9468-92AAEDDFA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FED383-180E-B826-8CF2-27C5DF2C3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6725F7-13D8-13DC-2E2C-7530FBC9C4F5}"/>
              </a:ext>
            </a:extLst>
          </p:cNvPr>
          <p:cNvSpPr>
            <a:spLocks noGrp="1"/>
          </p:cNvSpPr>
          <p:nvPr>
            <p:ph type="sldNum" sz="quarter" idx="5"/>
          </p:nvPr>
        </p:nvSpPr>
        <p:spPr/>
        <p:txBody>
          <a:bodyPr/>
          <a:lstStyle/>
          <a:p>
            <a:fld id="{08A7B8A6-DC2C-4E66-899B-3FF6576B90A7}" type="slidenum">
              <a:rPr lang="en-US" smtClean="0"/>
              <a:t>83</a:t>
            </a:fld>
            <a:endParaRPr lang="en-US"/>
          </a:p>
        </p:txBody>
      </p:sp>
    </p:spTree>
    <p:extLst>
      <p:ext uri="{BB962C8B-B14F-4D97-AF65-F5344CB8AC3E}">
        <p14:creationId xmlns:p14="http://schemas.microsoft.com/office/powerpoint/2010/main" val="31740927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ADB92-8C17-8173-35E4-FD2DAD891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5BD5D-0BA6-D81C-0368-6831B71795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436E4F-3BD9-18DE-2D0C-F3E674E853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1A542D-7DAE-B6FC-3589-8E2B69B58F2D}"/>
              </a:ext>
            </a:extLst>
          </p:cNvPr>
          <p:cNvSpPr>
            <a:spLocks noGrp="1"/>
          </p:cNvSpPr>
          <p:nvPr>
            <p:ph type="sldNum" sz="quarter" idx="5"/>
          </p:nvPr>
        </p:nvSpPr>
        <p:spPr/>
        <p:txBody>
          <a:bodyPr/>
          <a:lstStyle/>
          <a:p>
            <a:fld id="{08A7B8A6-DC2C-4E66-899B-3FF6576B90A7}" type="slidenum">
              <a:rPr lang="en-US" smtClean="0"/>
              <a:t>84</a:t>
            </a:fld>
            <a:endParaRPr lang="en-US"/>
          </a:p>
        </p:txBody>
      </p:sp>
    </p:spTree>
    <p:extLst>
      <p:ext uri="{BB962C8B-B14F-4D97-AF65-F5344CB8AC3E}">
        <p14:creationId xmlns:p14="http://schemas.microsoft.com/office/powerpoint/2010/main" val="145483014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6624-CC60-C411-7BB1-6076827AB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86C89-E55E-8806-1ACC-218A3A1D3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A1D6F-2D00-D0A3-657D-66E95D3659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CA5280-7D33-C1BA-76D5-5803C34F95EE}"/>
              </a:ext>
            </a:extLst>
          </p:cNvPr>
          <p:cNvSpPr>
            <a:spLocks noGrp="1"/>
          </p:cNvSpPr>
          <p:nvPr>
            <p:ph type="sldNum" sz="quarter" idx="5"/>
          </p:nvPr>
        </p:nvSpPr>
        <p:spPr/>
        <p:txBody>
          <a:bodyPr/>
          <a:lstStyle/>
          <a:p>
            <a:fld id="{08A7B8A6-DC2C-4E66-899B-3FF6576B90A7}" type="slidenum">
              <a:rPr lang="en-US" smtClean="0"/>
              <a:t>86</a:t>
            </a:fld>
            <a:endParaRPr lang="en-US"/>
          </a:p>
        </p:txBody>
      </p:sp>
    </p:spTree>
    <p:extLst>
      <p:ext uri="{BB962C8B-B14F-4D97-AF65-F5344CB8AC3E}">
        <p14:creationId xmlns:p14="http://schemas.microsoft.com/office/powerpoint/2010/main" val="19981387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9E824-207D-C75F-522D-085FA2CB2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6C922-9748-BEC5-DD46-C7D186FF6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33FF9-D1DD-815A-DBA5-C358611F2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601317-E58E-E59D-2DFF-5DE73CBD4DA0}"/>
              </a:ext>
            </a:extLst>
          </p:cNvPr>
          <p:cNvSpPr>
            <a:spLocks noGrp="1"/>
          </p:cNvSpPr>
          <p:nvPr>
            <p:ph type="sldNum" sz="quarter" idx="5"/>
          </p:nvPr>
        </p:nvSpPr>
        <p:spPr/>
        <p:txBody>
          <a:bodyPr/>
          <a:lstStyle/>
          <a:p>
            <a:fld id="{08A7B8A6-DC2C-4E66-899B-3FF6576B90A7}" type="slidenum">
              <a:rPr lang="en-US" smtClean="0"/>
              <a:t>87</a:t>
            </a:fld>
            <a:endParaRPr lang="en-US"/>
          </a:p>
        </p:txBody>
      </p:sp>
    </p:spTree>
    <p:extLst>
      <p:ext uri="{BB962C8B-B14F-4D97-AF65-F5344CB8AC3E}">
        <p14:creationId xmlns:p14="http://schemas.microsoft.com/office/powerpoint/2010/main" val="32307486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76FC-CE68-C0F5-0D4C-28BB8F33E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3168F-6ACB-FC0E-FFAF-DE84A2457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8B1A9-CF62-DEB1-AC61-D891F2F3DC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45AE19-1FC7-121B-3CE0-7DB0118CD197}"/>
              </a:ext>
            </a:extLst>
          </p:cNvPr>
          <p:cNvSpPr>
            <a:spLocks noGrp="1"/>
          </p:cNvSpPr>
          <p:nvPr>
            <p:ph type="sldNum" sz="quarter" idx="5"/>
          </p:nvPr>
        </p:nvSpPr>
        <p:spPr/>
        <p:txBody>
          <a:bodyPr/>
          <a:lstStyle/>
          <a:p>
            <a:fld id="{08A7B8A6-DC2C-4E66-899B-3FF6576B90A7}" type="slidenum">
              <a:rPr lang="en-US" smtClean="0"/>
              <a:t>88</a:t>
            </a:fld>
            <a:endParaRPr lang="en-US"/>
          </a:p>
        </p:txBody>
      </p:sp>
    </p:spTree>
    <p:extLst>
      <p:ext uri="{BB962C8B-B14F-4D97-AF65-F5344CB8AC3E}">
        <p14:creationId xmlns:p14="http://schemas.microsoft.com/office/powerpoint/2010/main" val="16038861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348ED-CB07-5600-3D7F-84AC226AF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3600C-3EA6-1E69-250A-35AC6A0AF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27D97-CBBE-3041-A360-11EB33594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95044-ACFD-594D-67C6-E2C3CBE2685A}"/>
              </a:ext>
            </a:extLst>
          </p:cNvPr>
          <p:cNvSpPr>
            <a:spLocks noGrp="1"/>
          </p:cNvSpPr>
          <p:nvPr>
            <p:ph type="sldNum" sz="quarter" idx="5"/>
          </p:nvPr>
        </p:nvSpPr>
        <p:spPr/>
        <p:txBody>
          <a:bodyPr/>
          <a:lstStyle/>
          <a:p>
            <a:fld id="{08A7B8A6-DC2C-4E66-899B-3FF6576B90A7}" type="slidenum">
              <a:rPr lang="en-US" smtClean="0"/>
              <a:t>89</a:t>
            </a:fld>
            <a:endParaRPr lang="en-US"/>
          </a:p>
        </p:txBody>
      </p:sp>
    </p:spTree>
    <p:extLst>
      <p:ext uri="{BB962C8B-B14F-4D97-AF65-F5344CB8AC3E}">
        <p14:creationId xmlns:p14="http://schemas.microsoft.com/office/powerpoint/2010/main" val="25913762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8EFDF-528A-BB37-2A68-0E4661F20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40CDC-83B0-6093-6CFD-AE807E130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545F5-57F1-BF6B-89B8-6D054F912B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EE027-01A3-3FAC-D689-6B6F574BB98A}"/>
              </a:ext>
            </a:extLst>
          </p:cNvPr>
          <p:cNvSpPr>
            <a:spLocks noGrp="1"/>
          </p:cNvSpPr>
          <p:nvPr>
            <p:ph type="sldNum" sz="quarter" idx="5"/>
          </p:nvPr>
        </p:nvSpPr>
        <p:spPr/>
        <p:txBody>
          <a:bodyPr/>
          <a:lstStyle/>
          <a:p>
            <a:fld id="{08A7B8A6-DC2C-4E66-899B-3FF6576B90A7}" type="slidenum">
              <a:rPr lang="en-US" smtClean="0"/>
              <a:t>90</a:t>
            </a:fld>
            <a:endParaRPr lang="en-US"/>
          </a:p>
        </p:txBody>
      </p:sp>
    </p:spTree>
    <p:extLst>
      <p:ext uri="{BB962C8B-B14F-4D97-AF65-F5344CB8AC3E}">
        <p14:creationId xmlns:p14="http://schemas.microsoft.com/office/powerpoint/2010/main" val="32115618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B694A-C157-CAC3-F7BA-017CE20E6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BE899-231D-61BD-00D4-2E3AA5BCB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5D5DD-6CD1-A6B5-FA87-468194B4F1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D1564-8694-025A-1AFF-C9000C264E42}"/>
              </a:ext>
            </a:extLst>
          </p:cNvPr>
          <p:cNvSpPr>
            <a:spLocks noGrp="1"/>
          </p:cNvSpPr>
          <p:nvPr>
            <p:ph type="sldNum" sz="quarter" idx="5"/>
          </p:nvPr>
        </p:nvSpPr>
        <p:spPr/>
        <p:txBody>
          <a:bodyPr/>
          <a:lstStyle/>
          <a:p>
            <a:fld id="{08A7B8A6-DC2C-4E66-899B-3FF6576B90A7}" type="slidenum">
              <a:rPr lang="en-US" smtClean="0"/>
              <a:t>92</a:t>
            </a:fld>
            <a:endParaRPr lang="en-US"/>
          </a:p>
        </p:txBody>
      </p:sp>
    </p:spTree>
    <p:extLst>
      <p:ext uri="{BB962C8B-B14F-4D97-AF65-F5344CB8AC3E}">
        <p14:creationId xmlns:p14="http://schemas.microsoft.com/office/powerpoint/2010/main" val="11201281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D219E-DE09-BD10-F97B-C91346EDD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E1FBE-CF01-C976-736D-C47583FE8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8CC41-DB72-4E5C-240F-6C8739C1C2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3C09C-B8EB-DEBE-3D0C-F7B86F8C1A76}"/>
              </a:ext>
            </a:extLst>
          </p:cNvPr>
          <p:cNvSpPr>
            <a:spLocks noGrp="1"/>
          </p:cNvSpPr>
          <p:nvPr>
            <p:ph type="sldNum" sz="quarter" idx="5"/>
          </p:nvPr>
        </p:nvSpPr>
        <p:spPr/>
        <p:txBody>
          <a:bodyPr/>
          <a:lstStyle/>
          <a:p>
            <a:fld id="{08A7B8A6-DC2C-4E66-899B-3FF6576B90A7}" type="slidenum">
              <a:rPr lang="en-US" smtClean="0"/>
              <a:t>93</a:t>
            </a:fld>
            <a:endParaRPr lang="en-US"/>
          </a:p>
        </p:txBody>
      </p:sp>
    </p:spTree>
    <p:extLst>
      <p:ext uri="{BB962C8B-B14F-4D97-AF65-F5344CB8AC3E}">
        <p14:creationId xmlns:p14="http://schemas.microsoft.com/office/powerpoint/2010/main" val="23292122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A0DF-77DB-36E4-904C-163D78789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15CE2-6C44-8F4C-CE16-E142577E2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A63E2-8FD3-FFC6-7517-46DFD2490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6898D2-BD74-7047-5F65-9E7122B598EA}"/>
              </a:ext>
            </a:extLst>
          </p:cNvPr>
          <p:cNvSpPr>
            <a:spLocks noGrp="1"/>
          </p:cNvSpPr>
          <p:nvPr>
            <p:ph type="sldNum" sz="quarter" idx="5"/>
          </p:nvPr>
        </p:nvSpPr>
        <p:spPr/>
        <p:txBody>
          <a:bodyPr/>
          <a:lstStyle/>
          <a:p>
            <a:fld id="{08A7B8A6-DC2C-4E66-899B-3FF6576B90A7}" type="slidenum">
              <a:rPr lang="en-US" smtClean="0"/>
              <a:t>94</a:t>
            </a:fld>
            <a:endParaRPr lang="en-US"/>
          </a:p>
        </p:txBody>
      </p:sp>
    </p:spTree>
    <p:extLst>
      <p:ext uri="{BB962C8B-B14F-4D97-AF65-F5344CB8AC3E}">
        <p14:creationId xmlns:p14="http://schemas.microsoft.com/office/powerpoint/2010/main" val="72444785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2A11-41F7-8191-C5A9-369249358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F13E8-3054-1449-6B7B-CB239B365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C294D-6AF2-604D-78D7-79DCB6D908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EF796C-C174-C768-2318-5359172C497E}"/>
              </a:ext>
            </a:extLst>
          </p:cNvPr>
          <p:cNvSpPr>
            <a:spLocks noGrp="1"/>
          </p:cNvSpPr>
          <p:nvPr>
            <p:ph type="sldNum" sz="quarter" idx="5"/>
          </p:nvPr>
        </p:nvSpPr>
        <p:spPr/>
        <p:txBody>
          <a:bodyPr/>
          <a:lstStyle/>
          <a:p>
            <a:fld id="{08A7B8A6-DC2C-4E66-899B-3FF6576B90A7}" type="slidenum">
              <a:rPr lang="en-US" smtClean="0"/>
              <a:t>95</a:t>
            </a:fld>
            <a:endParaRPr lang="en-US"/>
          </a:p>
        </p:txBody>
      </p:sp>
    </p:spTree>
    <p:extLst>
      <p:ext uri="{BB962C8B-B14F-4D97-AF65-F5344CB8AC3E}">
        <p14:creationId xmlns:p14="http://schemas.microsoft.com/office/powerpoint/2010/main" val="40116988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92D32-4302-D752-8E7F-3AE77AFDE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1DAA3-A709-618B-C394-47208D428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5F1AF-5FC9-62F1-A5AF-E54D32228D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7C5F2-A08E-0839-5ED1-142E51B9DB25}"/>
              </a:ext>
            </a:extLst>
          </p:cNvPr>
          <p:cNvSpPr>
            <a:spLocks noGrp="1"/>
          </p:cNvSpPr>
          <p:nvPr>
            <p:ph type="sldNum" sz="quarter" idx="5"/>
          </p:nvPr>
        </p:nvSpPr>
        <p:spPr/>
        <p:txBody>
          <a:bodyPr/>
          <a:lstStyle/>
          <a:p>
            <a:fld id="{08A7B8A6-DC2C-4E66-899B-3FF6576B90A7}" type="slidenum">
              <a:rPr lang="en-US" smtClean="0"/>
              <a:t>99</a:t>
            </a:fld>
            <a:endParaRPr lang="en-US"/>
          </a:p>
        </p:txBody>
      </p:sp>
    </p:spTree>
    <p:extLst>
      <p:ext uri="{BB962C8B-B14F-4D97-AF65-F5344CB8AC3E}">
        <p14:creationId xmlns:p14="http://schemas.microsoft.com/office/powerpoint/2010/main" val="34374764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2045-C33A-BFA5-3494-B99E61E9A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E58E0-7C69-5A1B-F052-9FECA5E72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C3198-C1D2-DB43-B85B-E58AD92C57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744661-B0ED-A562-0BEA-CCD66F3E8A43}"/>
              </a:ext>
            </a:extLst>
          </p:cNvPr>
          <p:cNvSpPr>
            <a:spLocks noGrp="1"/>
          </p:cNvSpPr>
          <p:nvPr>
            <p:ph type="sldNum" sz="quarter" idx="5"/>
          </p:nvPr>
        </p:nvSpPr>
        <p:spPr/>
        <p:txBody>
          <a:bodyPr/>
          <a:lstStyle/>
          <a:p>
            <a:fld id="{08A7B8A6-DC2C-4E66-899B-3FF6576B90A7}" type="slidenum">
              <a:rPr lang="en-US" smtClean="0"/>
              <a:t>100</a:t>
            </a:fld>
            <a:endParaRPr lang="en-US"/>
          </a:p>
        </p:txBody>
      </p:sp>
    </p:spTree>
    <p:extLst>
      <p:ext uri="{BB962C8B-B14F-4D97-AF65-F5344CB8AC3E}">
        <p14:creationId xmlns:p14="http://schemas.microsoft.com/office/powerpoint/2010/main" val="236880878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848F0-D075-7848-908F-EE3581A80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CC08F-0E5C-121C-D4CA-CAC882CE4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BC7E4-F638-0A4A-F4DA-368C1DAE72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5E2D62-DE03-60D1-1EDF-EB5A9DE3B6F3}"/>
              </a:ext>
            </a:extLst>
          </p:cNvPr>
          <p:cNvSpPr>
            <a:spLocks noGrp="1"/>
          </p:cNvSpPr>
          <p:nvPr>
            <p:ph type="sldNum" sz="quarter" idx="5"/>
          </p:nvPr>
        </p:nvSpPr>
        <p:spPr/>
        <p:txBody>
          <a:bodyPr/>
          <a:lstStyle/>
          <a:p>
            <a:fld id="{08A7B8A6-DC2C-4E66-899B-3FF6576B90A7}" type="slidenum">
              <a:rPr lang="en-US" smtClean="0"/>
              <a:t>101</a:t>
            </a:fld>
            <a:endParaRPr lang="en-US"/>
          </a:p>
        </p:txBody>
      </p:sp>
    </p:spTree>
    <p:extLst>
      <p:ext uri="{BB962C8B-B14F-4D97-AF65-F5344CB8AC3E}">
        <p14:creationId xmlns:p14="http://schemas.microsoft.com/office/powerpoint/2010/main" val="230294509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33DD5-62B0-309D-097A-F258BF517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90556-B938-3A70-559F-CC4CDE0D1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3CC23-0A94-7597-06B7-86C2B23A73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F5DD0A-F61F-6D99-7C6B-8CB9B30FE72F}"/>
              </a:ext>
            </a:extLst>
          </p:cNvPr>
          <p:cNvSpPr>
            <a:spLocks noGrp="1"/>
          </p:cNvSpPr>
          <p:nvPr>
            <p:ph type="sldNum" sz="quarter" idx="5"/>
          </p:nvPr>
        </p:nvSpPr>
        <p:spPr/>
        <p:txBody>
          <a:bodyPr/>
          <a:lstStyle/>
          <a:p>
            <a:fld id="{08A7B8A6-DC2C-4E66-899B-3FF6576B90A7}" type="slidenum">
              <a:rPr lang="en-US" smtClean="0"/>
              <a:t>102</a:t>
            </a:fld>
            <a:endParaRPr lang="en-US"/>
          </a:p>
        </p:txBody>
      </p:sp>
    </p:spTree>
    <p:extLst>
      <p:ext uri="{BB962C8B-B14F-4D97-AF65-F5344CB8AC3E}">
        <p14:creationId xmlns:p14="http://schemas.microsoft.com/office/powerpoint/2010/main" val="30955567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0E0F-B092-E2A7-DC8D-17A904D66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A6904-5F37-C444-E992-8DE0A576F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4E8F2-EC4A-1734-434B-A452BAA66F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86BEBE-A5C9-4E1F-7B91-F7D8FEB0D441}"/>
              </a:ext>
            </a:extLst>
          </p:cNvPr>
          <p:cNvSpPr>
            <a:spLocks noGrp="1"/>
          </p:cNvSpPr>
          <p:nvPr>
            <p:ph type="sldNum" sz="quarter" idx="5"/>
          </p:nvPr>
        </p:nvSpPr>
        <p:spPr/>
        <p:txBody>
          <a:bodyPr/>
          <a:lstStyle/>
          <a:p>
            <a:fld id="{08A7B8A6-DC2C-4E66-899B-3FF6576B90A7}" type="slidenum">
              <a:rPr lang="en-US" smtClean="0"/>
              <a:t>104</a:t>
            </a:fld>
            <a:endParaRPr lang="en-US"/>
          </a:p>
        </p:txBody>
      </p:sp>
    </p:spTree>
    <p:extLst>
      <p:ext uri="{BB962C8B-B14F-4D97-AF65-F5344CB8AC3E}">
        <p14:creationId xmlns:p14="http://schemas.microsoft.com/office/powerpoint/2010/main" val="101313568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AC3D-6C98-F78F-B70A-43F916F7B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9852A-2001-489A-8DBB-BEE46DD44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7BA13-C72E-942B-973D-384195AF8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D0CF3E-AE4A-FB16-E20F-7A3C0CA178ED}"/>
              </a:ext>
            </a:extLst>
          </p:cNvPr>
          <p:cNvSpPr>
            <a:spLocks noGrp="1"/>
          </p:cNvSpPr>
          <p:nvPr>
            <p:ph type="sldNum" sz="quarter" idx="5"/>
          </p:nvPr>
        </p:nvSpPr>
        <p:spPr/>
        <p:txBody>
          <a:bodyPr/>
          <a:lstStyle/>
          <a:p>
            <a:fld id="{08A7B8A6-DC2C-4E66-899B-3FF6576B90A7}" type="slidenum">
              <a:rPr lang="en-US" smtClean="0"/>
              <a:t>105</a:t>
            </a:fld>
            <a:endParaRPr lang="en-US"/>
          </a:p>
        </p:txBody>
      </p:sp>
    </p:spTree>
    <p:extLst>
      <p:ext uri="{BB962C8B-B14F-4D97-AF65-F5344CB8AC3E}">
        <p14:creationId xmlns:p14="http://schemas.microsoft.com/office/powerpoint/2010/main" val="26990031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3CA28-7976-F46D-433B-23D647001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FD186-0638-F18F-950E-2CF835D54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1D1E7-1BDF-9055-25A4-DA448C617A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97BE29-93E2-E6CD-4808-7E41DF2A1B16}"/>
              </a:ext>
            </a:extLst>
          </p:cNvPr>
          <p:cNvSpPr>
            <a:spLocks noGrp="1"/>
          </p:cNvSpPr>
          <p:nvPr>
            <p:ph type="sldNum" sz="quarter" idx="5"/>
          </p:nvPr>
        </p:nvSpPr>
        <p:spPr/>
        <p:txBody>
          <a:bodyPr/>
          <a:lstStyle/>
          <a:p>
            <a:fld id="{08A7B8A6-DC2C-4E66-899B-3FF6576B90A7}" type="slidenum">
              <a:rPr lang="en-US" smtClean="0"/>
              <a:t>106</a:t>
            </a:fld>
            <a:endParaRPr lang="en-US"/>
          </a:p>
        </p:txBody>
      </p:sp>
    </p:spTree>
    <p:extLst>
      <p:ext uri="{BB962C8B-B14F-4D97-AF65-F5344CB8AC3E}">
        <p14:creationId xmlns:p14="http://schemas.microsoft.com/office/powerpoint/2010/main" val="300967304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11243-FB63-5541-8634-83008C99B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0ECA3-3F7A-BC11-8811-C6ED8572A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59A0A-DFE4-4A5E-2621-5AEDC46C6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F8E247-00E9-2CF5-4ECF-CE0CB5F2F377}"/>
              </a:ext>
            </a:extLst>
          </p:cNvPr>
          <p:cNvSpPr>
            <a:spLocks noGrp="1"/>
          </p:cNvSpPr>
          <p:nvPr>
            <p:ph type="sldNum" sz="quarter" idx="5"/>
          </p:nvPr>
        </p:nvSpPr>
        <p:spPr/>
        <p:txBody>
          <a:bodyPr/>
          <a:lstStyle/>
          <a:p>
            <a:fld id="{08A7B8A6-DC2C-4E66-899B-3FF6576B90A7}" type="slidenum">
              <a:rPr lang="en-US" smtClean="0"/>
              <a:t>108</a:t>
            </a:fld>
            <a:endParaRPr lang="en-US"/>
          </a:p>
        </p:txBody>
      </p:sp>
    </p:spTree>
    <p:extLst>
      <p:ext uri="{BB962C8B-B14F-4D97-AF65-F5344CB8AC3E}">
        <p14:creationId xmlns:p14="http://schemas.microsoft.com/office/powerpoint/2010/main" val="423596310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7C55-34FE-9726-F9B8-3FD9F2E8A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701BF-B7B1-B94E-5E87-65776413E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115D5-281A-BA82-7C48-8987E227A4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4F73F1-9BE0-1787-7EE3-D6DD17EE34D8}"/>
              </a:ext>
            </a:extLst>
          </p:cNvPr>
          <p:cNvSpPr>
            <a:spLocks noGrp="1"/>
          </p:cNvSpPr>
          <p:nvPr>
            <p:ph type="sldNum" sz="quarter" idx="5"/>
          </p:nvPr>
        </p:nvSpPr>
        <p:spPr/>
        <p:txBody>
          <a:bodyPr/>
          <a:lstStyle/>
          <a:p>
            <a:fld id="{08A7B8A6-DC2C-4E66-899B-3FF6576B90A7}" type="slidenum">
              <a:rPr lang="en-US" smtClean="0"/>
              <a:t>109</a:t>
            </a:fld>
            <a:endParaRPr lang="en-US"/>
          </a:p>
        </p:txBody>
      </p:sp>
    </p:spTree>
    <p:extLst>
      <p:ext uri="{BB962C8B-B14F-4D97-AF65-F5344CB8AC3E}">
        <p14:creationId xmlns:p14="http://schemas.microsoft.com/office/powerpoint/2010/main" val="241031144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39520-7035-CBD7-74CD-51B7A35F3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A8375-0472-6A26-0BCB-F37A65441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0CDC9-3AE2-2494-F079-E35C88CB5B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AE5BF1-3A7F-03BB-842D-BB238AFA9E08}"/>
              </a:ext>
            </a:extLst>
          </p:cNvPr>
          <p:cNvSpPr>
            <a:spLocks noGrp="1"/>
          </p:cNvSpPr>
          <p:nvPr>
            <p:ph type="sldNum" sz="quarter" idx="5"/>
          </p:nvPr>
        </p:nvSpPr>
        <p:spPr/>
        <p:txBody>
          <a:bodyPr/>
          <a:lstStyle/>
          <a:p>
            <a:fld id="{08A7B8A6-DC2C-4E66-899B-3FF6576B90A7}" type="slidenum">
              <a:rPr lang="en-US" smtClean="0"/>
              <a:t>110</a:t>
            </a:fld>
            <a:endParaRPr lang="en-US"/>
          </a:p>
        </p:txBody>
      </p:sp>
    </p:spTree>
    <p:extLst>
      <p:ext uri="{BB962C8B-B14F-4D97-AF65-F5344CB8AC3E}">
        <p14:creationId xmlns:p14="http://schemas.microsoft.com/office/powerpoint/2010/main" val="223849858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A40E0-FE26-658C-0F30-D7288DA2F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177AF-7CF7-98FA-7445-84280FA6A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91E8F-A92B-68F9-198F-210C4DB07A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A5ECEC-8852-9F9C-7D43-80E290D2A09E}"/>
              </a:ext>
            </a:extLst>
          </p:cNvPr>
          <p:cNvSpPr>
            <a:spLocks noGrp="1"/>
          </p:cNvSpPr>
          <p:nvPr>
            <p:ph type="sldNum" sz="quarter" idx="5"/>
          </p:nvPr>
        </p:nvSpPr>
        <p:spPr/>
        <p:txBody>
          <a:bodyPr/>
          <a:lstStyle/>
          <a:p>
            <a:fld id="{08A7B8A6-DC2C-4E66-899B-3FF6576B90A7}" type="slidenum">
              <a:rPr lang="en-US" smtClean="0"/>
              <a:t>112</a:t>
            </a:fld>
            <a:endParaRPr lang="en-US"/>
          </a:p>
        </p:txBody>
      </p:sp>
    </p:spTree>
    <p:extLst>
      <p:ext uri="{BB962C8B-B14F-4D97-AF65-F5344CB8AC3E}">
        <p14:creationId xmlns:p14="http://schemas.microsoft.com/office/powerpoint/2010/main" val="301700117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D9F31-01A3-DEFF-E8BF-EFF9E0428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DEAE2-976C-E189-F3D1-7BA31B15E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9E264-95E6-33D1-C89A-464EC03BB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54B35-21F8-F07B-477A-CF92CA6648D9}"/>
              </a:ext>
            </a:extLst>
          </p:cNvPr>
          <p:cNvSpPr>
            <a:spLocks noGrp="1"/>
          </p:cNvSpPr>
          <p:nvPr>
            <p:ph type="sldNum" sz="quarter" idx="5"/>
          </p:nvPr>
        </p:nvSpPr>
        <p:spPr/>
        <p:txBody>
          <a:bodyPr/>
          <a:lstStyle/>
          <a:p>
            <a:fld id="{08A7B8A6-DC2C-4E66-899B-3FF6576B90A7}" type="slidenum">
              <a:rPr lang="en-US" smtClean="0"/>
              <a:t>113</a:t>
            </a:fld>
            <a:endParaRPr lang="en-US"/>
          </a:p>
        </p:txBody>
      </p:sp>
    </p:spTree>
    <p:extLst>
      <p:ext uri="{BB962C8B-B14F-4D97-AF65-F5344CB8AC3E}">
        <p14:creationId xmlns:p14="http://schemas.microsoft.com/office/powerpoint/2010/main" val="370550425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F267-C2AF-8A5D-FC36-B11332CF2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7410F-0177-F218-C77C-6F32EC51E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D4851-0B48-FFC6-5B84-7A72F16A7E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BE1E85-496B-D918-3CBF-284111C925F4}"/>
              </a:ext>
            </a:extLst>
          </p:cNvPr>
          <p:cNvSpPr>
            <a:spLocks noGrp="1"/>
          </p:cNvSpPr>
          <p:nvPr>
            <p:ph type="sldNum" sz="quarter" idx="5"/>
          </p:nvPr>
        </p:nvSpPr>
        <p:spPr/>
        <p:txBody>
          <a:bodyPr/>
          <a:lstStyle/>
          <a:p>
            <a:fld id="{08A7B8A6-DC2C-4E66-899B-3FF6576B90A7}" type="slidenum">
              <a:rPr lang="en-US" smtClean="0"/>
              <a:t>114</a:t>
            </a:fld>
            <a:endParaRPr lang="en-US"/>
          </a:p>
        </p:txBody>
      </p:sp>
    </p:spTree>
    <p:extLst>
      <p:ext uri="{BB962C8B-B14F-4D97-AF65-F5344CB8AC3E}">
        <p14:creationId xmlns:p14="http://schemas.microsoft.com/office/powerpoint/2010/main" val="112824885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E63CC-57ED-EA6C-DB46-774A1D9A1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5249E-A61C-3E6F-5B5E-4D5EC39ED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5E68A-B567-9AAB-6D78-7955E331B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61E003-0F4E-E458-47C2-83DA7277CB58}"/>
              </a:ext>
            </a:extLst>
          </p:cNvPr>
          <p:cNvSpPr>
            <a:spLocks noGrp="1"/>
          </p:cNvSpPr>
          <p:nvPr>
            <p:ph type="sldNum" sz="quarter" idx="5"/>
          </p:nvPr>
        </p:nvSpPr>
        <p:spPr/>
        <p:txBody>
          <a:bodyPr/>
          <a:lstStyle/>
          <a:p>
            <a:fld id="{08A7B8A6-DC2C-4E66-899B-3FF6576B90A7}" type="slidenum">
              <a:rPr lang="en-US" smtClean="0"/>
              <a:t>115</a:t>
            </a:fld>
            <a:endParaRPr lang="en-US"/>
          </a:p>
        </p:txBody>
      </p:sp>
    </p:spTree>
    <p:extLst>
      <p:ext uri="{BB962C8B-B14F-4D97-AF65-F5344CB8AC3E}">
        <p14:creationId xmlns:p14="http://schemas.microsoft.com/office/powerpoint/2010/main" val="34548414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6C017-3A6D-DCEB-D5BB-ACB300E65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B9A1B-E834-443C-5747-B81FE5192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4FDD96-AE89-2BEA-E857-939CB70FD5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65C77-6611-4947-F6C4-40E61E909952}"/>
              </a:ext>
            </a:extLst>
          </p:cNvPr>
          <p:cNvSpPr>
            <a:spLocks noGrp="1"/>
          </p:cNvSpPr>
          <p:nvPr>
            <p:ph type="sldNum" sz="quarter" idx="5"/>
          </p:nvPr>
        </p:nvSpPr>
        <p:spPr/>
        <p:txBody>
          <a:bodyPr/>
          <a:lstStyle/>
          <a:p>
            <a:fld id="{08A7B8A6-DC2C-4E66-899B-3FF6576B90A7}" type="slidenum">
              <a:rPr lang="en-US" smtClean="0"/>
              <a:t>120</a:t>
            </a:fld>
            <a:endParaRPr lang="en-US"/>
          </a:p>
        </p:txBody>
      </p:sp>
    </p:spTree>
    <p:extLst>
      <p:ext uri="{BB962C8B-B14F-4D97-AF65-F5344CB8AC3E}">
        <p14:creationId xmlns:p14="http://schemas.microsoft.com/office/powerpoint/2010/main" val="237437098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1BF9D-B78C-F386-0255-AB66862DD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6E7A7-4A59-7B64-ED0E-36E933BA8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1AC8B-6171-2C74-DAB1-EFE240A78D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B831C-E999-E4FA-CC56-FF0265F40576}"/>
              </a:ext>
            </a:extLst>
          </p:cNvPr>
          <p:cNvSpPr>
            <a:spLocks noGrp="1"/>
          </p:cNvSpPr>
          <p:nvPr>
            <p:ph type="sldNum" sz="quarter" idx="5"/>
          </p:nvPr>
        </p:nvSpPr>
        <p:spPr/>
        <p:txBody>
          <a:bodyPr/>
          <a:lstStyle/>
          <a:p>
            <a:fld id="{08A7B8A6-DC2C-4E66-899B-3FF6576B90A7}" type="slidenum">
              <a:rPr lang="en-US" smtClean="0"/>
              <a:t>121</a:t>
            </a:fld>
            <a:endParaRPr lang="en-US"/>
          </a:p>
        </p:txBody>
      </p:sp>
    </p:spTree>
    <p:extLst>
      <p:ext uri="{BB962C8B-B14F-4D97-AF65-F5344CB8AC3E}">
        <p14:creationId xmlns:p14="http://schemas.microsoft.com/office/powerpoint/2010/main" val="1735584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E7708-DA80-33C4-724E-BD59BAB17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637F7-BFF2-2643-CF13-6B85C2376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A478C-D06E-AB77-9A1B-FE7CE5A47E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BE1D19-D65E-559C-6D41-180BE0231740}"/>
              </a:ext>
            </a:extLst>
          </p:cNvPr>
          <p:cNvSpPr>
            <a:spLocks noGrp="1"/>
          </p:cNvSpPr>
          <p:nvPr>
            <p:ph type="sldNum" sz="quarter" idx="5"/>
          </p:nvPr>
        </p:nvSpPr>
        <p:spPr/>
        <p:txBody>
          <a:bodyPr/>
          <a:lstStyle/>
          <a:p>
            <a:fld id="{08A7B8A6-DC2C-4E66-899B-3FF6576B90A7}" type="slidenum">
              <a:rPr lang="en-US" smtClean="0"/>
              <a:t>122</a:t>
            </a:fld>
            <a:endParaRPr lang="en-US"/>
          </a:p>
        </p:txBody>
      </p:sp>
    </p:spTree>
    <p:extLst>
      <p:ext uri="{BB962C8B-B14F-4D97-AF65-F5344CB8AC3E}">
        <p14:creationId xmlns:p14="http://schemas.microsoft.com/office/powerpoint/2010/main" val="112528798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CCDF-1216-AC26-C3C1-DF0258D0F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1DC67-8F54-2B5D-7762-616EB1219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0AA9E-90AC-AC16-5359-251F896E0F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20864C-B80E-D51E-2255-90CC3B4ED2AF}"/>
              </a:ext>
            </a:extLst>
          </p:cNvPr>
          <p:cNvSpPr>
            <a:spLocks noGrp="1"/>
          </p:cNvSpPr>
          <p:nvPr>
            <p:ph type="sldNum" sz="quarter" idx="5"/>
          </p:nvPr>
        </p:nvSpPr>
        <p:spPr/>
        <p:txBody>
          <a:bodyPr/>
          <a:lstStyle/>
          <a:p>
            <a:fld id="{08A7B8A6-DC2C-4E66-899B-3FF6576B90A7}" type="slidenum">
              <a:rPr lang="en-US" smtClean="0"/>
              <a:t>126</a:t>
            </a:fld>
            <a:endParaRPr lang="en-US"/>
          </a:p>
        </p:txBody>
      </p:sp>
    </p:spTree>
    <p:extLst>
      <p:ext uri="{BB962C8B-B14F-4D97-AF65-F5344CB8AC3E}">
        <p14:creationId xmlns:p14="http://schemas.microsoft.com/office/powerpoint/2010/main" val="1566943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5411B-A38D-785C-6571-9BB1B9100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F6C85-C00A-E029-61E3-CB12F795D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5998F-BA52-5220-2AB4-2B1097C24E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9C3BC3-6FDE-AD12-78DB-00CDABA202B3}"/>
              </a:ext>
            </a:extLst>
          </p:cNvPr>
          <p:cNvSpPr>
            <a:spLocks noGrp="1"/>
          </p:cNvSpPr>
          <p:nvPr>
            <p:ph type="sldNum" sz="quarter" idx="5"/>
          </p:nvPr>
        </p:nvSpPr>
        <p:spPr/>
        <p:txBody>
          <a:bodyPr/>
          <a:lstStyle/>
          <a:p>
            <a:fld id="{08A7B8A6-DC2C-4E66-899B-3FF6576B90A7}" type="slidenum">
              <a:rPr lang="en-US" smtClean="0"/>
              <a:t>127</a:t>
            </a:fld>
            <a:endParaRPr lang="en-US"/>
          </a:p>
        </p:txBody>
      </p:sp>
    </p:spTree>
    <p:extLst>
      <p:ext uri="{BB962C8B-B14F-4D97-AF65-F5344CB8AC3E}">
        <p14:creationId xmlns:p14="http://schemas.microsoft.com/office/powerpoint/2010/main" val="8911627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D5D85-A17D-9C93-923A-29D96EC94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87D88-F108-784A-6B0C-A1D84EAFC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48AED-118D-8600-78FD-7474188A9D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9D71CF-FCA2-A310-8A55-8917F89346FF}"/>
              </a:ext>
            </a:extLst>
          </p:cNvPr>
          <p:cNvSpPr>
            <a:spLocks noGrp="1"/>
          </p:cNvSpPr>
          <p:nvPr>
            <p:ph type="sldNum" sz="quarter" idx="5"/>
          </p:nvPr>
        </p:nvSpPr>
        <p:spPr/>
        <p:txBody>
          <a:bodyPr/>
          <a:lstStyle/>
          <a:p>
            <a:fld id="{08A7B8A6-DC2C-4E66-899B-3FF6576B90A7}" type="slidenum">
              <a:rPr lang="en-US" smtClean="0"/>
              <a:t>128</a:t>
            </a:fld>
            <a:endParaRPr lang="en-US"/>
          </a:p>
        </p:txBody>
      </p:sp>
    </p:spTree>
    <p:extLst>
      <p:ext uri="{BB962C8B-B14F-4D97-AF65-F5344CB8AC3E}">
        <p14:creationId xmlns:p14="http://schemas.microsoft.com/office/powerpoint/2010/main" val="18949721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45D7-897E-0C81-AC7E-5B463AB42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A1EA8-E805-AF10-93C6-4C6244EF4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5D8A2-B513-B8E2-6461-7F9E0491B2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0EA3B-78F6-6717-88E9-3BA665CF2679}"/>
              </a:ext>
            </a:extLst>
          </p:cNvPr>
          <p:cNvSpPr>
            <a:spLocks noGrp="1"/>
          </p:cNvSpPr>
          <p:nvPr>
            <p:ph type="sldNum" sz="quarter" idx="5"/>
          </p:nvPr>
        </p:nvSpPr>
        <p:spPr/>
        <p:txBody>
          <a:bodyPr/>
          <a:lstStyle/>
          <a:p>
            <a:fld id="{08A7B8A6-DC2C-4E66-899B-3FF6576B90A7}" type="slidenum">
              <a:rPr lang="en-US" smtClean="0"/>
              <a:t>129</a:t>
            </a:fld>
            <a:endParaRPr lang="en-US"/>
          </a:p>
        </p:txBody>
      </p:sp>
    </p:spTree>
    <p:extLst>
      <p:ext uri="{BB962C8B-B14F-4D97-AF65-F5344CB8AC3E}">
        <p14:creationId xmlns:p14="http://schemas.microsoft.com/office/powerpoint/2010/main" val="235380005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23BEE-7D50-59E5-3C7D-47481F53DF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1E4C6-A13F-9B2E-5FCC-D86855FAC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84B88-51D5-AA7F-9E3B-AB6CB510D7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253685-3D6D-19E8-6AA2-CB5FBB42F3A3}"/>
              </a:ext>
            </a:extLst>
          </p:cNvPr>
          <p:cNvSpPr>
            <a:spLocks noGrp="1"/>
          </p:cNvSpPr>
          <p:nvPr>
            <p:ph type="sldNum" sz="quarter" idx="5"/>
          </p:nvPr>
        </p:nvSpPr>
        <p:spPr/>
        <p:txBody>
          <a:bodyPr/>
          <a:lstStyle/>
          <a:p>
            <a:fld id="{08A7B8A6-DC2C-4E66-899B-3FF6576B90A7}" type="slidenum">
              <a:rPr lang="en-US" smtClean="0"/>
              <a:t>130</a:t>
            </a:fld>
            <a:endParaRPr lang="en-US"/>
          </a:p>
        </p:txBody>
      </p:sp>
    </p:spTree>
    <p:extLst>
      <p:ext uri="{BB962C8B-B14F-4D97-AF65-F5344CB8AC3E}">
        <p14:creationId xmlns:p14="http://schemas.microsoft.com/office/powerpoint/2010/main" val="196694616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E6BAF-B24D-16D8-3574-B6FB00AFA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4DD69-AEC3-4D69-DBEE-B63B7176B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21920-785E-830C-FA2C-981821F117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A3FF54-599E-9A86-2D9B-4B223E43802D}"/>
              </a:ext>
            </a:extLst>
          </p:cNvPr>
          <p:cNvSpPr>
            <a:spLocks noGrp="1"/>
          </p:cNvSpPr>
          <p:nvPr>
            <p:ph type="sldNum" sz="quarter" idx="5"/>
          </p:nvPr>
        </p:nvSpPr>
        <p:spPr/>
        <p:txBody>
          <a:bodyPr/>
          <a:lstStyle/>
          <a:p>
            <a:fld id="{08A7B8A6-DC2C-4E66-899B-3FF6576B90A7}" type="slidenum">
              <a:rPr lang="en-US" smtClean="0"/>
              <a:t>131</a:t>
            </a:fld>
            <a:endParaRPr lang="en-US"/>
          </a:p>
        </p:txBody>
      </p:sp>
    </p:spTree>
    <p:extLst>
      <p:ext uri="{BB962C8B-B14F-4D97-AF65-F5344CB8AC3E}">
        <p14:creationId xmlns:p14="http://schemas.microsoft.com/office/powerpoint/2010/main" val="41197254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8976-DC49-A43A-6DB1-60FC902D8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672DA-B26B-A1E7-BBE6-E5031EFB7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073AF-7F21-3394-3CEC-6C27CB5286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04C1B-7E2C-9442-F6C4-BEEEA50EB203}"/>
              </a:ext>
            </a:extLst>
          </p:cNvPr>
          <p:cNvSpPr>
            <a:spLocks noGrp="1"/>
          </p:cNvSpPr>
          <p:nvPr>
            <p:ph type="sldNum" sz="quarter" idx="5"/>
          </p:nvPr>
        </p:nvSpPr>
        <p:spPr/>
        <p:txBody>
          <a:bodyPr/>
          <a:lstStyle/>
          <a:p>
            <a:fld id="{08A7B8A6-DC2C-4E66-899B-3FF6576B90A7}" type="slidenum">
              <a:rPr lang="en-US" smtClean="0"/>
              <a:t>132</a:t>
            </a:fld>
            <a:endParaRPr lang="en-US"/>
          </a:p>
        </p:txBody>
      </p:sp>
    </p:spTree>
    <p:extLst>
      <p:ext uri="{BB962C8B-B14F-4D97-AF65-F5344CB8AC3E}">
        <p14:creationId xmlns:p14="http://schemas.microsoft.com/office/powerpoint/2010/main" val="87598099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9FBE3-E60E-C4DC-7994-1D4B2E32E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9F406-8D5E-6FFF-BD4D-0A1C38CDA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059CD-AC49-1953-00CC-53F84320BB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7E0F03-47D8-28EE-A622-BDD0C97C218F}"/>
              </a:ext>
            </a:extLst>
          </p:cNvPr>
          <p:cNvSpPr>
            <a:spLocks noGrp="1"/>
          </p:cNvSpPr>
          <p:nvPr>
            <p:ph type="sldNum" sz="quarter" idx="5"/>
          </p:nvPr>
        </p:nvSpPr>
        <p:spPr/>
        <p:txBody>
          <a:bodyPr/>
          <a:lstStyle/>
          <a:p>
            <a:fld id="{08A7B8A6-DC2C-4E66-899B-3FF6576B90A7}" type="slidenum">
              <a:rPr lang="en-US" smtClean="0"/>
              <a:t>133</a:t>
            </a:fld>
            <a:endParaRPr lang="en-US"/>
          </a:p>
        </p:txBody>
      </p:sp>
    </p:spTree>
    <p:extLst>
      <p:ext uri="{BB962C8B-B14F-4D97-AF65-F5344CB8AC3E}">
        <p14:creationId xmlns:p14="http://schemas.microsoft.com/office/powerpoint/2010/main" val="146515902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F096E-D5F1-27B3-502A-FD7C50F7E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64910-A064-DC18-038B-D286DFD4E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1A79A-F321-CC23-EC10-442198C2EA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5A98E4-378C-183B-49A1-EB07A1485839}"/>
              </a:ext>
            </a:extLst>
          </p:cNvPr>
          <p:cNvSpPr>
            <a:spLocks noGrp="1"/>
          </p:cNvSpPr>
          <p:nvPr>
            <p:ph type="sldNum" sz="quarter" idx="5"/>
          </p:nvPr>
        </p:nvSpPr>
        <p:spPr/>
        <p:txBody>
          <a:bodyPr/>
          <a:lstStyle/>
          <a:p>
            <a:fld id="{08A7B8A6-DC2C-4E66-899B-3FF6576B90A7}" type="slidenum">
              <a:rPr lang="en-US" smtClean="0"/>
              <a:t>134</a:t>
            </a:fld>
            <a:endParaRPr lang="en-US"/>
          </a:p>
        </p:txBody>
      </p:sp>
    </p:spTree>
    <p:extLst>
      <p:ext uri="{BB962C8B-B14F-4D97-AF65-F5344CB8AC3E}">
        <p14:creationId xmlns:p14="http://schemas.microsoft.com/office/powerpoint/2010/main" val="241193951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12DE-39BD-A8AB-9A7B-B9841017B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E7634-57D9-50EF-3D0C-6DFA58A45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30D15-858B-DCB6-115A-29DE81F801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8B2BB-93DA-0A2C-0754-750E0D3A66DE}"/>
              </a:ext>
            </a:extLst>
          </p:cNvPr>
          <p:cNvSpPr>
            <a:spLocks noGrp="1"/>
          </p:cNvSpPr>
          <p:nvPr>
            <p:ph type="sldNum" sz="quarter" idx="5"/>
          </p:nvPr>
        </p:nvSpPr>
        <p:spPr/>
        <p:txBody>
          <a:bodyPr/>
          <a:lstStyle/>
          <a:p>
            <a:fld id="{08A7B8A6-DC2C-4E66-899B-3FF6576B90A7}" type="slidenum">
              <a:rPr lang="en-US" smtClean="0"/>
              <a:t>135</a:t>
            </a:fld>
            <a:endParaRPr lang="en-US"/>
          </a:p>
        </p:txBody>
      </p:sp>
    </p:spTree>
    <p:extLst>
      <p:ext uri="{BB962C8B-B14F-4D97-AF65-F5344CB8AC3E}">
        <p14:creationId xmlns:p14="http://schemas.microsoft.com/office/powerpoint/2010/main" val="379725553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A7B8A6-DC2C-4E66-899B-3FF6576B90A7}" type="slidenum">
              <a:rPr lang="en-US" smtClean="0"/>
              <a:t>142</a:t>
            </a:fld>
            <a:endParaRPr lang="en-US"/>
          </a:p>
        </p:txBody>
      </p:sp>
    </p:spTree>
    <p:extLst>
      <p:ext uri="{BB962C8B-B14F-4D97-AF65-F5344CB8AC3E}">
        <p14:creationId xmlns:p14="http://schemas.microsoft.com/office/powerpoint/2010/main" val="291075102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595B8-67BD-ABAA-6ADB-465FDE9C0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AF032-D82B-B88D-0E9C-2DA606109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9C91D-1987-341E-56A0-F127E10DF277}"/>
              </a:ext>
            </a:extLst>
          </p:cNvPr>
          <p:cNvSpPr>
            <a:spLocks noGrp="1"/>
          </p:cNvSpPr>
          <p:nvPr>
            <p:ph type="body" idx="1"/>
          </p:nvPr>
        </p:nvSpPr>
        <p:spPr/>
        <p:txBody>
          <a:bodyPr/>
          <a:lstStyle/>
          <a:p>
            <a:endParaRPr lang="fr-FR"/>
          </a:p>
          <a:p>
            <a:endParaRPr lang="en-US"/>
          </a:p>
        </p:txBody>
      </p:sp>
      <p:sp>
        <p:nvSpPr>
          <p:cNvPr id="4" name="Slide Number Placeholder 3">
            <a:extLst>
              <a:ext uri="{FF2B5EF4-FFF2-40B4-BE49-F238E27FC236}">
                <a16:creationId xmlns:a16="http://schemas.microsoft.com/office/drawing/2014/main" id="{A6C37711-D805-BC8D-C5DA-7082EBB15ED9}"/>
              </a:ext>
            </a:extLst>
          </p:cNvPr>
          <p:cNvSpPr>
            <a:spLocks noGrp="1"/>
          </p:cNvSpPr>
          <p:nvPr>
            <p:ph type="sldNum" sz="quarter" idx="5"/>
          </p:nvPr>
        </p:nvSpPr>
        <p:spPr/>
        <p:txBody>
          <a:bodyPr/>
          <a:lstStyle/>
          <a:p>
            <a:fld id="{08A7B8A6-DC2C-4E66-899B-3FF6576B90A7}" type="slidenum">
              <a:rPr lang="en-US" smtClean="0"/>
              <a:t>143</a:t>
            </a:fld>
            <a:endParaRPr lang="en-US"/>
          </a:p>
        </p:txBody>
      </p:sp>
    </p:spTree>
    <p:extLst>
      <p:ext uri="{BB962C8B-B14F-4D97-AF65-F5344CB8AC3E}">
        <p14:creationId xmlns:p14="http://schemas.microsoft.com/office/powerpoint/2010/main" val="48121578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A087B-0507-84BB-A305-489FA9FD7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A0B10-D8AE-1425-B378-6256552E5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2926D-4F51-2934-602F-AAE9627C88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2D97DB-3E4A-6EAE-ABC9-FB73615A9406}"/>
              </a:ext>
            </a:extLst>
          </p:cNvPr>
          <p:cNvSpPr>
            <a:spLocks noGrp="1"/>
          </p:cNvSpPr>
          <p:nvPr>
            <p:ph type="sldNum" sz="quarter" idx="5"/>
          </p:nvPr>
        </p:nvSpPr>
        <p:spPr/>
        <p:txBody>
          <a:bodyPr/>
          <a:lstStyle/>
          <a:p>
            <a:fld id="{08A7B8A6-DC2C-4E66-899B-3FF6576B90A7}" type="slidenum">
              <a:rPr lang="en-US" smtClean="0"/>
              <a:t>144</a:t>
            </a:fld>
            <a:endParaRPr lang="en-US"/>
          </a:p>
        </p:txBody>
      </p:sp>
    </p:spTree>
    <p:extLst>
      <p:ext uri="{BB962C8B-B14F-4D97-AF65-F5344CB8AC3E}">
        <p14:creationId xmlns:p14="http://schemas.microsoft.com/office/powerpoint/2010/main" val="140301056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2E1A-9A36-0601-0225-1B89FBEE6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0B443-0BEA-E11E-CFAF-20C3BE27E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CF078-6A4E-BB79-4A34-4BFCA960A7D7}"/>
              </a:ext>
            </a:extLst>
          </p:cNvPr>
          <p:cNvSpPr>
            <a:spLocks noGrp="1"/>
          </p:cNvSpPr>
          <p:nvPr>
            <p:ph type="body" idx="1"/>
          </p:nvPr>
        </p:nvSpPr>
        <p:spPr/>
        <p:txBody>
          <a:bodyPr/>
          <a:lstStyle/>
          <a:p>
            <a:r>
              <a:rPr lang="en-US"/>
              <a:t>Check the same title in https://learn.microsoft.com/en-us/azure/aks/concepts-vulnerability-management for the details</a:t>
            </a:r>
          </a:p>
        </p:txBody>
      </p:sp>
      <p:sp>
        <p:nvSpPr>
          <p:cNvPr id="4" name="Slide Number Placeholder 3">
            <a:extLst>
              <a:ext uri="{FF2B5EF4-FFF2-40B4-BE49-F238E27FC236}">
                <a16:creationId xmlns:a16="http://schemas.microsoft.com/office/drawing/2014/main" id="{B19DBA0D-527A-09C2-4DE2-54F3A257F8C7}"/>
              </a:ext>
            </a:extLst>
          </p:cNvPr>
          <p:cNvSpPr>
            <a:spLocks noGrp="1"/>
          </p:cNvSpPr>
          <p:nvPr>
            <p:ph type="sldNum" sz="quarter" idx="5"/>
          </p:nvPr>
        </p:nvSpPr>
        <p:spPr/>
        <p:txBody>
          <a:bodyPr/>
          <a:lstStyle/>
          <a:p>
            <a:fld id="{08A7B8A6-DC2C-4E66-899B-3FF6576B90A7}" type="slidenum">
              <a:rPr lang="en-US" smtClean="0"/>
              <a:t>145</a:t>
            </a:fld>
            <a:endParaRPr lang="en-US"/>
          </a:p>
        </p:txBody>
      </p:sp>
    </p:spTree>
    <p:extLst>
      <p:ext uri="{BB962C8B-B14F-4D97-AF65-F5344CB8AC3E}">
        <p14:creationId xmlns:p14="http://schemas.microsoft.com/office/powerpoint/2010/main" val="78456414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A365D-11B6-C05A-FF73-000C92259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FE821-CB93-210E-6FC5-41C34ACF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49F79-ABC0-4C0A-9062-2472ABE09932}"/>
              </a:ext>
            </a:extLst>
          </p:cNvPr>
          <p:cNvSpPr>
            <a:spLocks noGrp="1"/>
          </p:cNvSpPr>
          <p:nvPr>
            <p:ph type="body" idx="1"/>
          </p:nvPr>
        </p:nvSpPr>
        <p:spPr/>
        <p:txBody>
          <a:bodyPr/>
          <a:lstStyle/>
          <a:p>
            <a:r>
              <a:rPr lang="en-US"/>
              <a:t>Check https://learn.microsoft.com/en-us/azure/aks/concepts-vulnerability-management#worker-nodes for the details</a:t>
            </a:r>
          </a:p>
        </p:txBody>
      </p:sp>
      <p:sp>
        <p:nvSpPr>
          <p:cNvPr id="4" name="Slide Number Placeholder 3">
            <a:extLst>
              <a:ext uri="{FF2B5EF4-FFF2-40B4-BE49-F238E27FC236}">
                <a16:creationId xmlns:a16="http://schemas.microsoft.com/office/drawing/2014/main" id="{B6713D50-0089-01BC-96A4-9219D3BD9508}"/>
              </a:ext>
            </a:extLst>
          </p:cNvPr>
          <p:cNvSpPr>
            <a:spLocks noGrp="1"/>
          </p:cNvSpPr>
          <p:nvPr>
            <p:ph type="sldNum" sz="quarter" idx="5"/>
          </p:nvPr>
        </p:nvSpPr>
        <p:spPr/>
        <p:txBody>
          <a:bodyPr/>
          <a:lstStyle/>
          <a:p>
            <a:fld id="{08A7B8A6-DC2C-4E66-899B-3FF6576B90A7}" type="slidenum">
              <a:rPr lang="en-US" smtClean="0"/>
              <a:t>146</a:t>
            </a:fld>
            <a:endParaRPr lang="en-US"/>
          </a:p>
        </p:txBody>
      </p:sp>
    </p:spTree>
    <p:extLst>
      <p:ext uri="{BB962C8B-B14F-4D97-AF65-F5344CB8AC3E}">
        <p14:creationId xmlns:p14="http://schemas.microsoft.com/office/powerpoint/2010/main" val="167280953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37C1-A7AE-F51C-1C13-2BA9A6994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6FF46-64E2-7734-16BA-B31FBB814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6F860-47CF-6E66-7F16-B8489AF8E987}"/>
              </a:ext>
            </a:extLst>
          </p:cNvPr>
          <p:cNvSpPr>
            <a:spLocks noGrp="1"/>
          </p:cNvSpPr>
          <p:nvPr>
            <p:ph type="body" idx="1"/>
          </p:nvPr>
        </p:nvSpPr>
        <p:spPr/>
        <p:txBody>
          <a:bodyPr/>
          <a:lstStyle/>
          <a:p>
            <a:r>
              <a:rPr lang="en-US"/>
              <a:t>Check https://learn.microsoft.com/en-us/azure/aks/concepts-vulnerability-management#how-vulnerabilities-are-classified for the details</a:t>
            </a:r>
          </a:p>
        </p:txBody>
      </p:sp>
      <p:sp>
        <p:nvSpPr>
          <p:cNvPr id="4" name="Slide Number Placeholder 3">
            <a:extLst>
              <a:ext uri="{FF2B5EF4-FFF2-40B4-BE49-F238E27FC236}">
                <a16:creationId xmlns:a16="http://schemas.microsoft.com/office/drawing/2014/main" id="{9400A2A6-DB4A-A486-9547-6A29C3F31079}"/>
              </a:ext>
            </a:extLst>
          </p:cNvPr>
          <p:cNvSpPr>
            <a:spLocks noGrp="1"/>
          </p:cNvSpPr>
          <p:nvPr>
            <p:ph type="sldNum" sz="quarter" idx="5"/>
          </p:nvPr>
        </p:nvSpPr>
        <p:spPr/>
        <p:txBody>
          <a:bodyPr/>
          <a:lstStyle/>
          <a:p>
            <a:fld id="{08A7B8A6-DC2C-4E66-899B-3FF6576B90A7}" type="slidenum">
              <a:rPr lang="en-US" smtClean="0"/>
              <a:t>147</a:t>
            </a:fld>
            <a:endParaRPr lang="en-US"/>
          </a:p>
        </p:txBody>
      </p:sp>
    </p:spTree>
    <p:extLst>
      <p:ext uri="{BB962C8B-B14F-4D97-AF65-F5344CB8AC3E}">
        <p14:creationId xmlns:p14="http://schemas.microsoft.com/office/powerpoint/2010/main" val="102606314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A561-B04A-E7F7-CE41-526A3A0F3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D6C2D-1807-56B6-0BE6-18E783D24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12F11-36F8-3507-9771-D61446B4345D}"/>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6DDE799-28BA-2CBE-179F-99E7F4785A5E}"/>
              </a:ext>
            </a:extLst>
          </p:cNvPr>
          <p:cNvSpPr>
            <a:spLocks noGrp="1"/>
          </p:cNvSpPr>
          <p:nvPr>
            <p:ph type="sldNum" sz="quarter" idx="5"/>
          </p:nvPr>
        </p:nvSpPr>
        <p:spPr/>
        <p:txBody>
          <a:bodyPr/>
          <a:lstStyle/>
          <a:p>
            <a:fld id="{08A7B8A6-DC2C-4E66-899B-3FF6576B90A7}" type="slidenum">
              <a:rPr lang="en-US" smtClean="0"/>
              <a:t>148</a:t>
            </a:fld>
            <a:endParaRPr lang="en-US"/>
          </a:p>
        </p:txBody>
      </p:sp>
    </p:spTree>
    <p:extLst>
      <p:ext uri="{BB962C8B-B14F-4D97-AF65-F5344CB8AC3E}">
        <p14:creationId xmlns:p14="http://schemas.microsoft.com/office/powerpoint/2010/main" val="23018973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61F3-D4E3-8A23-CEDC-419E0D024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3755E-DB6D-56CC-8CA7-38437FBD8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417138-22FF-2996-A681-420970F9D3E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9566E9F-9DC7-89D3-21FF-D003E7ED9B4C}"/>
              </a:ext>
            </a:extLst>
          </p:cNvPr>
          <p:cNvSpPr>
            <a:spLocks noGrp="1"/>
          </p:cNvSpPr>
          <p:nvPr>
            <p:ph type="sldNum" sz="quarter" idx="5"/>
          </p:nvPr>
        </p:nvSpPr>
        <p:spPr/>
        <p:txBody>
          <a:bodyPr/>
          <a:lstStyle/>
          <a:p>
            <a:fld id="{08A7B8A6-DC2C-4E66-899B-3FF6576B90A7}" type="slidenum">
              <a:rPr lang="en-US" smtClean="0"/>
              <a:t>149</a:t>
            </a:fld>
            <a:endParaRPr lang="en-US"/>
          </a:p>
        </p:txBody>
      </p:sp>
    </p:spTree>
    <p:extLst>
      <p:ext uri="{BB962C8B-B14F-4D97-AF65-F5344CB8AC3E}">
        <p14:creationId xmlns:p14="http://schemas.microsoft.com/office/powerpoint/2010/main" val="214305150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69F3-3A96-8030-28D3-9119776D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69618-0606-00F8-19CE-23B521D79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61138-B890-8480-57BE-E7CAC90A6DD5}"/>
              </a:ext>
            </a:extLst>
          </p:cNvPr>
          <p:cNvSpPr>
            <a:spLocks noGrp="1"/>
          </p:cNvSpPr>
          <p:nvPr>
            <p:ph type="body" idx="1"/>
          </p:nvPr>
        </p:nvSpPr>
        <p:spPr/>
        <p:txBody>
          <a:bodyPr/>
          <a:lstStyle/>
          <a:p>
            <a:r>
              <a:rPr lang="en-US"/>
              <a:t>https://learn.microsoft.com/en-us/azure/confidential-computing/confidential-containers-aks-security-policy?toc=%2Fazure%2Faks%2Ftoc.json&amp;bc=%2Fazure%2Faks%2Fbreadcrumb%2Ftoc.json#security-policy-overview </a:t>
            </a:r>
          </a:p>
          <a:p>
            <a:endParaRPr lang="en-US"/>
          </a:p>
          <a:p>
            <a:r>
              <a:rPr lang="en-US" sz="1200" b="0" i="0" kern="1200">
                <a:solidFill>
                  <a:schemeClr val="tx1"/>
                </a:solidFill>
                <a:effectLst/>
                <a:latin typeface="+mn-lt"/>
                <a:ea typeface="+mn-ea"/>
                <a:cs typeface="+mn-cs"/>
              </a:rPr>
              <a:t>One of the main components of the </a:t>
            </a:r>
            <a:r>
              <a:rPr lang="en-US" sz="1200" b="0" i="0" u="none" strike="noStrike" kern="1200">
                <a:solidFill>
                  <a:schemeClr val="tx1"/>
                </a:solidFill>
                <a:effectLst/>
                <a:latin typeface="+mn-lt"/>
                <a:ea typeface="+mn-ea"/>
                <a:cs typeface="+mn-cs"/>
                <a:hlinkClick r:id="rId3"/>
              </a:rPr>
              <a:t>Kata Containers system architecture</a:t>
            </a:r>
            <a:r>
              <a:rPr lang="en-US" sz="1200" b="0" i="0" kern="1200">
                <a:solidFill>
                  <a:schemeClr val="tx1"/>
                </a:solidFill>
                <a:effectLst/>
                <a:latin typeface="+mn-lt"/>
                <a:ea typeface="+mn-ea"/>
                <a:cs typeface="+mn-cs"/>
              </a:rPr>
              <a:t> is the </a:t>
            </a:r>
            <a:r>
              <a:rPr lang="en-US" sz="1200" b="0" i="0" u="none" strike="noStrike" kern="1200">
                <a:solidFill>
                  <a:schemeClr val="tx1"/>
                </a:solidFill>
                <a:effectLst/>
                <a:latin typeface="+mn-lt"/>
                <a:ea typeface="+mn-ea"/>
                <a:cs typeface="+mn-cs"/>
                <a:hlinkClick r:id="rId4"/>
              </a:rPr>
              <a:t>Kata agent</a:t>
            </a:r>
            <a:r>
              <a:rPr lang="en-US" sz="1200" b="0" i="0" kern="1200">
                <a:solidFill>
                  <a:schemeClr val="tx1"/>
                </a:solidFill>
                <a:effectLst/>
                <a:latin typeface="+mn-lt"/>
                <a:ea typeface="+mn-ea"/>
                <a:cs typeface="+mn-cs"/>
              </a:rPr>
              <a:t>. </a:t>
            </a:r>
          </a:p>
          <a:p>
            <a:r>
              <a:rPr lang="en-US" sz="1200" b="0" i="0" kern="1200">
                <a:solidFill>
                  <a:schemeClr val="tx1"/>
                </a:solidFill>
                <a:effectLst/>
                <a:latin typeface="+mn-lt"/>
                <a:ea typeface="+mn-ea"/>
                <a:cs typeface="+mn-cs"/>
              </a:rPr>
              <a:t>When using Kata Containers to implement Confidential Containers, the agent is executed inside the hardware-based TEE and therefore is part of the pod's Trusted Computing Base (TCB). As shown in the diagram, the Kata agent provides a set of </a:t>
            </a:r>
            <a:r>
              <a:rPr lang="en-US" sz="1200" b="0" i="0" u="none" strike="noStrike" kern="1200" err="1">
                <a:solidFill>
                  <a:schemeClr val="tx1"/>
                </a:solidFill>
                <a:effectLst/>
                <a:latin typeface="+mn-lt"/>
                <a:ea typeface="+mn-ea"/>
                <a:cs typeface="+mn-cs"/>
                <a:hlinkClick r:id="rId5"/>
              </a:rPr>
              <a:t>ttrpc</a:t>
            </a:r>
            <a:r>
              <a:rPr lang="en-US" sz="1200" b="0" i="0" kern="1200">
                <a:solidFill>
                  <a:schemeClr val="tx1"/>
                </a:solidFill>
                <a:effectLst/>
                <a:latin typeface="+mn-lt"/>
                <a:ea typeface="+mn-ea"/>
                <a:cs typeface="+mn-cs"/>
              </a:rPr>
              <a:t> APIs allowing the system components outside of the TEE to create and manage Confidential-based Kubernetes pods. These other components (for example, the Kata Shim) aren't part of the pod's TCB. Therefore, the agent must protect itself from potentially buggy or malicious API calls.</a:t>
            </a:r>
          </a:p>
          <a:p>
            <a:endParaRPr lang="en-US"/>
          </a:p>
          <a:p>
            <a:r>
              <a:rPr lang="en-US"/>
              <a:t>In AKS Confidential Containers, the Kata agent API self-protection is implemented using a security policy (also known as the Kata Agent Policy), specified by the owners of the confidential pods. The policy document contains rules and data corresponding to each pod, using the industry standard Rego policy language. The enforcement of the policy inside the Utility VM (UVM) is implemented using the Open Policy Agent (OPA) – a graduated project of the Cloud Native Computing Foundation (CNCF).</a:t>
            </a:r>
          </a:p>
        </p:txBody>
      </p:sp>
      <p:sp>
        <p:nvSpPr>
          <p:cNvPr id="4" name="Slide Number Placeholder 3">
            <a:extLst>
              <a:ext uri="{FF2B5EF4-FFF2-40B4-BE49-F238E27FC236}">
                <a16:creationId xmlns:a16="http://schemas.microsoft.com/office/drawing/2014/main" id="{22F88BEA-3140-2653-C6D7-F00A7CF3BE45}"/>
              </a:ext>
            </a:extLst>
          </p:cNvPr>
          <p:cNvSpPr>
            <a:spLocks noGrp="1"/>
          </p:cNvSpPr>
          <p:nvPr>
            <p:ph type="sldNum" sz="quarter" idx="5"/>
          </p:nvPr>
        </p:nvSpPr>
        <p:spPr/>
        <p:txBody>
          <a:bodyPr/>
          <a:lstStyle/>
          <a:p>
            <a:fld id="{08A7B8A6-DC2C-4E66-899B-3FF6576B90A7}" type="slidenum">
              <a:rPr lang="en-US" smtClean="0"/>
              <a:t>150</a:t>
            </a:fld>
            <a:endParaRPr lang="en-US"/>
          </a:p>
        </p:txBody>
      </p:sp>
    </p:spTree>
    <p:extLst>
      <p:ext uri="{BB962C8B-B14F-4D97-AF65-F5344CB8AC3E}">
        <p14:creationId xmlns:p14="http://schemas.microsoft.com/office/powerpoint/2010/main" val="88220563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677A-3501-FDE8-6508-AA824786E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382FE-FE90-D0A0-DCAB-0BC665FA7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CE9DF-9820-8348-9EE0-F04777253F30}"/>
              </a:ext>
            </a:extLst>
          </p:cNvPr>
          <p:cNvSpPr>
            <a:spLocks noGrp="1"/>
          </p:cNvSpPr>
          <p:nvPr>
            <p:ph type="body" idx="1"/>
          </p:nvPr>
        </p:nvSpPr>
        <p:spPr/>
        <p:txBody>
          <a:bodyPr/>
          <a:lstStyle/>
          <a:p>
            <a:r>
              <a:rPr lang="en-US"/>
              <a:t>https://learn.microsoft.com/en-us/azure/confidential-computing/confidential-containers-aks-security-policy?toc=%2Fazure%2Faks%2Ftoc.json&amp;bc=%2Fazure%2Faks%2Fbreadcrumb%2Ftoc.json#policy-contents </a:t>
            </a:r>
          </a:p>
        </p:txBody>
      </p:sp>
      <p:sp>
        <p:nvSpPr>
          <p:cNvPr id="4" name="Slide Number Placeholder 3">
            <a:extLst>
              <a:ext uri="{FF2B5EF4-FFF2-40B4-BE49-F238E27FC236}">
                <a16:creationId xmlns:a16="http://schemas.microsoft.com/office/drawing/2014/main" id="{76466529-1F14-CDF2-5F97-7D5A439F1D22}"/>
              </a:ext>
            </a:extLst>
          </p:cNvPr>
          <p:cNvSpPr>
            <a:spLocks noGrp="1"/>
          </p:cNvSpPr>
          <p:nvPr>
            <p:ph type="sldNum" sz="quarter" idx="5"/>
          </p:nvPr>
        </p:nvSpPr>
        <p:spPr/>
        <p:txBody>
          <a:bodyPr/>
          <a:lstStyle/>
          <a:p>
            <a:fld id="{08A7B8A6-DC2C-4E66-899B-3FF6576B90A7}" type="slidenum">
              <a:rPr lang="en-US" smtClean="0"/>
              <a:t>151</a:t>
            </a:fld>
            <a:endParaRPr lang="en-US"/>
          </a:p>
        </p:txBody>
      </p:sp>
    </p:spTree>
    <p:extLst>
      <p:ext uri="{BB962C8B-B14F-4D97-AF65-F5344CB8AC3E}">
        <p14:creationId xmlns:p14="http://schemas.microsoft.com/office/powerpoint/2010/main" val="267353016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7CA7-EAC9-E7A2-A80E-9306F0301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6AFBE-7D95-AFAB-9324-EAE30DCD1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71E70-17BD-CDE7-FC0D-B40A6F3554F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C88844A4-D8F8-E100-A7B9-7BEB12CA7EDB}"/>
              </a:ext>
            </a:extLst>
          </p:cNvPr>
          <p:cNvSpPr>
            <a:spLocks noGrp="1"/>
          </p:cNvSpPr>
          <p:nvPr>
            <p:ph type="sldNum" sz="quarter" idx="5"/>
          </p:nvPr>
        </p:nvSpPr>
        <p:spPr/>
        <p:txBody>
          <a:bodyPr/>
          <a:lstStyle/>
          <a:p>
            <a:fld id="{08A7B8A6-DC2C-4E66-899B-3FF6576B90A7}" type="slidenum">
              <a:rPr lang="en-US" smtClean="0"/>
              <a:t>153</a:t>
            </a:fld>
            <a:endParaRPr lang="en-US"/>
          </a:p>
        </p:txBody>
      </p:sp>
    </p:spTree>
    <p:extLst>
      <p:ext uri="{BB962C8B-B14F-4D97-AF65-F5344CB8AC3E}">
        <p14:creationId xmlns:p14="http://schemas.microsoft.com/office/powerpoint/2010/main" val="23869002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71DF-42D9-41AA-7746-2A8008DF5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DFCE1-D5B5-5AE5-D03D-445E7C17B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34E89-753A-A6A1-4137-CDD3469C23AB}"/>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3BB8AB60-85F0-1A40-A49A-F0101528F29B}"/>
              </a:ext>
            </a:extLst>
          </p:cNvPr>
          <p:cNvSpPr>
            <a:spLocks noGrp="1"/>
          </p:cNvSpPr>
          <p:nvPr>
            <p:ph type="sldNum" sz="quarter" idx="5"/>
          </p:nvPr>
        </p:nvSpPr>
        <p:spPr/>
        <p:txBody>
          <a:bodyPr/>
          <a:lstStyle/>
          <a:p>
            <a:fld id="{08A7B8A6-DC2C-4E66-899B-3FF6576B90A7}" type="slidenum">
              <a:rPr lang="en-US" smtClean="0"/>
              <a:t>155</a:t>
            </a:fld>
            <a:endParaRPr lang="en-US"/>
          </a:p>
        </p:txBody>
      </p:sp>
    </p:spTree>
    <p:extLst>
      <p:ext uri="{BB962C8B-B14F-4D97-AF65-F5344CB8AC3E}">
        <p14:creationId xmlns:p14="http://schemas.microsoft.com/office/powerpoint/2010/main" val="109998377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962F0-86B7-0343-B325-875E77481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4E4BE-4DE3-8DFB-066D-11102DA42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A85DE-46AA-7F7E-DFCB-22FF74FDBD8F}"/>
              </a:ext>
            </a:extLst>
          </p:cNvPr>
          <p:cNvSpPr>
            <a:spLocks noGrp="1"/>
          </p:cNvSpPr>
          <p:nvPr>
            <p:ph type="body" idx="1"/>
          </p:nvPr>
        </p:nvSpPr>
        <p:spPr/>
        <p:txBody>
          <a:bodyPr/>
          <a:lstStyle/>
          <a:p>
            <a:r>
              <a:rPr lang="en-US"/>
              <a:t>Explain the content in https://learn.microsoft.com/en-us/azure/defender-for-cloud/defender-for-containers-introduction </a:t>
            </a:r>
          </a:p>
          <a:p>
            <a:r>
              <a:rPr lang="fr-FR"/>
              <a:t>https://learn.microsoft.com/en-us/azure/defender-for-cloud/defender-for-containers-introduction?toc=%2Fazure%2Faks%2Ftoc.json&amp;bc=%2Fazure%2Faks%2Fbreadcrumb%2Ftoc.json</a:t>
            </a:r>
          </a:p>
        </p:txBody>
      </p:sp>
      <p:sp>
        <p:nvSpPr>
          <p:cNvPr id="4" name="Slide Number Placeholder 3">
            <a:extLst>
              <a:ext uri="{FF2B5EF4-FFF2-40B4-BE49-F238E27FC236}">
                <a16:creationId xmlns:a16="http://schemas.microsoft.com/office/drawing/2014/main" id="{E262DB42-FF2F-4395-A3B9-F1FE16EE3226}"/>
              </a:ext>
            </a:extLst>
          </p:cNvPr>
          <p:cNvSpPr>
            <a:spLocks noGrp="1"/>
          </p:cNvSpPr>
          <p:nvPr>
            <p:ph type="sldNum" sz="quarter" idx="5"/>
          </p:nvPr>
        </p:nvSpPr>
        <p:spPr/>
        <p:txBody>
          <a:bodyPr/>
          <a:lstStyle/>
          <a:p>
            <a:fld id="{08A7B8A6-DC2C-4E66-899B-3FF6576B90A7}" type="slidenum">
              <a:rPr lang="en-US" smtClean="0"/>
              <a:t>156</a:t>
            </a:fld>
            <a:endParaRPr lang="en-US"/>
          </a:p>
        </p:txBody>
      </p:sp>
    </p:spTree>
    <p:extLst>
      <p:ext uri="{BB962C8B-B14F-4D97-AF65-F5344CB8AC3E}">
        <p14:creationId xmlns:p14="http://schemas.microsoft.com/office/powerpoint/2010/main" val="71273299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Manually setup Defender for AKS via Azure Portal</a:t>
            </a:r>
          </a:p>
          <a:p>
            <a:r>
              <a:rPr lang="en-US"/>
              <a:t>AKSDeepDive\src\DDSecurity\ContainerSecurity\checkDefenderSetup.sh</a:t>
            </a:r>
          </a:p>
          <a:p>
            <a:r>
              <a:rPr lang="en-US"/>
              <a:t>AKSDeepDive\src\DDSecurity\KubernetesAlertSimulator\simulate.sh</a:t>
            </a:r>
          </a:p>
          <a:p>
            <a:endParaRPr lang="en-US"/>
          </a:p>
          <a:p>
            <a:r>
              <a:rPr lang="en-US"/>
              <a:t>https://learn.microsoft.com/en-us/azure/defender-for-cloud/alerts-containers#install-the-simulation-tool</a:t>
            </a:r>
          </a:p>
          <a:p>
            <a:endParaRPr lang="en-US"/>
          </a:p>
        </p:txBody>
      </p:sp>
      <p:sp>
        <p:nvSpPr>
          <p:cNvPr id="4" name="Slide Number Placeholder 3"/>
          <p:cNvSpPr>
            <a:spLocks noGrp="1"/>
          </p:cNvSpPr>
          <p:nvPr>
            <p:ph type="sldNum" sz="quarter" idx="5"/>
          </p:nvPr>
        </p:nvSpPr>
        <p:spPr/>
        <p:txBody>
          <a:bodyPr/>
          <a:lstStyle/>
          <a:p>
            <a:fld id="{08A7B8A6-DC2C-4E66-899B-3FF6576B90A7}" type="slidenum">
              <a:rPr lang="en-US" smtClean="0"/>
              <a:t>157</a:t>
            </a:fld>
            <a:endParaRPr lang="en-US"/>
          </a:p>
        </p:txBody>
      </p:sp>
    </p:spTree>
    <p:extLst>
      <p:ext uri="{BB962C8B-B14F-4D97-AF65-F5344CB8AC3E}">
        <p14:creationId xmlns:p14="http://schemas.microsoft.com/office/powerpoint/2010/main" val="3661119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91580-8E57-7C57-5AC2-4644B344F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4F48F-4FD0-30C9-BDBF-67FC232BD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2B14D-4582-AC0F-019E-F099363051F1}"/>
              </a:ext>
            </a:extLst>
          </p:cNvPr>
          <p:cNvSpPr>
            <a:spLocks noGrp="1"/>
          </p:cNvSpPr>
          <p:nvPr>
            <p:ph type="body" idx="1"/>
          </p:nvPr>
        </p:nvSpPr>
        <p:spPr/>
        <p:txBody>
          <a:bodyPr/>
          <a:lstStyle/>
          <a:p>
            <a:r>
              <a:rPr lang="en-US"/>
              <a:t>https://learn.microsoft.com/en-us/azure/confidential-computing/confidential-node-pool-aks </a:t>
            </a:r>
          </a:p>
          <a:p>
            <a:r>
              <a:rPr lang="en-US"/>
              <a:t>https://techcommunity.microsoft.com/blog/azureconfidentialcomputingblog/amd-sev-snp-confidential-vm-nodes-are-now-generally-available-in-aks/3649065 </a:t>
            </a:r>
          </a:p>
          <a:p>
            <a:r>
              <a:rPr lang="en-US"/>
              <a:t>https://github.com/Azure/confidential-computing-cvm-guest-attestation/blob/main/aks-linux-sample/README.md </a:t>
            </a:r>
          </a:p>
          <a:p>
            <a:r>
              <a:rPr lang="en-US"/>
              <a:t>https://youtu.be/mkCSGGNtwmc </a:t>
            </a:r>
          </a:p>
          <a:p>
            <a:endParaRPr lang="en-US"/>
          </a:p>
          <a:p>
            <a:r>
              <a:rPr lang="en-US"/>
              <a:t>In the context of a </a:t>
            </a:r>
            <a:r>
              <a:rPr lang="en-US" b="1"/>
              <a:t>Trusted Execution Environment (TEE)</a:t>
            </a:r>
            <a:r>
              <a:rPr lang="en-US"/>
              <a:t>, </a:t>
            </a:r>
            <a:r>
              <a:rPr lang="en-US" b="1"/>
              <a:t>attest</a:t>
            </a:r>
            <a:r>
              <a:rPr lang="en-US"/>
              <a:t> means:</a:t>
            </a:r>
          </a:p>
          <a:p>
            <a:r>
              <a:rPr lang="en-US" b="1"/>
              <a:t>To cryptographically prove that a piece of code is running inside a genuine, untampered secure environment.</a:t>
            </a:r>
            <a:endParaRPr lang="en-US"/>
          </a:p>
          <a:p>
            <a:r>
              <a:rPr lang="en-US"/>
              <a:t>It is essentially a </a:t>
            </a:r>
            <a:r>
              <a:rPr lang="en-US" b="1"/>
              <a:t>verifiable proof of trust</a:t>
            </a:r>
            <a:r>
              <a:rPr lang="en-US"/>
              <a:t>.</a:t>
            </a:r>
          </a:p>
          <a:p>
            <a:br>
              <a:rPr lang="en-US"/>
            </a:br>
            <a:endParaRPr lang="en-US"/>
          </a:p>
          <a:p>
            <a:r>
              <a:rPr lang="en-US" b="1"/>
              <a:t>🔐 What Is a Trusted Execution Environment (TEE)?</a:t>
            </a:r>
          </a:p>
          <a:p>
            <a:r>
              <a:rPr lang="en-US"/>
              <a:t>A TEE is a secure area of a processor that:</a:t>
            </a:r>
          </a:p>
          <a:p>
            <a:r>
              <a:rPr lang="en-US"/>
              <a:t>Isolated from the normal OS</a:t>
            </a:r>
          </a:p>
          <a:p>
            <a:r>
              <a:rPr lang="en-US"/>
              <a:t>Protects code and data from the host system</a:t>
            </a:r>
          </a:p>
          <a:p>
            <a:r>
              <a:rPr lang="en-US"/>
              <a:t>Prevents tampering—even by admins or hypervisors</a:t>
            </a:r>
          </a:p>
          <a:p>
            <a:r>
              <a:rPr lang="en-US"/>
              <a:t>Examples:</a:t>
            </a:r>
          </a:p>
          <a:p>
            <a:r>
              <a:rPr lang="en-US"/>
              <a:t>Intel SGX</a:t>
            </a:r>
          </a:p>
          <a:p>
            <a:r>
              <a:rPr lang="en-US"/>
              <a:t>AMD SEV-SNP</a:t>
            </a:r>
          </a:p>
          <a:p>
            <a:r>
              <a:rPr lang="en-US"/>
              <a:t>ARM </a:t>
            </a:r>
            <a:r>
              <a:rPr lang="en-US" err="1"/>
              <a:t>TrustZone</a:t>
            </a:r>
            <a:endParaRPr lang="en-US"/>
          </a:p>
          <a:p>
            <a:r>
              <a:rPr lang="en-US"/>
              <a:t>Azure Confidential Computing</a:t>
            </a:r>
          </a:p>
          <a:p>
            <a:br>
              <a:rPr lang="en-US"/>
            </a:br>
            <a:endParaRPr lang="en-US"/>
          </a:p>
          <a:p>
            <a:r>
              <a:rPr lang="en-US" b="1"/>
              <a:t>🧠 What “Attestation” Actually Means</a:t>
            </a:r>
          </a:p>
          <a:p>
            <a:r>
              <a:rPr lang="en-US"/>
              <a:t>Attestation answers this question:</a:t>
            </a:r>
          </a:p>
          <a:p>
            <a:r>
              <a:rPr lang="en-US"/>
              <a:t>"How do I know this code is really running inside a secure enclave and hasn't been modified?"</a:t>
            </a:r>
          </a:p>
          <a:p>
            <a:r>
              <a:rPr lang="en-US"/>
              <a:t>It works using:</a:t>
            </a:r>
          </a:p>
          <a:p>
            <a:r>
              <a:rPr lang="en-US" b="1"/>
              <a:t>Measurement</a:t>
            </a:r>
            <a:r>
              <a:rPr lang="en-US"/>
              <a:t> (hash of code + configuration)</a:t>
            </a:r>
          </a:p>
          <a:p>
            <a:r>
              <a:rPr lang="en-US" b="1"/>
              <a:t>Signing</a:t>
            </a:r>
            <a:r>
              <a:rPr lang="en-US"/>
              <a:t> by hardware root of trust</a:t>
            </a:r>
          </a:p>
          <a:p>
            <a:r>
              <a:rPr lang="en-US" b="1"/>
              <a:t>Verification</a:t>
            </a:r>
            <a:r>
              <a:rPr lang="en-US"/>
              <a:t> by a remote party</a:t>
            </a:r>
          </a:p>
          <a:p>
            <a:br>
              <a:rPr lang="en-US"/>
            </a:br>
            <a:endParaRPr lang="en-US"/>
          </a:p>
          <a:p>
            <a:r>
              <a:rPr lang="en-US" b="1"/>
              <a:t>🔎 Two Types of Attestation</a:t>
            </a:r>
          </a:p>
          <a:p>
            <a:r>
              <a:rPr lang="en-US" b="1"/>
              <a:t>1️⃣ Local Attestation</a:t>
            </a:r>
          </a:p>
          <a:p>
            <a:r>
              <a:rPr lang="en-US"/>
              <a:t>One enclave verifies another enclave on the same machine</a:t>
            </a:r>
          </a:p>
          <a:p>
            <a:r>
              <a:rPr lang="en-US" b="1"/>
              <a:t>2️⃣ Remote Attestation (Most Important in Cloud)</a:t>
            </a:r>
          </a:p>
          <a:p>
            <a:r>
              <a:rPr lang="en-US"/>
              <a:t>A remote service verifies the TEE</a:t>
            </a:r>
          </a:p>
          <a:p>
            <a:r>
              <a:rPr lang="en-US"/>
              <a:t>Used heavily in cloud confidential computing</a:t>
            </a:r>
          </a:p>
          <a:p>
            <a:br>
              <a:rPr lang="en-US"/>
            </a:br>
            <a:endParaRPr lang="en-US"/>
          </a:p>
          <a:p>
            <a:r>
              <a:rPr lang="en-US" b="1"/>
              <a:t>🔄 Simplified Remote Attestation Flow</a:t>
            </a:r>
          </a:p>
          <a:p>
            <a:r>
              <a:rPr lang="en-US"/>
              <a:t>Workload starts inside TEE</a:t>
            </a:r>
          </a:p>
          <a:p>
            <a:r>
              <a:rPr lang="en-US"/>
              <a:t>Hardware calculates cryptographic measurement</a:t>
            </a:r>
          </a:p>
          <a:p>
            <a:r>
              <a:rPr lang="en-US"/>
              <a:t>Hardware signs it</a:t>
            </a:r>
          </a:p>
          <a:p>
            <a:r>
              <a:rPr lang="en-US"/>
              <a:t>Proof (attestation report) is sent to verifier</a:t>
            </a:r>
          </a:p>
          <a:p>
            <a:r>
              <a:rPr lang="en-US"/>
              <a:t>Verifier checks signature + measurement</a:t>
            </a:r>
          </a:p>
          <a:p>
            <a:r>
              <a:rPr lang="en-US"/>
              <a:t>If valid → secrets are released</a:t>
            </a:r>
          </a:p>
          <a:p>
            <a:r>
              <a:rPr lang="en-US"/>
              <a:t>No valid attestation → </a:t>
            </a:r>
            <a:r>
              <a:rPr lang="en-US" b="1"/>
              <a:t>no secrets</a:t>
            </a:r>
            <a:r>
              <a:rPr lang="en-US"/>
              <a:t>.</a:t>
            </a:r>
          </a:p>
          <a:p>
            <a:br>
              <a:rPr lang="en-US"/>
            </a:br>
            <a:endParaRPr lang="en-US"/>
          </a:p>
          <a:p>
            <a:r>
              <a:rPr lang="en-US" b="1"/>
              <a:t>🏗 Why This Matters (Especially in Cloud / AKS Context)</a:t>
            </a:r>
          </a:p>
          <a:p>
            <a:r>
              <a:rPr lang="en-US"/>
              <a:t>Since you're working with Azure, AKS, and secure workloads:</a:t>
            </a:r>
          </a:p>
          <a:p>
            <a:r>
              <a:rPr lang="en-US"/>
              <a:t>Attestation is critical for:</a:t>
            </a:r>
          </a:p>
          <a:p>
            <a:r>
              <a:rPr lang="en-US"/>
              <a:t>Confidential Containers</a:t>
            </a:r>
          </a:p>
          <a:p>
            <a:r>
              <a:rPr lang="en-US"/>
              <a:t>Protecting AI models</a:t>
            </a:r>
          </a:p>
          <a:p>
            <a:r>
              <a:rPr lang="en-US"/>
              <a:t>Secure key release</a:t>
            </a:r>
          </a:p>
          <a:p>
            <a:r>
              <a:rPr lang="en-US"/>
              <a:t>Zero-trust compute</a:t>
            </a:r>
          </a:p>
          <a:p>
            <a:r>
              <a:rPr lang="en-US"/>
              <a:t>Preventing host compromise attacks</a:t>
            </a:r>
          </a:p>
          <a:p>
            <a:r>
              <a:rPr lang="en-US"/>
              <a:t>For example:</a:t>
            </a:r>
          </a:p>
          <a:p>
            <a:r>
              <a:rPr lang="en-US"/>
              <a:t>Microsoft Azure Attestation verifies TEE claims.</a:t>
            </a:r>
          </a:p>
          <a:p>
            <a:r>
              <a:rPr lang="en-US"/>
              <a:t>Confidential Containers use attestation before injecting secrets.</a:t>
            </a:r>
          </a:p>
          <a:p>
            <a:br>
              <a:rPr lang="en-US"/>
            </a:br>
            <a:endParaRPr lang="en-US"/>
          </a:p>
          <a:p>
            <a:r>
              <a:rPr lang="en-US" b="1"/>
              <a:t>🔐 Real-World Example</a:t>
            </a:r>
          </a:p>
          <a:p>
            <a:r>
              <a:rPr lang="en-US"/>
              <a:t>Imagine:</a:t>
            </a:r>
          </a:p>
          <a:p>
            <a:r>
              <a:rPr lang="en-US"/>
              <a:t>You deploy a sensitive AI model to a confidential VM.</a:t>
            </a:r>
          </a:p>
          <a:p>
            <a:r>
              <a:rPr lang="en-US"/>
              <a:t>Before sending the model encryption key:</a:t>
            </a:r>
          </a:p>
          <a:p>
            <a:r>
              <a:rPr lang="en-US"/>
              <a:t>You require attestation proof</a:t>
            </a:r>
          </a:p>
          <a:p>
            <a:r>
              <a:rPr lang="en-US"/>
              <a:t>You verify the measurement</a:t>
            </a:r>
          </a:p>
          <a:p>
            <a:r>
              <a:rPr lang="en-US"/>
              <a:t>Only then release the key</a:t>
            </a:r>
          </a:p>
          <a:p>
            <a:r>
              <a:rPr lang="en-US"/>
              <a:t>This ensures:</a:t>
            </a:r>
          </a:p>
          <a:p>
            <a:r>
              <a:rPr lang="en-US"/>
              <a:t>Cloud provider admins cannot inspect it</a:t>
            </a:r>
          </a:p>
          <a:p>
            <a:r>
              <a:rPr lang="en-US"/>
              <a:t>Hypervisor compromise cannot access it</a:t>
            </a:r>
          </a:p>
          <a:p>
            <a:r>
              <a:rPr lang="en-US"/>
              <a:t>Root access on host cannot dump memory</a:t>
            </a:r>
          </a:p>
          <a:p>
            <a:br>
              <a:rPr lang="en-US"/>
            </a:br>
            <a:endParaRPr lang="en-US"/>
          </a:p>
          <a:p>
            <a:r>
              <a:rPr lang="en-US" b="1"/>
              <a:t>🧩 In One Sentence</a:t>
            </a:r>
          </a:p>
          <a:p>
            <a:r>
              <a:rPr lang="en-US" b="1"/>
              <a:t>Attestation is the cryptographic proof that code is running in a genuine, untampered Trusted Execution Environment.</a:t>
            </a:r>
            <a:endParaRPr lang="en-US"/>
          </a:p>
          <a:p>
            <a:br>
              <a:rPr lang="en-US"/>
            </a:br>
            <a:endParaRPr lang="en-US"/>
          </a:p>
          <a:p>
            <a:endParaRPr lang="en-US"/>
          </a:p>
        </p:txBody>
      </p:sp>
      <p:sp>
        <p:nvSpPr>
          <p:cNvPr id="4" name="Slide Number Placeholder 3">
            <a:extLst>
              <a:ext uri="{FF2B5EF4-FFF2-40B4-BE49-F238E27FC236}">
                <a16:creationId xmlns:a16="http://schemas.microsoft.com/office/drawing/2014/main" id="{B80D8B55-A055-467F-4636-356D88D43707}"/>
              </a:ext>
            </a:extLst>
          </p:cNvPr>
          <p:cNvSpPr>
            <a:spLocks noGrp="1"/>
          </p:cNvSpPr>
          <p:nvPr>
            <p:ph type="sldNum" sz="quarter" idx="5"/>
          </p:nvPr>
        </p:nvSpPr>
        <p:spPr/>
        <p:txBody>
          <a:bodyPr/>
          <a:lstStyle/>
          <a:p>
            <a:fld id="{08A7B8A6-DC2C-4E66-899B-3FF6576B90A7}" type="slidenum">
              <a:rPr lang="en-US" smtClean="0"/>
              <a:t>158</a:t>
            </a:fld>
            <a:endParaRPr lang="en-US"/>
          </a:p>
        </p:txBody>
      </p:sp>
    </p:spTree>
    <p:extLst>
      <p:ext uri="{BB962C8B-B14F-4D97-AF65-F5344CB8AC3E}">
        <p14:creationId xmlns:p14="http://schemas.microsoft.com/office/powerpoint/2010/main" val="103984898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F8E1-7813-9C74-30BF-20D151631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C9392-5BF5-AB2F-B7D8-7149878E9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68D0C-F236-3B2A-9601-FE637500C05D}"/>
              </a:ext>
            </a:extLst>
          </p:cNvPr>
          <p:cNvSpPr>
            <a:spLocks noGrp="1"/>
          </p:cNvSpPr>
          <p:nvPr>
            <p:ph type="body" idx="1"/>
          </p:nvPr>
        </p:nvSpPr>
        <p:spPr/>
        <p:txBody>
          <a:bodyPr/>
          <a:lstStyle/>
          <a:p>
            <a:r>
              <a:rPr lang="en-US"/>
              <a:t>https://learn.microsoft.com/en-us/azure/confidential-computing/confidential-node-pool-aks </a:t>
            </a:r>
          </a:p>
          <a:p>
            <a:r>
              <a:rPr lang="en-US"/>
              <a:t>https://techcommunity.microsoft.com/blog/azureconfidentialcomputingblog/amd-sev-snp-confidential-vm-nodes-are-now-generally-available-in-aks/3649065 </a:t>
            </a:r>
          </a:p>
          <a:p>
            <a:r>
              <a:rPr lang="en-US"/>
              <a:t>https://github.com/Azure/confidential-computing-cvm-guest-attestation/blob/main/aks-linux-sample/README.md </a:t>
            </a:r>
          </a:p>
          <a:p>
            <a:r>
              <a:rPr lang="en-US"/>
              <a:t>https://youtu.be/mkCSGGNtwmc </a:t>
            </a:r>
          </a:p>
          <a:p>
            <a:endParaRPr lang="en-US"/>
          </a:p>
          <a:p>
            <a:r>
              <a:rPr lang="en-US"/>
              <a:t>In the context of a </a:t>
            </a:r>
            <a:r>
              <a:rPr lang="en-US" b="1"/>
              <a:t>Trusted Execution Environment (TEE)</a:t>
            </a:r>
            <a:r>
              <a:rPr lang="en-US"/>
              <a:t>, </a:t>
            </a:r>
            <a:r>
              <a:rPr lang="en-US" b="1"/>
              <a:t>attest</a:t>
            </a:r>
            <a:r>
              <a:rPr lang="en-US"/>
              <a:t> means:</a:t>
            </a:r>
          </a:p>
          <a:p>
            <a:r>
              <a:rPr lang="en-US" b="1"/>
              <a:t>To cryptographically prove that a piece of code is running inside a genuine, untampered secure environment.</a:t>
            </a:r>
            <a:endParaRPr lang="en-US"/>
          </a:p>
          <a:p>
            <a:r>
              <a:rPr lang="en-US"/>
              <a:t>It is essentially a </a:t>
            </a:r>
            <a:r>
              <a:rPr lang="en-US" b="1"/>
              <a:t>verifiable proof of trust</a:t>
            </a:r>
            <a:r>
              <a:rPr lang="en-US"/>
              <a:t>.</a:t>
            </a:r>
          </a:p>
          <a:p>
            <a:br>
              <a:rPr lang="en-US"/>
            </a:br>
            <a:endParaRPr lang="en-US"/>
          </a:p>
          <a:p>
            <a:r>
              <a:rPr lang="en-US" b="1"/>
              <a:t>🔐 What Is a Trusted Execution Environment (TEE)?</a:t>
            </a:r>
          </a:p>
          <a:p>
            <a:r>
              <a:rPr lang="en-US"/>
              <a:t>A TEE is a secure area of a processor that:</a:t>
            </a:r>
          </a:p>
          <a:p>
            <a:r>
              <a:rPr lang="en-US"/>
              <a:t>Isolated from the normal OS</a:t>
            </a:r>
          </a:p>
          <a:p>
            <a:r>
              <a:rPr lang="en-US"/>
              <a:t>Protects code and data from the host system</a:t>
            </a:r>
          </a:p>
          <a:p>
            <a:r>
              <a:rPr lang="en-US"/>
              <a:t>Prevents tampering—even by admins or hypervisors</a:t>
            </a:r>
          </a:p>
          <a:p>
            <a:r>
              <a:rPr lang="en-US"/>
              <a:t>Examples:</a:t>
            </a:r>
          </a:p>
          <a:p>
            <a:r>
              <a:rPr lang="en-US"/>
              <a:t>Intel SGX</a:t>
            </a:r>
          </a:p>
          <a:p>
            <a:r>
              <a:rPr lang="en-US"/>
              <a:t>AMD SEV-SNP</a:t>
            </a:r>
          </a:p>
          <a:p>
            <a:r>
              <a:rPr lang="en-US"/>
              <a:t>ARM </a:t>
            </a:r>
            <a:r>
              <a:rPr lang="en-US" err="1"/>
              <a:t>TrustZone</a:t>
            </a:r>
            <a:endParaRPr lang="en-US"/>
          </a:p>
          <a:p>
            <a:r>
              <a:rPr lang="en-US"/>
              <a:t>Azure Confidential Computing</a:t>
            </a:r>
          </a:p>
          <a:p>
            <a:br>
              <a:rPr lang="en-US"/>
            </a:br>
            <a:endParaRPr lang="en-US"/>
          </a:p>
          <a:p>
            <a:r>
              <a:rPr lang="en-US" b="1"/>
              <a:t>🧠 What “Attestation” Actually Means</a:t>
            </a:r>
          </a:p>
          <a:p>
            <a:r>
              <a:rPr lang="en-US"/>
              <a:t>Attestation answers this question:</a:t>
            </a:r>
          </a:p>
          <a:p>
            <a:r>
              <a:rPr lang="en-US"/>
              <a:t>"How do I know this code is really running inside a secure enclave and hasn't been modified?"</a:t>
            </a:r>
          </a:p>
          <a:p>
            <a:r>
              <a:rPr lang="en-US"/>
              <a:t>It works using:</a:t>
            </a:r>
          </a:p>
          <a:p>
            <a:r>
              <a:rPr lang="en-US" b="1"/>
              <a:t>Measurement</a:t>
            </a:r>
            <a:r>
              <a:rPr lang="en-US"/>
              <a:t> (hash of code + configuration)</a:t>
            </a:r>
          </a:p>
          <a:p>
            <a:r>
              <a:rPr lang="en-US" b="1"/>
              <a:t>Signing</a:t>
            </a:r>
            <a:r>
              <a:rPr lang="en-US"/>
              <a:t> by hardware root of trust</a:t>
            </a:r>
          </a:p>
          <a:p>
            <a:r>
              <a:rPr lang="en-US" b="1"/>
              <a:t>Verification</a:t>
            </a:r>
            <a:r>
              <a:rPr lang="en-US"/>
              <a:t> by a remote party</a:t>
            </a:r>
          </a:p>
          <a:p>
            <a:br>
              <a:rPr lang="en-US"/>
            </a:br>
            <a:endParaRPr lang="en-US"/>
          </a:p>
          <a:p>
            <a:r>
              <a:rPr lang="en-US" b="1"/>
              <a:t>🔎 Two Types of Attestation</a:t>
            </a:r>
          </a:p>
          <a:p>
            <a:r>
              <a:rPr lang="en-US" b="1"/>
              <a:t>1️⃣ Local Attestation</a:t>
            </a:r>
          </a:p>
          <a:p>
            <a:r>
              <a:rPr lang="en-US"/>
              <a:t>One enclave verifies another enclave on the same machine</a:t>
            </a:r>
          </a:p>
          <a:p>
            <a:r>
              <a:rPr lang="en-US" b="1"/>
              <a:t>2️⃣ Remote Attestation (Most Important in Cloud)</a:t>
            </a:r>
          </a:p>
          <a:p>
            <a:r>
              <a:rPr lang="en-US"/>
              <a:t>A remote service verifies the TEE</a:t>
            </a:r>
          </a:p>
          <a:p>
            <a:r>
              <a:rPr lang="en-US"/>
              <a:t>Used heavily in cloud confidential computing</a:t>
            </a:r>
          </a:p>
          <a:p>
            <a:br>
              <a:rPr lang="en-US"/>
            </a:br>
            <a:endParaRPr lang="en-US"/>
          </a:p>
          <a:p>
            <a:r>
              <a:rPr lang="en-US" b="1"/>
              <a:t>🔄 Simplified Remote Attestation Flow</a:t>
            </a:r>
          </a:p>
          <a:p>
            <a:r>
              <a:rPr lang="en-US"/>
              <a:t>Workload starts inside TEE</a:t>
            </a:r>
          </a:p>
          <a:p>
            <a:r>
              <a:rPr lang="en-US"/>
              <a:t>Hardware calculates cryptographic measurement</a:t>
            </a:r>
          </a:p>
          <a:p>
            <a:r>
              <a:rPr lang="en-US"/>
              <a:t>Hardware signs it</a:t>
            </a:r>
          </a:p>
          <a:p>
            <a:r>
              <a:rPr lang="en-US"/>
              <a:t>Proof (attestation report) is sent to verifier</a:t>
            </a:r>
          </a:p>
          <a:p>
            <a:r>
              <a:rPr lang="en-US"/>
              <a:t>Verifier checks signature + measurement</a:t>
            </a:r>
          </a:p>
          <a:p>
            <a:r>
              <a:rPr lang="en-US"/>
              <a:t>If valid → secrets are released</a:t>
            </a:r>
          </a:p>
          <a:p>
            <a:r>
              <a:rPr lang="en-US"/>
              <a:t>No valid attestation → </a:t>
            </a:r>
            <a:r>
              <a:rPr lang="en-US" b="1"/>
              <a:t>no secrets</a:t>
            </a:r>
            <a:r>
              <a:rPr lang="en-US"/>
              <a:t>.</a:t>
            </a:r>
          </a:p>
          <a:p>
            <a:br>
              <a:rPr lang="en-US"/>
            </a:br>
            <a:endParaRPr lang="en-US"/>
          </a:p>
          <a:p>
            <a:r>
              <a:rPr lang="en-US" b="1"/>
              <a:t>🏗 Why This Matters (Especially in Cloud / AKS Context)</a:t>
            </a:r>
          </a:p>
          <a:p>
            <a:r>
              <a:rPr lang="en-US"/>
              <a:t>Since you're working with Azure, AKS, and secure workloads:</a:t>
            </a:r>
          </a:p>
          <a:p>
            <a:r>
              <a:rPr lang="en-US"/>
              <a:t>Attestation is critical for:</a:t>
            </a:r>
          </a:p>
          <a:p>
            <a:r>
              <a:rPr lang="en-US"/>
              <a:t>Confidential Containers</a:t>
            </a:r>
          </a:p>
          <a:p>
            <a:r>
              <a:rPr lang="en-US"/>
              <a:t>Protecting AI models</a:t>
            </a:r>
          </a:p>
          <a:p>
            <a:r>
              <a:rPr lang="en-US"/>
              <a:t>Secure key release</a:t>
            </a:r>
          </a:p>
          <a:p>
            <a:r>
              <a:rPr lang="en-US"/>
              <a:t>Zero-trust compute</a:t>
            </a:r>
          </a:p>
          <a:p>
            <a:r>
              <a:rPr lang="en-US"/>
              <a:t>Preventing host compromise attacks</a:t>
            </a:r>
          </a:p>
          <a:p>
            <a:r>
              <a:rPr lang="en-US"/>
              <a:t>For example:</a:t>
            </a:r>
          </a:p>
          <a:p>
            <a:r>
              <a:rPr lang="en-US"/>
              <a:t>Microsoft Azure Attestation verifies TEE claims.</a:t>
            </a:r>
          </a:p>
          <a:p>
            <a:r>
              <a:rPr lang="en-US"/>
              <a:t>Confidential Containers use attestation before injecting secrets.</a:t>
            </a:r>
          </a:p>
          <a:p>
            <a:br>
              <a:rPr lang="en-US"/>
            </a:br>
            <a:endParaRPr lang="en-US"/>
          </a:p>
          <a:p>
            <a:r>
              <a:rPr lang="en-US" b="1"/>
              <a:t>🔐 Real-World Example</a:t>
            </a:r>
          </a:p>
          <a:p>
            <a:r>
              <a:rPr lang="en-US"/>
              <a:t>Imagine:</a:t>
            </a:r>
          </a:p>
          <a:p>
            <a:r>
              <a:rPr lang="en-US"/>
              <a:t>You deploy a sensitive AI model to a confidential VM.</a:t>
            </a:r>
          </a:p>
          <a:p>
            <a:r>
              <a:rPr lang="en-US"/>
              <a:t>Before sending the model encryption key:</a:t>
            </a:r>
          </a:p>
          <a:p>
            <a:r>
              <a:rPr lang="en-US"/>
              <a:t>You require attestation proof</a:t>
            </a:r>
          </a:p>
          <a:p>
            <a:r>
              <a:rPr lang="en-US"/>
              <a:t>You verify the measurement</a:t>
            </a:r>
          </a:p>
          <a:p>
            <a:r>
              <a:rPr lang="en-US"/>
              <a:t>Only then release the key</a:t>
            </a:r>
          </a:p>
          <a:p>
            <a:r>
              <a:rPr lang="en-US"/>
              <a:t>This ensures:</a:t>
            </a:r>
          </a:p>
          <a:p>
            <a:r>
              <a:rPr lang="en-US"/>
              <a:t>Cloud provider admins cannot inspect it</a:t>
            </a:r>
          </a:p>
          <a:p>
            <a:r>
              <a:rPr lang="en-US"/>
              <a:t>Hypervisor compromise cannot access it</a:t>
            </a:r>
          </a:p>
          <a:p>
            <a:r>
              <a:rPr lang="en-US"/>
              <a:t>Root access on host cannot dump memory</a:t>
            </a:r>
          </a:p>
          <a:p>
            <a:br>
              <a:rPr lang="en-US"/>
            </a:br>
            <a:endParaRPr lang="en-US"/>
          </a:p>
          <a:p>
            <a:r>
              <a:rPr lang="en-US" b="1"/>
              <a:t>🧩 In One Sentence</a:t>
            </a:r>
          </a:p>
          <a:p>
            <a:r>
              <a:rPr lang="en-US" b="1"/>
              <a:t>Attestation is the cryptographic proof that code is running in a genuine, untampered Trusted Execution Environment.</a:t>
            </a:r>
            <a:endParaRPr lang="en-US"/>
          </a:p>
          <a:p>
            <a:br>
              <a:rPr lang="en-US"/>
            </a:br>
            <a:endParaRPr lang="en-US"/>
          </a:p>
          <a:p>
            <a:endParaRPr lang="en-US"/>
          </a:p>
        </p:txBody>
      </p:sp>
      <p:sp>
        <p:nvSpPr>
          <p:cNvPr id="4" name="Slide Number Placeholder 3">
            <a:extLst>
              <a:ext uri="{FF2B5EF4-FFF2-40B4-BE49-F238E27FC236}">
                <a16:creationId xmlns:a16="http://schemas.microsoft.com/office/drawing/2014/main" id="{7E8ACDED-1CC7-D977-A2BA-10AF76B4F828}"/>
              </a:ext>
            </a:extLst>
          </p:cNvPr>
          <p:cNvSpPr>
            <a:spLocks noGrp="1"/>
          </p:cNvSpPr>
          <p:nvPr>
            <p:ph type="sldNum" sz="quarter" idx="5"/>
          </p:nvPr>
        </p:nvSpPr>
        <p:spPr/>
        <p:txBody>
          <a:bodyPr/>
          <a:lstStyle/>
          <a:p>
            <a:fld id="{08A7B8A6-DC2C-4E66-899B-3FF6576B90A7}" type="slidenum">
              <a:rPr lang="en-US" smtClean="0"/>
              <a:t>159</a:t>
            </a:fld>
            <a:endParaRPr lang="en-US"/>
          </a:p>
        </p:txBody>
      </p:sp>
    </p:spTree>
    <p:extLst>
      <p:ext uri="{BB962C8B-B14F-4D97-AF65-F5344CB8AC3E}">
        <p14:creationId xmlns:p14="http://schemas.microsoft.com/office/powerpoint/2010/main" val="206835278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A538-3A86-28B7-B8BD-10FC76D49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29897-EC76-14F6-A678-12A6C1A91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6A9E19-3B49-B371-38A1-E206A40441B6}"/>
              </a:ext>
            </a:extLst>
          </p:cNvPr>
          <p:cNvSpPr>
            <a:spLocks noGrp="1"/>
          </p:cNvSpPr>
          <p:nvPr>
            <p:ph type="body" idx="1"/>
          </p:nvPr>
        </p:nvSpPr>
        <p:spPr/>
        <p:txBody>
          <a:bodyPr/>
          <a:lstStyle/>
          <a:p>
            <a:r>
              <a:rPr lang="en-US"/>
              <a:t>https://learn.microsoft.com/en-us/azure/confidential-computing/confidential-node-pool-aks </a:t>
            </a:r>
          </a:p>
          <a:p>
            <a:r>
              <a:rPr lang="en-US"/>
              <a:t>https://techcommunity.microsoft.com/blog/azureconfidentialcomputingblog/amd-sev-snp-confidential-vm-nodes-are-now-generally-available-in-aks/3649065 </a:t>
            </a:r>
          </a:p>
          <a:p>
            <a:r>
              <a:rPr lang="en-US"/>
              <a:t>https://github.com/Azure/confidential-computing-cvm-guest-attestation/blob/main/aks-linux-sample/README.md </a:t>
            </a:r>
          </a:p>
          <a:p>
            <a:r>
              <a:rPr lang="en-US"/>
              <a:t>https://youtu.be/mkCSGGNtwmc </a:t>
            </a:r>
          </a:p>
          <a:p>
            <a:endParaRPr lang="en-US"/>
          </a:p>
          <a:p>
            <a:r>
              <a:rPr lang="en-US"/>
              <a:t>In the context of a </a:t>
            </a:r>
            <a:r>
              <a:rPr lang="en-US" b="1"/>
              <a:t>Trusted Execution Environment (TEE)</a:t>
            </a:r>
            <a:r>
              <a:rPr lang="en-US"/>
              <a:t>, </a:t>
            </a:r>
            <a:r>
              <a:rPr lang="en-US" b="1"/>
              <a:t>attest</a:t>
            </a:r>
            <a:r>
              <a:rPr lang="en-US"/>
              <a:t> means:</a:t>
            </a:r>
          </a:p>
          <a:p>
            <a:r>
              <a:rPr lang="en-US" b="1"/>
              <a:t>To cryptographically prove that a piece of code is running inside a genuine, untampered secure environment.</a:t>
            </a:r>
            <a:endParaRPr lang="en-US"/>
          </a:p>
          <a:p>
            <a:r>
              <a:rPr lang="en-US"/>
              <a:t>It is essentially a </a:t>
            </a:r>
            <a:r>
              <a:rPr lang="en-US" b="1"/>
              <a:t>verifiable proof of trust</a:t>
            </a:r>
            <a:r>
              <a:rPr lang="en-US"/>
              <a:t>.</a:t>
            </a:r>
          </a:p>
          <a:p>
            <a:br>
              <a:rPr lang="en-US"/>
            </a:br>
            <a:endParaRPr lang="en-US"/>
          </a:p>
          <a:p>
            <a:r>
              <a:rPr lang="en-US" b="1"/>
              <a:t>🔐 What Is a Trusted Execution Environment (TEE)?</a:t>
            </a:r>
          </a:p>
          <a:p>
            <a:r>
              <a:rPr lang="en-US"/>
              <a:t>A TEE is a secure area of a processor that:</a:t>
            </a:r>
          </a:p>
          <a:p>
            <a:r>
              <a:rPr lang="en-US"/>
              <a:t>Isolated from the normal OS</a:t>
            </a:r>
          </a:p>
          <a:p>
            <a:r>
              <a:rPr lang="en-US"/>
              <a:t>Protects code and data from the host system</a:t>
            </a:r>
          </a:p>
          <a:p>
            <a:r>
              <a:rPr lang="en-US"/>
              <a:t>Prevents tampering—even by admins or hypervisors</a:t>
            </a:r>
          </a:p>
          <a:p>
            <a:r>
              <a:rPr lang="en-US"/>
              <a:t>Examples:</a:t>
            </a:r>
          </a:p>
          <a:p>
            <a:r>
              <a:rPr lang="en-US"/>
              <a:t>Intel SGX</a:t>
            </a:r>
          </a:p>
          <a:p>
            <a:r>
              <a:rPr lang="en-US"/>
              <a:t>AMD SEV-SNP</a:t>
            </a:r>
          </a:p>
          <a:p>
            <a:r>
              <a:rPr lang="en-US"/>
              <a:t>ARM </a:t>
            </a:r>
            <a:r>
              <a:rPr lang="en-US" err="1"/>
              <a:t>TrustZone</a:t>
            </a:r>
            <a:endParaRPr lang="en-US"/>
          </a:p>
          <a:p>
            <a:r>
              <a:rPr lang="en-US"/>
              <a:t>Azure Confidential Computing</a:t>
            </a:r>
          </a:p>
          <a:p>
            <a:br>
              <a:rPr lang="en-US"/>
            </a:br>
            <a:endParaRPr lang="en-US"/>
          </a:p>
          <a:p>
            <a:r>
              <a:rPr lang="en-US" b="1"/>
              <a:t>🧠 What “Attestation” Actually Means</a:t>
            </a:r>
          </a:p>
          <a:p>
            <a:r>
              <a:rPr lang="en-US"/>
              <a:t>Attestation answers this question:</a:t>
            </a:r>
          </a:p>
          <a:p>
            <a:r>
              <a:rPr lang="en-US"/>
              <a:t>"How do I know this code is really running inside a secure enclave and hasn't been modified?"</a:t>
            </a:r>
          </a:p>
          <a:p>
            <a:r>
              <a:rPr lang="en-US"/>
              <a:t>It works using:</a:t>
            </a:r>
          </a:p>
          <a:p>
            <a:r>
              <a:rPr lang="en-US" b="1"/>
              <a:t>Measurement</a:t>
            </a:r>
            <a:r>
              <a:rPr lang="en-US"/>
              <a:t> (hash of code + configuration)</a:t>
            </a:r>
          </a:p>
          <a:p>
            <a:r>
              <a:rPr lang="en-US" b="1"/>
              <a:t>Signing</a:t>
            </a:r>
            <a:r>
              <a:rPr lang="en-US"/>
              <a:t> by hardware root of trust</a:t>
            </a:r>
          </a:p>
          <a:p>
            <a:r>
              <a:rPr lang="en-US" b="1"/>
              <a:t>Verification</a:t>
            </a:r>
            <a:r>
              <a:rPr lang="en-US"/>
              <a:t> by a remote party</a:t>
            </a:r>
          </a:p>
          <a:p>
            <a:br>
              <a:rPr lang="en-US"/>
            </a:br>
            <a:endParaRPr lang="en-US"/>
          </a:p>
          <a:p>
            <a:r>
              <a:rPr lang="en-US" b="1"/>
              <a:t>🔎 Two Types of Attestation</a:t>
            </a:r>
          </a:p>
          <a:p>
            <a:r>
              <a:rPr lang="en-US" b="1"/>
              <a:t>1️⃣ Local Attestation</a:t>
            </a:r>
          </a:p>
          <a:p>
            <a:r>
              <a:rPr lang="en-US"/>
              <a:t>One enclave verifies another enclave on the same machine</a:t>
            </a:r>
          </a:p>
          <a:p>
            <a:r>
              <a:rPr lang="en-US" b="1"/>
              <a:t>2️⃣ Remote Attestation (Most Important in Cloud)</a:t>
            </a:r>
          </a:p>
          <a:p>
            <a:r>
              <a:rPr lang="en-US"/>
              <a:t>A remote service verifies the TEE</a:t>
            </a:r>
          </a:p>
          <a:p>
            <a:r>
              <a:rPr lang="en-US"/>
              <a:t>Used heavily in cloud confidential computing</a:t>
            </a:r>
          </a:p>
          <a:p>
            <a:br>
              <a:rPr lang="en-US"/>
            </a:br>
            <a:endParaRPr lang="en-US"/>
          </a:p>
          <a:p>
            <a:r>
              <a:rPr lang="en-US" b="1"/>
              <a:t>🔄 Simplified Remote Attestation Flow</a:t>
            </a:r>
          </a:p>
          <a:p>
            <a:r>
              <a:rPr lang="en-US"/>
              <a:t>Workload starts inside TEE</a:t>
            </a:r>
          </a:p>
          <a:p>
            <a:r>
              <a:rPr lang="en-US"/>
              <a:t>Hardware calculates cryptographic measurement</a:t>
            </a:r>
          </a:p>
          <a:p>
            <a:r>
              <a:rPr lang="en-US"/>
              <a:t>Hardware signs it</a:t>
            </a:r>
          </a:p>
          <a:p>
            <a:r>
              <a:rPr lang="en-US"/>
              <a:t>Proof (attestation report) is sent to verifier</a:t>
            </a:r>
          </a:p>
          <a:p>
            <a:r>
              <a:rPr lang="en-US"/>
              <a:t>Verifier checks signature + measurement</a:t>
            </a:r>
          </a:p>
          <a:p>
            <a:r>
              <a:rPr lang="en-US"/>
              <a:t>If valid → secrets are released</a:t>
            </a:r>
          </a:p>
          <a:p>
            <a:r>
              <a:rPr lang="en-US"/>
              <a:t>No valid attestation → </a:t>
            </a:r>
            <a:r>
              <a:rPr lang="en-US" b="1"/>
              <a:t>no secrets</a:t>
            </a:r>
            <a:r>
              <a:rPr lang="en-US"/>
              <a:t>.</a:t>
            </a:r>
          </a:p>
          <a:p>
            <a:br>
              <a:rPr lang="en-US"/>
            </a:br>
            <a:endParaRPr lang="en-US"/>
          </a:p>
          <a:p>
            <a:r>
              <a:rPr lang="en-US" b="1"/>
              <a:t>🏗 Why This Matters (Especially in Cloud / AKS Context)</a:t>
            </a:r>
          </a:p>
          <a:p>
            <a:r>
              <a:rPr lang="en-US"/>
              <a:t>Since you're working with Azure, AKS, and secure workloads:</a:t>
            </a:r>
          </a:p>
          <a:p>
            <a:r>
              <a:rPr lang="en-US"/>
              <a:t>Attestation is critical for:</a:t>
            </a:r>
          </a:p>
          <a:p>
            <a:r>
              <a:rPr lang="en-US"/>
              <a:t>Confidential Containers</a:t>
            </a:r>
          </a:p>
          <a:p>
            <a:r>
              <a:rPr lang="en-US"/>
              <a:t>Protecting AI models</a:t>
            </a:r>
          </a:p>
          <a:p>
            <a:r>
              <a:rPr lang="en-US"/>
              <a:t>Secure key release</a:t>
            </a:r>
          </a:p>
          <a:p>
            <a:r>
              <a:rPr lang="en-US"/>
              <a:t>Zero-trust compute</a:t>
            </a:r>
          </a:p>
          <a:p>
            <a:r>
              <a:rPr lang="en-US"/>
              <a:t>Preventing host compromise attacks</a:t>
            </a:r>
          </a:p>
          <a:p>
            <a:r>
              <a:rPr lang="en-US"/>
              <a:t>For example:</a:t>
            </a:r>
          </a:p>
          <a:p>
            <a:r>
              <a:rPr lang="en-US"/>
              <a:t>Microsoft Azure Attestation verifies TEE claims.</a:t>
            </a:r>
          </a:p>
          <a:p>
            <a:r>
              <a:rPr lang="en-US"/>
              <a:t>Confidential Containers use attestation before injecting secrets.</a:t>
            </a:r>
          </a:p>
          <a:p>
            <a:br>
              <a:rPr lang="en-US"/>
            </a:br>
            <a:endParaRPr lang="en-US"/>
          </a:p>
          <a:p>
            <a:r>
              <a:rPr lang="en-US" b="1"/>
              <a:t>🔐 Real-World Example</a:t>
            </a:r>
          </a:p>
          <a:p>
            <a:r>
              <a:rPr lang="en-US"/>
              <a:t>Imagine:</a:t>
            </a:r>
          </a:p>
          <a:p>
            <a:r>
              <a:rPr lang="en-US"/>
              <a:t>You deploy a sensitive AI model to a confidential VM.</a:t>
            </a:r>
          </a:p>
          <a:p>
            <a:r>
              <a:rPr lang="en-US"/>
              <a:t>Before sending the model encryption key:</a:t>
            </a:r>
          </a:p>
          <a:p>
            <a:r>
              <a:rPr lang="en-US"/>
              <a:t>You require attestation proof</a:t>
            </a:r>
          </a:p>
          <a:p>
            <a:r>
              <a:rPr lang="en-US"/>
              <a:t>You verify the measurement</a:t>
            </a:r>
          </a:p>
          <a:p>
            <a:r>
              <a:rPr lang="en-US"/>
              <a:t>Only then release the key</a:t>
            </a:r>
          </a:p>
          <a:p>
            <a:r>
              <a:rPr lang="en-US"/>
              <a:t>This ensures:</a:t>
            </a:r>
          </a:p>
          <a:p>
            <a:r>
              <a:rPr lang="en-US"/>
              <a:t>Cloud provider admins cannot inspect it</a:t>
            </a:r>
          </a:p>
          <a:p>
            <a:r>
              <a:rPr lang="en-US"/>
              <a:t>Hypervisor compromise cannot access it</a:t>
            </a:r>
          </a:p>
          <a:p>
            <a:r>
              <a:rPr lang="en-US"/>
              <a:t>Root access on host cannot dump memory</a:t>
            </a:r>
          </a:p>
          <a:p>
            <a:br>
              <a:rPr lang="en-US"/>
            </a:br>
            <a:endParaRPr lang="en-US"/>
          </a:p>
          <a:p>
            <a:r>
              <a:rPr lang="en-US" b="1"/>
              <a:t>🧩 In One Sentence</a:t>
            </a:r>
          </a:p>
          <a:p>
            <a:r>
              <a:rPr lang="en-US" b="1"/>
              <a:t>Attestation is the cryptographic proof that code is running in a genuine, untampered Trusted Execution Environment.</a:t>
            </a:r>
            <a:endParaRPr lang="en-US"/>
          </a:p>
          <a:p>
            <a:br>
              <a:rPr lang="en-US"/>
            </a:br>
            <a:endParaRPr lang="en-US"/>
          </a:p>
          <a:p>
            <a:endParaRPr lang="en-US"/>
          </a:p>
        </p:txBody>
      </p:sp>
      <p:sp>
        <p:nvSpPr>
          <p:cNvPr id="4" name="Slide Number Placeholder 3">
            <a:extLst>
              <a:ext uri="{FF2B5EF4-FFF2-40B4-BE49-F238E27FC236}">
                <a16:creationId xmlns:a16="http://schemas.microsoft.com/office/drawing/2014/main" id="{BCA7DFB9-1400-AC94-53DF-1F163051CBFD}"/>
              </a:ext>
            </a:extLst>
          </p:cNvPr>
          <p:cNvSpPr>
            <a:spLocks noGrp="1"/>
          </p:cNvSpPr>
          <p:nvPr>
            <p:ph type="sldNum" sz="quarter" idx="5"/>
          </p:nvPr>
        </p:nvSpPr>
        <p:spPr/>
        <p:txBody>
          <a:bodyPr/>
          <a:lstStyle/>
          <a:p>
            <a:fld id="{08A7B8A6-DC2C-4E66-899B-3FF6576B90A7}" type="slidenum">
              <a:rPr lang="en-US" smtClean="0"/>
              <a:t>161</a:t>
            </a:fld>
            <a:endParaRPr lang="en-US"/>
          </a:p>
        </p:txBody>
      </p:sp>
    </p:spTree>
    <p:extLst>
      <p:ext uri="{BB962C8B-B14F-4D97-AF65-F5344CB8AC3E}">
        <p14:creationId xmlns:p14="http://schemas.microsoft.com/office/powerpoint/2010/main" val="51552280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F1DC-7108-0A1B-87B4-92B5F460E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FE99D-F87B-AFE1-4C2B-67D48809F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6CEF9-8D8D-96B7-3EB4-61024A6AB852}"/>
              </a:ext>
            </a:extLst>
          </p:cNvPr>
          <p:cNvSpPr>
            <a:spLocks noGrp="1"/>
          </p:cNvSpPr>
          <p:nvPr>
            <p:ph type="body" idx="1"/>
          </p:nvPr>
        </p:nvSpPr>
        <p:spPr/>
        <p:txBody>
          <a:bodyPr/>
          <a:lstStyle/>
          <a:p>
            <a:r>
              <a:rPr lang="en-US"/>
              <a:t>https://www.youtube.com/watch?v=FYZxtHI_Or0 </a:t>
            </a:r>
          </a:p>
          <a:p>
            <a:r>
              <a:rPr lang="en-US"/>
              <a:t>https://learn.microsoft.com/en-us/azure/confidential-computing/confidential-nodes-aks-overview</a:t>
            </a:r>
          </a:p>
        </p:txBody>
      </p:sp>
      <p:sp>
        <p:nvSpPr>
          <p:cNvPr id="4" name="Slide Number Placeholder 3">
            <a:extLst>
              <a:ext uri="{FF2B5EF4-FFF2-40B4-BE49-F238E27FC236}">
                <a16:creationId xmlns:a16="http://schemas.microsoft.com/office/drawing/2014/main" id="{051FC85D-7632-73EE-F81D-42FBD64CC0D9}"/>
              </a:ext>
            </a:extLst>
          </p:cNvPr>
          <p:cNvSpPr>
            <a:spLocks noGrp="1"/>
          </p:cNvSpPr>
          <p:nvPr>
            <p:ph type="sldNum" sz="quarter" idx="5"/>
          </p:nvPr>
        </p:nvSpPr>
        <p:spPr/>
        <p:txBody>
          <a:bodyPr/>
          <a:lstStyle/>
          <a:p>
            <a:fld id="{08A7B8A6-DC2C-4E66-899B-3FF6576B90A7}" type="slidenum">
              <a:rPr lang="en-US" smtClean="0"/>
              <a:t>162</a:t>
            </a:fld>
            <a:endParaRPr lang="en-US"/>
          </a:p>
        </p:txBody>
      </p:sp>
    </p:spTree>
    <p:extLst>
      <p:ext uri="{BB962C8B-B14F-4D97-AF65-F5344CB8AC3E}">
        <p14:creationId xmlns:p14="http://schemas.microsoft.com/office/powerpoint/2010/main" val="409798229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2A306-B44E-F5AD-A441-9D4F583FA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6CFF9-2661-0189-16F3-D29E9E452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32D3F-5D51-C266-A203-605CCC2D9BDB}"/>
              </a:ext>
            </a:extLst>
          </p:cNvPr>
          <p:cNvSpPr>
            <a:spLocks noGrp="1"/>
          </p:cNvSpPr>
          <p:nvPr>
            <p:ph type="body" idx="1"/>
          </p:nvPr>
        </p:nvSpPr>
        <p:spPr/>
        <p:txBody>
          <a:bodyPr/>
          <a:lstStyle/>
          <a:p>
            <a:r>
              <a:rPr lang="en-US"/>
              <a:t>https://www.youtube.com/watch?v=FYZxtHI_Or0 </a:t>
            </a:r>
          </a:p>
          <a:p>
            <a:r>
              <a:rPr lang="en-US"/>
              <a:t>https://learn.microsoft.com/en-us/azure/confidential-computing/confidential-nodes-aks-overview</a:t>
            </a:r>
          </a:p>
        </p:txBody>
      </p:sp>
      <p:sp>
        <p:nvSpPr>
          <p:cNvPr id="4" name="Slide Number Placeholder 3">
            <a:extLst>
              <a:ext uri="{FF2B5EF4-FFF2-40B4-BE49-F238E27FC236}">
                <a16:creationId xmlns:a16="http://schemas.microsoft.com/office/drawing/2014/main" id="{BBA86D27-9B3A-3D9C-CFA0-A95A68DA11D9}"/>
              </a:ext>
            </a:extLst>
          </p:cNvPr>
          <p:cNvSpPr>
            <a:spLocks noGrp="1"/>
          </p:cNvSpPr>
          <p:nvPr>
            <p:ph type="sldNum" sz="quarter" idx="5"/>
          </p:nvPr>
        </p:nvSpPr>
        <p:spPr/>
        <p:txBody>
          <a:bodyPr/>
          <a:lstStyle/>
          <a:p>
            <a:fld id="{08A7B8A6-DC2C-4E66-899B-3FF6576B90A7}" type="slidenum">
              <a:rPr lang="en-US" smtClean="0"/>
              <a:t>163</a:t>
            </a:fld>
            <a:endParaRPr lang="en-US"/>
          </a:p>
        </p:txBody>
      </p:sp>
    </p:spTree>
    <p:extLst>
      <p:ext uri="{BB962C8B-B14F-4D97-AF65-F5344CB8AC3E}">
        <p14:creationId xmlns:p14="http://schemas.microsoft.com/office/powerpoint/2010/main" val="350669662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AC01-E7CC-88BB-C2F9-9806FD28D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E96B9-2FAD-D46B-3073-74FEB0815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D312F-3D01-FDB1-FA60-D9081684E0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CDA8BF-135F-2FE3-A3FA-56DA51CBA852}"/>
              </a:ext>
            </a:extLst>
          </p:cNvPr>
          <p:cNvSpPr>
            <a:spLocks noGrp="1"/>
          </p:cNvSpPr>
          <p:nvPr>
            <p:ph type="sldNum" sz="quarter" idx="5"/>
          </p:nvPr>
        </p:nvSpPr>
        <p:spPr/>
        <p:txBody>
          <a:bodyPr/>
          <a:lstStyle/>
          <a:p>
            <a:fld id="{08A7B8A6-DC2C-4E66-899B-3FF6576B90A7}" type="slidenum">
              <a:rPr lang="en-US" smtClean="0"/>
              <a:t>164</a:t>
            </a:fld>
            <a:endParaRPr lang="en-US"/>
          </a:p>
        </p:txBody>
      </p:sp>
    </p:spTree>
    <p:extLst>
      <p:ext uri="{BB962C8B-B14F-4D97-AF65-F5344CB8AC3E}">
        <p14:creationId xmlns:p14="http://schemas.microsoft.com/office/powerpoint/2010/main" val="260854121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B6DE-C4C4-DA8A-ECED-56A7C9DC4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F23F0-DFBE-D185-1DAF-3F7CE9FBA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4B3D6-4D4E-A8C3-BEDF-E863D11B79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54C6CC-8386-48E7-0D99-AE0A32FCB028}"/>
              </a:ext>
            </a:extLst>
          </p:cNvPr>
          <p:cNvSpPr>
            <a:spLocks noGrp="1"/>
          </p:cNvSpPr>
          <p:nvPr>
            <p:ph type="sldNum" sz="quarter" idx="5"/>
          </p:nvPr>
        </p:nvSpPr>
        <p:spPr/>
        <p:txBody>
          <a:bodyPr/>
          <a:lstStyle/>
          <a:p>
            <a:fld id="{08A7B8A6-DC2C-4E66-899B-3FF6576B90A7}" type="slidenum">
              <a:rPr lang="en-US" smtClean="0"/>
              <a:t>165</a:t>
            </a:fld>
            <a:endParaRPr lang="en-US"/>
          </a:p>
        </p:txBody>
      </p:sp>
    </p:spTree>
    <p:extLst>
      <p:ext uri="{BB962C8B-B14F-4D97-AF65-F5344CB8AC3E}">
        <p14:creationId xmlns:p14="http://schemas.microsoft.com/office/powerpoint/2010/main" val="174204877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26E5-945E-A14C-4D58-544A8528F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4DF11-325C-CA75-E469-D4A642B78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B1241-BA3B-981D-E6C4-4EB7A40698CB}"/>
              </a:ext>
            </a:extLst>
          </p:cNvPr>
          <p:cNvSpPr>
            <a:spLocks noGrp="1"/>
          </p:cNvSpPr>
          <p:nvPr>
            <p:ph type="body" idx="1"/>
          </p:nvPr>
        </p:nvSpPr>
        <p:spPr/>
        <p:txBody>
          <a:bodyPr/>
          <a:lstStyle/>
          <a:p>
            <a:r>
              <a:rPr lang="en-US"/>
              <a:t>https://learn.microsoft.com/en-us/azure/aks/operator-best-practices-container-image-management </a:t>
            </a:r>
          </a:p>
        </p:txBody>
      </p:sp>
      <p:sp>
        <p:nvSpPr>
          <p:cNvPr id="4" name="Slide Number Placeholder 3">
            <a:extLst>
              <a:ext uri="{FF2B5EF4-FFF2-40B4-BE49-F238E27FC236}">
                <a16:creationId xmlns:a16="http://schemas.microsoft.com/office/drawing/2014/main" id="{F24ABB34-D3F6-B65D-8287-370EF31FEFAE}"/>
              </a:ext>
            </a:extLst>
          </p:cNvPr>
          <p:cNvSpPr>
            <a:spLocks noGrp="1"/>
          </p:cNvSpPr>
          <p:nvPr>
            <p:ph type="sldNum" sz="quarter" idx="5"/>
          </p:nvPr>
        </p:nvSpPr>
        <p:spPr/>
        <p:txBody>
          <a:bodyPr/>
          <a:lstStyle/>
          <a:p>
            <a:fld id="{08A7B8A6-DC2C-4E66-899B-3FF6576B90A7}" type="slidenum">
              <a:rPr lang="en-US" smtClean="0"/>
              <a:t>167</a:t>
            </a:fld>
            <a:endParaRPr lang="en-US"/>
          </a:p>
        </p:txBody>
      </p:sp>
    </p:spTree>
    <p:extLst>
      <p:ext uri="{BB962C8B-B14F-4D97-AF65-F5344CB8AC3E}">
        <p14:creationId xmlns:p14="http://schemas.microsoft.com/office/powerpoint/2010/main" val="321443657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324E-343A-52C8-BFB0-0F41434AD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028F-186B-072A-AC8D-5564B2CB4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0B759-9602-5B01-6317-1191F1EE2831}"/>
              </a:ext>
            </a:extLst>
          </p:cNvPr>
          <p:cNvSpPr>
            <a:spLocks noGrp="1"/>
          </p:cNvSpPr>
          <p:nvPr>
            <p:ph type="body" idx="1"/>
          </p:nvPr>
        </p:nvSpPr>
        <p:spPr/>
        <p:txBody>
          <a:bodyPr/>
          <a:lstStyle/>
          <a:p>
            <a:r>
              <a:rPr lang="en-US"/>
              <a:t>https://learn.microsoft.com/en-us/azure/aks/operator-best-practices-container-image-management </a:t>
            </a:r>
          </a:p>
        </p:txBody>
      </p:sp>
      <p:sp>
        <p:nvSpPr>
          <p:cNvPr id="4" name="Slide Number Placeholder 3">
            <a:extLst>
              <a:ext uri="{FF2B5EF4-FFF2-40B4-BE49-F238E27FC236}">
                <a16:creationId xmlns:a16="http://schemas.microsoft.com/office/drawing/2014/main" id="{06BD9904-D559-735E-E4EB-588464DF87F7}"/>
              </a:ext>
            </a:extLst>
          </p:cNvPr>
          <p:cNvSpPr>
            <a:spLocks noGrp="1"/>
          </p:cNvSpPr>
          <p:nvPr>
            <p:ph type="sldNum" sz="quarter" idx="5"/>
          </p:nvPr>
        </p:nvSpPr>
        <p:spPr/>
        <p:txBody>
          <a:bodyPr/>
          <a:lstStyle/>
          <a:p>
            <a:fld id="{08A7B8A6-DC2C-4E66-899B-3FF6576B90A7}" type="slidenum">
              <a:rPr lang="en-US" smtClean="0"/>
              <a:t>168</a:t>
            </a:fld>
            <a:endParaRPr lang="en-US"/>
          </a:p>
        </p:txBody>
      </p:sp>
    </p:spTree>
    <p:extLst>
      <p:ext uri="{BB962C8B-B14F-4D97-AF65-F5344CB8AC3E}">
        <p14:creationId xmlns:p14="http://schemas.microsoft.com/office/powerpoint/2010/main" val="254437646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95B66-E41D-4C74-6F28-925AEBC00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8B07A-4616-0437-C3C8-F04FE853C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5F98D-E7D8-18F3-59E8-E52079A6CF4F}"/>
              </a:ext>
            </a:extLst>
          </p:cNvPr>
          <p:cNvSpPr>
            <a:spLocks noGrp="1"/>
          </p:cNvSpPr>
          <p:nvPr>
            <p:ph type="body" idx="1"/>
          </p:nvPr>
        </p:nvSpPr>
        <p:spPr/>
        <p:txBody>
          <a:bodyPr/>
          <a:lstStyle/>
          <a:p>
            <a:r>
              <a:rPr lang="en-US"/>
              <a:t>https://learn.microsoft.com/en-us/azure/aks/operator-best-practices-container-image-management </a:t>
            </a:r>
          </a:p>
        </p:txBody>
      </p:sp>
      <p:sp>
        <p:nvSpPr>
          <p:cNvPr id="4" name="Slide Number Placeholder 3">
            <a:extLst>
              <a:ext uri="{FF2B5EF4-FFF2-40B4-BE49-F238E27FC236}">
                <a16:creationId xmlns:a16="http://schemas.microsoft.com/office/drawing/2014/main" id="{C8391910-6E20-FF7B-EDD6-819F9C9F5611}"/>
              </a:ext>
            </a:extLst>
          </p:cNvPr>
          <p:cNvSpPr>
            <a:spLocks noGrp="1"/>
          </p:cNvSpPr>
          <p:nvPr>
            <p:ph type="sldNum" sz="quarter" idx="5"/>
          </p:nvPr>
        </p:nvSpPr>
        <p:spPr/>
        <p:txBody>
          <a:bodyPr/>
          <a:lstStyle/>
          <a:p>
            <a:fld id="{08A7B8A6-DC2C-4E66-899B-3FF6576B90A7}" type="slidenum">
              <a:rPr lang="en-US" smtClean="0"/>
              <a:t>169</a:t>
            </a:fld>
            <a:endParaRPr lang="en-US"/>
          </a:p>
        </p:txBody>
      </p:sp>
    </p:spTree>
    <p:extLst>
      <p:ext uri="{BB962C8B-B14F-4D97-AF65-F5344CB8AC3E}">
        <p14:creationId xmlns:p14="http://schemas.microsoft.com/office/powerpoint/2010/main" val="297089268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7D2E-9DBB-87E1-A80D-CAB3D8DF3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25EE0-281C-9F68-9EEE-3A088ED0B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5D8C4-EF66-C9A9-02B0-95AA3408233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5833DE9-7F2B-272A-E342-18E15B0C2214}"/>
              </a:ext>
            </a:extLst>
          </p:cNvPr>
          <p:cNvSpPr>
            <a:spLocks noGrp="1"/>
          </p:cNvSpPr>
          <p:nvPr>
            <p:ph type="sldNum" sz="quarter" idx="5"/>
          </p:nvPr>
        </p:nvSpPr>
        <p:spPr/>
        <p:txBody>
          <a:bodyPr/>
          <a:lstStyle/>
          <a:p>
            <a:fld id="{08A7B8A6-DC2C-4E66-899B-3FF6576B90A7}" type="slidenum">
              <a:rPr lang="en-US" smtClean="0"/>
              <a:t>170</a:t>
            </a:fld>
            <a:endParaRPr lang="en-US"/>
          </a:p>
        </p:txBody>
      </p:sp>
    </p:spTree>
    <p:extLst>
      <p:ext uri="{BB962C8B-B14F-4D97-AF65-F5344CB8AC3E}">
        <p14:creationId xmlns:p14="http://schemas.microsoft.com/office/powerpoint/2010/main" val="19781744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2152-3F71-00BB-80FD-AD98FB801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B9B9F-3616-EDFC-45A2-74328C54C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74762-127C-CED8-0413-BFEE6DC09692}"/>
              </a:ext>
            </a:extLst>
          </p:cNvPr>
          <p:cNvSpPr>
            <a:spLocks noGrp="1"/>
          </p:cNvSpPr>
          <p:nvPr>
            <p:ph type="body" idx="1"/>
          </p:nvPr>
        </p:nvSpPr>
        <p:spPr/>
        <p:txBody>
          <a:bodyPr/>
          <a:lstStyle/>
          <a:p>
            <a:r>
              <a:rPr lang="en-US"/>
              <a:t>https://learn.microsoft.com/en-us/azure/aks/image-integrity?tabs=azure-cli </a:t>
            </a:r>
          </a:p>
          <a:p>
            <a:endParaRPr lang="en-US"/>
          </a:p>
        </p:txBody>
      </p:sp>
      <p:sp>
        <p:nvSpPr>
          <p:cNvPr id="4" name="Slide Number Placeholder 3">
            <a:extLst>
              <a:ext uri="{FF2B5EF4-FFF2-40B4-BE49-F238E27FC236}">
                <a16:creationId xmlns:a16="http://schemas.microsoft.com/office/drawing/2014/main" id="{9B9FEE5A-0760-6805-62F0-05A651A051AA}"/>
              </a:ext>
            </a:extLst>
          </p:cNvPr>
          <p:cNvSpPr>
            <a:spLocks noGrp="1"/>
          </p:cNvSpPr>
          <p:nvPr>
            <p:ph type="sldNum" sz="quarter" idx="5"/>
          </p:nvPr>
        </p:nvSpPr>
        <p:spPr/>
        <p:txBody>
          <a:bodyPr/>
          <a:lstStyle/>
          <a:p>
            <a:fld id="{08A7B8A6-DC2C-4E66-899B-3FF6576B90A7}" type="slidenum">
              <a:rPr lang="en-US" smtClean="0"/>
              <a:t>171</a:t>
            </a:fld>
            <a:endParaRPr lang="en-US"/>
          </a:p>
        </p:txBody>
      </p:sp>
    </p:spTree>
    <p:extLst>
      <p:ext uri="{BB962C8B-B14F-4D97-AF65-F5344CB8AC3E}">
        <p14:creationId xmlns:p14="http://schemas.microsoft.com/office/powerpoint/2010/main" val="235709974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23E1-9C4E-473E-1C1A-17E60BA7C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5C54C-1A9A-3C3E-00EF-152A29963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CBABF-356E-A5FB-7A0D-BD71D4427027}"/>
              </a:ext>
            </a:extLst>
          </p:cNvPr>
          <p:cNvSpPr>
            <a:spLocks noGrp="1"/>
          </p:cNvSpPr>
          <p:nvPr>
            <p:ph type="body" idx="1"/>
          </p:nvPr>
        </p:nvSpPr>
        <p:spPr/>
        <p:txBody>
          <a:bodyPr/>
          <a:lstStyle/>
          <a:p>
            <a:r>
              <a:rPr lang="en-US"/>
              <a:t>https://learn.microsoft.com/en-us/azure/aks/image-integrity?tabs=azure-cli </a:t>
            </a:r>
          </a:p>
          <a:p>
            <a:endParaRPr lang="en-US"/>
          </a:p>
          <a:p>
            <a:endParaRPr lang="en-US"/>
          </a:p>
          <a:p>
            <a:r>
              <a:rPr lang="en-US"/>
              <a:t>In Kubernetes, </a:t>
            </a:r>
            <a:r>
              <a:rPr lang="en-US" b="1"/>
              <a:t>Gatekeeper</a:t>
            </a:r>
            <a:r>
              <a:rPr lang="en-US"/>
              <a:t> is a policy enforcement engine that ensures your cluster follows defined security and compliance rules.</a:t>
            </a:r>
          </a:p>
          <a:p>
            <a:r>
              <a:rPr lang="en-US"/>
              <a:t>More precisely:</a:t>
            </a:r>
          </a:p>
          <a:p>
            <a:r>
              <a:rPr lang="en-US" b="1"/>
              <a:t>Gatekeeper is an admission controller that enforces policies using Open Policy Agent (OPA).</a:t>
            </a:r>
            <a:endParaRPr lang="en-US"/>
          </a:p>
          <a:p>
            <a:br>
              <a:rPr lang="en-US"/>
            </a:br>
            <a:endParaRPr lang="en-US"/>
          </a:p>
          <a:p>
            <a:r>
              <a:rPr lang="en-US" b="1"/>
              <a:t>🧠 What Problem Does Gatekeeper Solve?</a:t>
            </a:r>
          </a:p>
          <a:p>
            <a:r>
              <a:rPr lang="en-US"/>
              <a:t>Kubernetes by default allows almost anything unless restricted.</a:t>
            </a:r>
          </a:p>
          <a:p>
            <a:r>
              <a:rPr lang="en-US"/>
              <a:t>For example, without policy enforcement, someone could:</a:t>
            </a:r>
          </a:p>
          <a:p>
            <a:r>
              <a:rPr lang="en-US"/>
              <a:t>Deploy a privileged container</a:t>
            </a:r>
          </a:p>
          <a:p>
            <a:r>
              <a:rPr lang="en-US"/>
              <a:t>Run as root</a:t>
            </a:r>
          </a:p>
          <a:p>
            <a:r>
              <a:rPr lang="en-US"/>
              <a:t>Use </a:t>
            </a:r>
            <a:r>
              <a:rPr lang="en-US" sz="1200" kern="1200">
                <a:solidFill>
                  <a:schemeClr val="tx1"/>
                </a:solidFill>
                <a:latin typeface="+mn-lt"/>
                <a:ea typeface="+mn-ea"/>
                <a:cs typeface="+mn-cs"/>
              </a:rPr>
              <a:t>latest</a:t>
            </a:r>
            <a:r>
              <a:rPr lang="en-US"/>
              <a:t> image tags</a:t>
            </a:r>
          </a:p>
          <a:p>
            <a:r>
              <a:rPr lang="en-US"/>
              <a:t>Expose a </a:t>
            </a:r>
            <a:r>
              <a:rPr lang="en-US" err="1"/>
              <a:t>LoadBalancer</a:t>
            </a:r>
            <a:r>
              <a:rPr lang="en-US"/>
              <a:t> publicly</a:t>
            </a:r>
          </a:p>
          <a:p>
            <a:r>
              <a:rPr lang="en-US"/>
              <a:t>Mount host paths</a:t>
            </a:r>
          </a:p>
          <a:p>
            <a:r>
              <a:rPr lang="en-US"/>
              <a:t>Gatekeeper prevents this by validating resources </a:t>
            </a:r>
            <a:r>
              <a:rPr lang="en-US" b="1"/>
              <a:t>before they are created</a:t>
            </a:r>
            <a:r>
              <a:rPr lang="en-US"/>
              <a:t>.</a:t>
            </a:r>
          </a:p>
          <a:p>
            <a:br>
              <a:rPr lang="en-US"/>
            </a:br>
            <a:endParaRPr lang="en-US"/>
          </a:p>
          <a:p>
            <a:r>
              <a:rPr lang="en-US" b="1"/>
              <a:t>🏗 How It Works</a:t>
            </a:r>
          </a:p>
          <a:p>
            <a:r>
              <a:rPr lang="en-US"/>
              <a:t>Gatekeeper runs as a </a:t>
            </a:r>
            <a:r>
              <a:rPr lang="en-US" b="1"/>
              <a:t>validating admission webhook</a:t>
            </a:r>
            <a:r>
              <a:rPr lang="en-US"/>
              <a:t>.</a:t>
            </a:r>
          </a:p>
          <a:p>
            <a:r>
              <a:rPr lang="en-US"/>
              <a:t>When you run:</a:t>
            </a:r>
          </a:p>
          <a:p>
            <a:r>
              <a:rPr lang="en-US" sz="1200" kern="1200" err="1">
                <a:solidFill>
                  <a:schemeClr val="tx1"/>
                </a:solidFill>
                <a:latin typeface="+mn-lt"/>
                <a:ea typeface="+mn-ea"/>
                <a:cs typeface="+mn-cs"/>
              </a:rPr>
              <a:t>kubectl</a:t>
            </a:r>
            <a:r>
              <a:rPr lang="en-US" sz="1200" kern="1200">
                <a:solidFill>
                  <a:schemeClr val="tx1"/>
                </a:solidFill>
                <a:latin typeface="+mn-lt"/>
                <a:ea typeface="+mn-ea"/>
                <a:cs typeface="+mn-cs"/>
              </a:rPr>
              <a:t> apply -f </a:t>
            </a:r>
            <a:r>
              <a:rPr lang="en-US" sz="1200" kern="1200" err="1">
                <a:solidFill>
                  <a:schemeClr val="tx1"/>
                </a:solidFill>
                <a:latin typeface="+mn-lt"/>
                <a:ea typeface="+mn-ea"/>
                <a:cs typeface="+mn-cs"/>
              </a:rPr>
              <a:t>deployment.yaml</a:t>
            </a:r>
            <a:endParaRPr lang="en-US" sz="1200" kern="1200">
              <a:solidFill>
                <a:schemeClr val="tx1"/>
              </a:solidFill>
              <a:latin typeface="+mn-lt"/>
              <a:ea typeface="+mn-ea"/>
              <a:cs typeface="+mn-cs"/>
            </a:endParaRPr>
          </a:p>
          <a:p>
            <a:r>
              <a:rPr lang="en-US"/>
              <a:t>Flow:</a:t>
            </a:r>
          </a:p>
          <a:p>
            <a:r>
              <a:rPr lang="en-US"/>
              <a:t>API Server receives request</a:t>
            </a:r>
          </a:p>
          <a:p>
            <a:r>
              <a:rPr lang="en-US"/>
              <a:t>Gatekeeper intercepts it</a:t>
            </a:r>
          </a:p>
          <a:p>
            <a:r>
              <a:rPr lang="en-US"/>
              <a:t>Policy is evaluated</a:t>
            </a:r>
          </a:p>
          <a:p>
            <a:r>
              <a:rPr lang="en-US"/>
              <a:t>If policy passes → resource created</a:t>
            </a:r>
          </a:p>
          <a:p>
            <a:r>
              <a:rPr lang="en-US"/>
              <a:t>If policy fails → request rejected</a:t>
            </a:r>
          </a:p>
          <a:p>
            <a:br>
              <a:rPr lang="en-US"/>
            </a:br>
            <a:endParaRPr lang="en-US"/>
          </a:p>
          <a:p>
            <a:r>
              <a:rPr lang="en-US" b="1"/>
              <a:t>🔧 Technology Behind It</a:t>
            </a:r>
          </a:p>
          <a:p>
            <a:r>
              <a:rPr lang="en-US"/>
              <a:t>Gatekeeper uses:</a:t>
            </a:r>
          </a:p>
          <a:p>
            <a:r>
              <a:rPr lang="en-US"/>
              <a:t>Open Policy Agent (OPA)</a:t>
            </a:r>
          </a:p>
          <a:p>
            <a:r>
              <a:rPr lang="en-US"/>
              <a:t>Rego policy language</a:t>
            </a:r>
          </a:p>
          <a:p>
            <a:r>
              <a:rPr lang="en-US"/>
              <a:t>Kubernetes admission controller mechanism</a:t>
            </a:r>
          </a:p>
          <a:p>
            <a:br>
              <a:rPr lang="en-US"/>
            </a:br>
            <a:endParaRPr lang="en-US"/>
          </a:p>
          <a:p>
            <a:r>
              <a:rPr lang="en-US" b="1"/>
              <a:t>📦 Gatekeeper Components</a:t>
            </a:r>
          </a:p>
          <a:p>
            <a:r>
              <a:rPr lang="en-US" b="1" err="1"/>
              <a:t>ConstraintTemplate</a:t>
            </a:r>
            <a:br>
              <a:rPr lang="en-US"/>
            </a:br>
            <a:r>
              <a:rPr lang="en-US"/>
              <a:t>Defines reusable policy logic (written in Rego)</a:t>
            </a:r>
          </a:p>
          <a:p>
            <a:r>
              <a:rPr lang="en-US" b="1"/>
              <a:t>Constraint</a:t>
            </a:r>
            <a:br>
              <a:rPr lang="en-US"/>
            </a:br>
            <a:r>
              <a:rPr lang="en-US"/>
              <a:t>Applies that template to specific resources</a:t>
            </a:r>
          </a:p>
          <a:p>
            <a:br>
              <a:rPr lang="en-US"/>
            </a:br>
            <a:endParaRPr lang="en-US"/>
          </a:p>
          <a:p>
            <a:r>
              <a:rPr lang="en-US" b="1"/>
              <a:t>📌 Example Use Cases</a:t>
            </a:r>
          </a:p>
          <a:p>
            <a:r>
              <a:rPr lang="en-US" b="1"/>
              <a:t>🚫 Block Privileged Containers</a:t>
            </a:r>
          </a:p>
          <a:p>
            <a:r>
              <a:rPr lang="en-US"/>
              <a:t>Policy:</a:t>
            </a:r>
          </a:p>
          <a:p>
            <a:r>
              <a:rPr lang="en-US" sz="1200" kern="1200">
                <a:solidFill>
                  <a:schemeClr val="tx1"/>
                </a:solidFill>
                <a:latin typeface="+mn-lt"/>
                <a:ea typeface="+mn-ea"/>
                <a:cs typeface="+mn-cs"/>
              </a:rPr>
              <a:t>violation {</a:t>
            </a:r>
          </a:p>
          <a:p>
            <a:r>
              <a:rPr lang="en-US" sz="1200" kern="1200">
                <a:solidFill>
                  <a:schemeClr val="tx1"/>
                </a:solidFill>
                <a:latin typeface="+mn-lt"/>
                <a:ea typeface="+mn-ea"/>
                <a:cs typeface="+mn-cs"/>
              </a:rPr>
              <a:t>  </a:t>
            </a:r>
            <a:r>
              <a:rPr lang="en-US" sz="1200" kern="1200" err="1">
                <a:solidFill>
                  <a:schemeClr val="tx1"/>
                </a:solidFill>
                <a:latin typeface="+mn-lt"/>
                <a:ea typeface="+mn-ea"/>
                <a:cs typeface="+mn-cs"/>
              </a:rPr>
              <a:t>input.review.object.spec.containers</a:t>
            </a:r>
            <a:r>
              <a:rPr lang="en-US" sz="1200" kern="1200">
                <a:solidFill>
                  <a:schemeClr val="tx1"/>
                </a:solidFill>
                <a:latin typeface="+mn-lt"/>
                <a:ea typeface="+mn-ea"/>
                <a:cs typeface="+mn-cs"/>
              </a:rPr>
              <a:t>[_].</a:t>
            </a:r>
            <a:r>
              <a:rPr lang="en-US" sz="1200" kern="1200" err="1">
                <a:solidFill>
                  <a:schemeClr val="tx1"/>
                </a:solidFill>
                <a:latin typeface="+mn-lt"/>
                <a:ea typeface="+mn-ea"/>
                <a:cs typeface="+mn-cs"/>
              </a:rPr>
              <a:t>securityContext.privileged</a:t>
            </a:r>
            <a:r>
              <a:rPr lang="en-US" sz="1200" kern="1200">
                <a:solidFill>
                  <a:schemeClr val="tx1"/>
                </a:solidFill>
                <a:latin typeface="+mn-lt"/>
                <a:ea typeface="+mn-ea"/>
                <a:cs typeface="+mn-cs"/>
              </a:rPr>
              <a:t> == true</a:t>
            </a:r>
          </a:p>
          <a:p>
            <a:r>
              <a:rPr lang="en-US" sz="1200" kern="1200">
                <a:solidFill>
                  <a:schemeClr val="tx1"/>
                </a:solidFill>
                <a:latin typeface="+mn-lt"/>
                <a:ea typeface="+mn-ea"/>
                <a:cs typeface="+mn-cs"/>
              </a:rPr>
              <a:t>}</a:t>
            </a:r>
          </a:p>
          <a:p>
            <a:r>
              <a:rPr lang="en-US"/>
              <a:t>Result:</a:t>
            </a:r>
            <a:br>
              <a:rPr lang="en-US"/>
            </a:br>
            <a:r>
              <a:rPr lang="en-US"/>
              <a:t>If someone tries to deploy a privileged pod → rejected.</a:t>
            </a:r>
          </a:p>
          <a:p>
            <a:br>
              <a:rPr lang="en-US"/>
            </a:br>
            <a:endParaRPr lang="en-US"/>
          </a:p>
          <a:p>
            <a:r>
              <a:rPr lang="en-US" b="1"/>
              <a:t>🏷 Require Labels</a:t>
            </a:r>
          </a:p>
          <a:p>
            <a:r>
              <a:rPr lang="en-US"/>
              <a:t>Enforce:</a:t>
            </a:r>
          </a:p>
          <a:p>
            <a:r>
              <a:rPr lang="en-US"/>
              <a:t>All resources must have </a:t>
            </a:r>
            <a:r>
              <a:rPr lang="en-US" sz="1200" kern="1200">
                <a:solidFill>
                  <a:schemeClr val="tx1"/>
                </a:solidFill>
                <a:latin typeface="+mn-lt"/>
                <a:ea typeface="+mn-ea"/>
                <a:cs typeface="+mn-cs"/>
              </a:rPr>
              <a:t>owner</a:t>
            </a:r>
            <a:endParaRPr lang="en-US"/>
          </a:p>
          <a:p>
            <a:r>
              <a:rPr lang="en-US"/>
              <a:t>Must have </a:t>
            </a:r>
            <a:r>
              <a:rPr lang="en-US" sz="1200" kern="1200">
                <a:solidFill>
                  <a:schemeClr val="tx1"/>
                </a:solidFill>
                <a:latin typeface="+mn-lt"/>
                <a:ea typeface="+mn-ea"/>
                <a:cs typeface="+mn-cs"/>
              </a:rPr>
              <a:t>environment</a:t>
            </a:r>
            <a:endParaRPr lang="en-US"/>
          </a:p>
          <a:p>
            <a:r>
              <a:rPr lang="en-US"/>
              <a:t>Must follow naming conventions</a:t>
            </a:r>
          </a:p>
          <a:p>
            <a:br>
              <a:rPr lang="en-US"/>
            </a:br>
            <a:endParaRPr lang="en-US"/>
          </a:p>
          <a:p>
            <a:r>
              <a:rPr lang="en-US" b="1"/>
              <a:t>🔐 Enforce Security Standards</a:t>
            </a:r>
          </a:p>
          <a:p>
            <a:r>
              <a:rPr lang="en-US"/>
              <a:t>Prevent </a:t>
            </a:r>
            <a:r>
              <a:rPr lang="en-US" err="1"/>
              <a:t>hostPath</a:t>
            </a:r>
            <a:r>
              <a:rPr lang="en-US"/>
              <a:t> mounts</a:t>
            </a:r>
          </a:p>
          <a:p>
            <a:r>
              <a:rPr lang="en-US"/>
              <a:t>Disallow </a:t>
            </a:r>
            <a:r>
              <a:rPr lang="en-US" sz="1200" kern="1200">
                <a:solidFill>
                  <a:schemeClr val="tx1"/>
                </a:solidFill>
                <a:latin typeface="+mn-lt"/>
                <a:ea typeface="+mn-ea"/>
                <a:cs typeface="+mn-cs"/>
              </a:rPr>
              <a:t>latest</a:t>
            </a:r>
            <a:r>
              <a:rPr lang="en-US"/>
              <a:t> tag</a:t>
            </a:r>
          </a:p>
          <a:p>
            <a:r>
              <a:rPr lang="en-US"/>
              <a:t>Require resource limits</a:t>
            </a:r>
          </a:p>
          <a:p>
            <a:r>
              <a:rPr lang="en-US"/>
              <a:t>Enforce Pod Security Standards</a:t>
            </a:r>
          </a:p>
          <a:p>
            <a:br>
              <a:rPr lang="en-US"/>
            </a:br>
            <a:endParaRPr lang="en-US"/>
          </a:p>
          <a:p>
            <a:r>
              <a:rPr lang="en-US" b="1"/>
              <a:t>🏢 In Enterprise / AKS Context</a:t>
            </a:r>
          </a:p>
          <a:p>
            <a:r>
              <a:rPr lang="en-US"/>
              <a:t>Since you work heavily with AKS and governance:</a:t>
            </a:r>
          </a:p>
          <a:p>
            <a:r>
              <a:rPr lang="en-US"/>
              <a:t>Gatekeeper is commonly used for:</a:t>
            </a:r>
          </a:p>
          <a:p>
            <a:r>
              <a:rPr lang="en-US"/>
              <a:t>Azure policy integration</a:t>
            </a:r>
          </a:p>
          <a:p>
            <a:r>
              <a:rPr lang="en-US"/>
              <a:t>Enterprise governance</a:t>
            </a:r>
          </a:p>
          <a:p>
            <a:r>
              <a:rPr lang="en-US"/>
              <a:t>Multi-team cluster control</a:t>
            </a:r>
          </a:p>
          <a:p>
            <a:r>
              <a:rPr lang="en-US"/>
              <a:t>Regulated environments (finance, healthcare)</a:t>
            </a:r>
          </a:p>
          <a:p>
            <a:r>
              <a:rPr lang="en-US"/>
              <a:t>In AKS specifically, Azure Policy for Kubernetes integrates with Gatekeeper under the hood.</a:t>
            </a:r>
          </a:p>
          <a:p>
            <a:br>
              <a:rPr lang="en-US"/>
            </a:br>
            <a:endParaRPr lang="en-US"/>
          </a:p>
          <a:p>
            <a:r>
              <a:rPr lang="en-US" b="1"/>
              <a:t>🔄 Gatekeeper vs Alternatives</a:t>
            </a:r>
          </a:p>
          <a:p>
            <a:r>
              <a:rPr lang="en-US" err="1"/>
              <a:t>ToolPurposeGatekeeperOPA</a:t>
            </a:r>
            <a:r>
              <a:rPr lang="en-US"/>
              <a:t>-based policy </a:t>
            </a:r>
            <a:r>
              <a:rPr lang="en-US" err="1"/>
              <a:t>enforcementKyvernoNative</a:t>
            </a:r>
            <a:r>
              <a:rPr lang="en-US"/>
              <a:t> Kubernetes policy engine (no Rego)Pod Security AdmissionBuilt-in basic pod security</a:t>
            </a:r>
          </a:p>
          <a:p>
            <a:br>
              <a:rPr lang="en-US"/>
            </a:br>
            <a:endParaRPr lang="en-US"/>
          </a:p>
          <a:p>
            <a:r>
              <a:rPr lang="en-US" b="1"/>
              <a:t>🧩 In One Sentence</a:t>
            </a:r>
          </a:p>
          <a:p>
            <a:r>
              <a:rPr lang="en-US"/>
              <a:t>Gatekeeper is a Kubernetes admission controller that enforces custom policies using Open Policy Agent before resources are admitted into the cluster.</a:t>
            </a:r>
          </a:p>
          <a:p>
            <a:br>
              <a:rPr lang="en-US"/>
            </a:br>
            <a:endParaRPr lang="en-US"/>
          </a:p>
          <a:p>
            <a:r>
              <a:rPr lang="en-US"/>
              <a:t>If you’d like, I can also:</a:t>
            </a:r>
          </a:p>
          <a:p>
            <a:r>
              <a:rPr lang="en-US"/>
              <a:t>Show a minimal AKS + Gatekeeper setup</a:t>
            </a:r>
          </a:p>
          <a:p>
            <a:r>
              <a:rPr lang="en-US"/>
              <a:t>Compare Gatekeeper vs </a:t>
            </a:r>
            <a:r>
              <a:rPr lang="en-US" err="1"/>
              <a:t>Kyverno</a:t>
            </a:r>
            <a:r>
              <a:rPr lang="en-US"/>
              <a:t> deeply</a:t>
            </a:r>
          </a:p>
          <a:p>
            <a:r>
              <a:rPr lang="en-US"/>
              <a:t>Or show how Azure Policy uses Gatekeeper internally</a:t>
            </a:r>
          </a:p>
          <a:p>
            <a:endParaRPr lang="en-US"/>
          </a:p>
        </p:txBody>
      </p:sp>
      <p:sp>
        <p:nvSpPr>
          <p:cNvPr id="4" name="Slide Number Placeholder 3">
            <a:extLst>
              <a:ext uri="{FF2B5EF4-FFF2-40B4-BE49-F238E27FC236}">
                <a16:creationId xmlns:a16="http://schemas.microsoft.com/office/drawing/2014/main" id="{93C2C0BA-CD97-4744-43A0-3E3F31B60BD2}"/>
              </a:ext>
            </a:extLst>
          </p:cNvPr>
          <p:cNvSpPr>
            <a:spLocks noGrp="1"/>
          </p:cNvSpPr>
          <p:nvPr>
            <p:ph type="sldNum" sz="quarter" idx="5"/>
          </p:nvPr>
        </p:nvSpPr>
        <p:spPr/>
        <p:txBody>
          <a:bodyPr/>
          <a:lstStyle/>
          <a:p>
            <a:fld id="{08A7B8A6-DC2C-4E66-899B-3FF6576B90A7}" type="slidenum">
              <a:rPr lang="en-US" smtClean="0"/>
              <a:t>172</a:t>
            </a:fld>
            <a:endParaRPr lang="en-US"/>
          </a:p>
        </p:txBody>
      </p:sp>
    </p:spTree>
    <p:extLst>
      <p:ext uri="{BB962C8B-B14F-4D97-AF65-F5344CB8AC3E}">
        <p14:creationId xmlns:p14="http://schemas.microsoft.com/office/powerpoint/2010/main" val="249162815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E44C-EB42-FB04-FC0D-210227D83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F698C-3459-EB51-FCC2-996C7DD60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2A787-407D-EA98-18D8-57E4D80BE41F}"/>
              </a:ext>
            </a:extLst>
          </p:cNvPr>
          <p:cNvSpPr>
            <a:spLocks noGrp="1"/>
          </p:cNvSpPr>
          <p:nvPr>
            <p:ph type="body" idx="1"/>
          </p:nvPr>
        </p:nvSpPr>
        <p:spPr/>
        <p:txBody>
          <a:bodyPr/>
          <a:lstStyle/>
          <a:p>
            <a:r>
              <a:rPr lang="en-US"/>
              <a:t>https://learn.microsoft.com/en-us/azure/aks/image-integrity?tabs=azure-cli </a:t>
            </a:r>
          </a:p>
          <a:p>
            <a:endParaRPr lang="en-US"/>
          </a:p>
          <a:p>
            <a:r>
              <a:rPr lang="en-US" sz="1200" b="0" i="0" kern="1200">
                <a:solidFill>
                  <a:schemeClr val="tx1"/>
                </a:solidFill>
                <a:effectLst/>
                <a:latin typeface="+mn-lt"/>
                <a:ea typeface="+mn-ea"/>
                <a:cs typeface="+mn-cs"/>
              </a:rPr>
              <a:t>Image Integrity uses Ratify, Azure Policy, and Gatekeeper to validate signed images before deploying them to your AKS clusters. Enabling Image Integrity on your cluster deploys a Ratify pod. </a:t>
            </a:r>
          </a:p>
          <a:p>
            <a:r>
              <a:rPr lang="en-US" sz="1200" b="0" i="0" kern="1200">
                <a:solidFill>
                  <a:schemeClr val="tx1"/>
                </a:solidFill>
                <a:effectLst/>
                <a:latin typeface="+mn-lt"/>
                <a:ea typeface="+mn-ea"/>
                <a:cs typeface="+mn-cs"/>
              </a:rPr>
              <a:t>This Ratify pod performs the following tasks:</a:t>
            </a:r>
          </a:p>
          <a:p>
            <a:r>
              <a:rPr lang="en-US" sz="1200" b="0" i="0" kern="1200">
                <a:solidFill>
                  <a:schemeClr val="tx1"/>
                </a:solidFill>
                <a:effectLst/>
                <a:latin typeface="+mn-lt"/>
                <a:ea typeface="+mn-ea"/>
                <a:cs typeface="+mn-cs"/>
              </a:rPr>
              <a:t>1. Reconciles certificates from Azure Key Vault per the configuration you set up through Ratify CRDs.</a:t>
            </a:r>
          </a:p>
          <a:p>
            <a:r>
              <a:rPr lang="en-US" sz="1200" b="0" i="0" kern="1200">
                <a:solidFill>
                  <a:schemeClr val="tx1"/>
                </a:solidFill>
                <a:effectLst/>
                <a:latin typeface="+mn-lt"/>
                <a:ea typeface="+mn-ea"/>
                <a:cs typeface="+mn-cs"/>
              </a:rPr>
              <a:t>2. Accesses images stored in ACR when validation requests come from </a:t>
            </a:r>
            <a:r>
              <a:rPr lang="en-US" sz="1200" b="0" i="0" u="none" strike="noStrike" kern="1200">
                <a:solidFill>
                  <a:schemeClr val="tx1"/>
                </a:solidFill>
                <a:effectLst/>
                <a:latin typeface="+mn-lt"/>
                <a:ea typeface="+mn-ea"/>
                <a:cs typeface="+mn-cs"/>
                <a:hlinkClick r:id="rId3"/>
              </a:rPr>
              <a:t>Azure Policy</a:t>
            </a:r>
            <a:r>
              <a:rPr lang="en-US" sz="1200" b="0" i="0" kern="1200">
                <a:solidFill>
                  <a:schemeClr val="tx1"/>
                </a:solidFill>
                <a:effectLst/>
                <a:latin typeface="+mn-lt"/>
                <a:ea typeface="+mn-ea"/>
                <a:cs typeface="+mn-cs"/>
              </a:rPr>
              <a:t>. To enable this experience, Azure Policy extends Gatekeeper, an admission controller webhook for </a:t>
            </a:r>
            <a:r>
              <a:rPr lang="en-US" sz="1200" b="0" i="0" u="none" strike="noStrike" kern="1200">
                <a:solidFill>
                  <a:schemeClr val="tx1"/>
                </a:solidFill>
                <a:effectLst/>
                <a:latin typeface="+mn-lt"/>
                <a:ea typeface="+mn-ea"/>
                <a:cs typeface="+mn-cs"/>
                <a:hlinkClick r:id="rId4"/>
              </a:rPr>
              <a:t>Open Policy Agent (OPA)</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3. Determines whether the target image is signed with a trusted cert and therefore considered as </a:t>
            </a:r>
            <a:r>
              <a:rPr lang="en-US" sz="1200" b="0" i="1" kern="1200">
                <a:solidFill>
                  <a:schemeClr val="tx1"/>
                </a:solidFill>
                <a:effectLst/>
                <a:latin typeface="+mn-lt"/>
                <a:ea typeface="+mn-ea"/>
                <a:cs typeface="+mn-cs"/>
              </a:rPr>
              <a:t>trusted</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4. </a:t>
            </a:r>
            <a:r>
              <a:rPr lang="en-US" sz="1200" b="0" i="0" kern="1200" err="1">
                <a:solidFill>
                  <a:schemeClr val="tx1"/>
                </a:solidFill>
                <a:effectLst/>
                <a:latin typeface="+mn-lt"/>
                <a:ea typeface="+mn-ea"/>
                <a:cs typeface="+mn-cs"/>
              </a:rPr>
              <a:t>AzurePolicy</a:t>
            </a:r>
            <a:r>
              <a:rPr lang="en-US" sz="1200" b="0" i="0" kern="1200">
                <a:solidFill>
                  <a:schemeClr val="tx1"/>
                </a:solidFill>
                <a:effectLst/>
                <a:latin typeface="+mn-lt"/>
                <a:ea typeface="+mn-ea"/>
                <a:cs typeface="+mn-cs"/>
              </a:rPr>
              <a:t> and Gatekeeper consume the validation results as the compliance state to decide whether to allow the deployment request.</a:t>
            </a:r>
          </a:p>
          <a:p>
            <a:endParaRPr lang="en-US"/>
          </a:p>
          <a:p>
            <a:endParaRPr lang="en-US"/>
          </a:p>
          <a:p>
            <a:r>
              <a:rPr lang="en-US"/>
              <a:t>If you mean </a:t>
            </a:r>
            <a:r>
              <a:rPr lang="en-US" b="1"/>
              <a:t>AKS’s built-in “</a:t>
            </a:r>
            <a:r>
              <a:rPr lang="en-US" b="1" err="1"/>
              <a:t>ImageIntegrity</a:t>
            </a:r>
            <a:r>
              <a:rPr lang="en-US" b="1"/>
              <a:t>” add-on</a:t>
            </a:r>
            <a:r>
              <a:rPr lang="en-US"/>
              <a:t> (the thing that deploys a Ratify pod and wires into Azure Policy/Gatekeeper), then </a:t>
            </a:r>
            <a:r>
              <a:rPr lang="en-US" b="1"/>
              <a:t>no — you should not use that specific feature for production ACR registries or production workloads right now</a:t>
            </a:r>
            <a:r>
              <a:rPr lang="en-US"/>
              <a:t>, because Microsoft documents it as </a:t>
            </a:r>
            <a:r>
              <a:rPr lang="en-US" b="1"/>
              <a:t>Preview</a:t>
            </a:r>
            <a:r>
              <a:rPr lang="en-US"/>
              <a:t> and explicitly says you </a:t>
            </a:r>
            <a:r>
              <a:rPr lang="en-US" b="1"/>
              <a:t>shouldn’t use it for production ACR registries or workloads</a:t>
            </a:r>
            <a:r>
              <a:rPr lang="en-US"/>
              <a:t>. (</a:t>
            </a:r>
            <a:r>
              <a:rPr lang="en-US">
                <a:hlinkClick r:id="rId5" tooltip="Use Image Integrity to validate signed images before deploying them to your Azure Kubernetes Service (AKS) clusters (Preview) - Azure Kubernetes Service | Microsoft Learn"/>
              </a:rPr>
              <a:t>Microsoft Learn</a:t>
            </a:r>
            <a:r>
              <a:rPr lang="en-US"/>
              <a:t>)</a:t>
            </a:r>
          </a:p>
          <a:p>
            <a:r>
              <a:rPr lang="en-US" b="1"/>
              <a:t>What </a:t>
            </a:r>
            <a:r>
              <a:rPr lang="en-US" b="1" i="1"/>
              <a:t>is</a:t>
            </a:r>
            <a:r>
              <a:rPr lang="en-US" b="1"/>
              <a:t> safe for production?</a:t>
            </a:r>
          </a:p>
          <a:p>
            <a:r>
              <a:rPr lang="en-US" b="1"/>
              <a:t>✅ Production-safe pattern: Ratify (as a normal Kubernetes component) + policy enforcement</a:t>
            </a:r>
          </a:p>
          <a:p>
            <a:r>
              <a:rPr lang="en-US"/>
              <a:t>Microsoft has guidance for </a:t>
            </a:r>
            <a:r>
              <a:rPr lang="en-US" b="1"/>
              <a:t>validating container image signatures with Ratify + Azure Policy</a:t>
            </a:r>
            <a:r>
              <a:rPr lang="en-US"/>
              <a:t>, where you install Ratify (e.g., Helm) and then use Azure Policy with either </a:t>
            </a:r>
            <a:r>
              <a:rPr lang="en-US" b="1"/>
              <a:t>Audit</a:t>
            </a:r>
            <a:r>
              <a:rPr lang="en-US"/>
              <a:t> or </a:t>
            </a:r>
            <a:r>
              <a:rPr lang="en-US" b="1"/>
              <a:t>Deny</a:t>
            </a:r>
            <a:r>
              <a:rPr lang="en-US"/>
              <a:t> effects. That approach is described as a “secure supply chain” scenario and supports a real enforcement mode (Deny) for blocking unsigned/untrusted images. (</a:t>
            </a:r>
            <a:r>
              <a:rPr lang="en-US">
                <a:hlinkClick r:id="rId6" tooltip="Securing AKS workloads: Validating container image signatures with Ratify and Azure Policy | Microsoft Learn"/>
              </a:rPr>
              <a:t>Microsoft Learn</a:t>
            </a:r>
            <a:r>
              <a:rPr lang="en-US"/>
              <a:t>)</a:t>
            </a:r>
          </a:p>
          <a:p>
            <a:r>
              <a:rPr lang="en-US"/>
              <a:t>So the practical answer is:</a:t>
            </a:r>
          </a:p>
          <a:p>
            <a:r>
              <a:rPr lang="en-US" b="1"/>
              <a:t>Don’t use the AKS “</a:t>
            </a:r>
            <a:r>
              <a:rPr lang="en-US" b="1" err="1"/>
              <a:t>ImageIntegrity</a:t>
            </a:r>
            <a:r>
              <a:rPr lang="en-US" b="1"/>
              <a:t>” add-on (Preview) for production.</a:t>
            </a:r>
            <a:r>
              <a:rPr lang="en-US"/>
              <a:t> (</a:t>
            </a:r>
            <a:r>
              <a:rPr lang="en-US">
                <a:hlinkClick r:id="rId5" tooltip="Use Image Integrity to validate signed images before deploying them to your Azure Kubernetes Service (AKS) clusters (Preview) - Azure Kubernetes Service | Microsoft Learn"/>
              </a:rPr>
              <a:t>Microsoft Learn</a:t>
            </a:r>
            <a:r>
              <a:rPr lang="en-US"/>
              <a:t>)</a:t>
            </a:r>
          </a:p>
          <a:p>
            <a:r>
              <a:rPr lang="en-US" b="1"/>
              <a:t>Do use image signing + signature verification in production</a:t>
            </a:r>
            <a:r>
              <a:rPr lang="en-US"/>
              <a:t>, but implement it using the </a:t>
            </a:r>
            <a:r>
              <a:rPr lang="en-US" b="1"/>
              <a:t>supported supply-chain approach</a:t>
            </a:r>
            <a:r>
              <a:rPr lang="en-US"/>
              <a:t> (Ratify + Notation + Azure Policy / Gatekeeper), starting in </a:t>
            </a:r>
            <a:r>
              <a:rPr lang="en-US" b="1"/>
              <a:t>Audit</a:t>
            </a:r>
            <a:r>
              <a:rPr lang="en-US"/>
              <a:t> and graduating to </a:t>
            </a:r>
            <a:r>
              <a:rPr lang="en-US" b="1"/>
              <a:t>Deny</a:t>
            </a:r>
            <a:r>
              <a:rPr lang="en-US"/>
              <a:t> once you’re confident. (</a:t>
            </a:r>
            <a:r>
              <a:rPr lang="en-US">
                <a:hlinkClick r:id="rId6" tooltip="Securing AKS workloads: Validating container image signatures with Ratify and Azure Policy | Microsoft Learn"/>
              </a:rPr>
              <a:t>Microsoft Learn</a:t>
            </a:r>
            <a:r>
              <a:rPr lang="en-US"/>
              <a:t>)</a:t>
            </a:r>
          </a:p>
          <a:p>
            <a:r>
              <a:rPr lang="en-US" b="1"/>
              <a:t>Why Microsoft says “don’t use </a:t>
            </a:r>
            <a:r>
              <a:rPr lang="en-US" b="1" err="1"/>
              <a:t>ImageIntegrity</a:t>
            </a:r>
            <a:r>
              <a:rPr lang="en-US" b="1"/>
              <a:t> preview” in prod</a:t>
            </a:r>
          </a:p>
          <a:p>
            <a:r>
              <a:rPr lang="en-US"/>
              <a:t>The AKS </a:t>
            </a:r>
            <a:r>
              <a:rPr lang="en-US" err="1"/>
              <a:t>ImageIntegrity</a:t>
            </a:r>
            <a:r>
              <a:rPr lang="en-US"/>
              <a:t> doc lists concrete limitations, including:</a:t>
            </a:r>
          </a:p>
          <a:p>
            <a:r>
              <a:rPr lang="en-US"/>
              <a:t>It’s </a:t>
            </a:r>
            <a:r>
              <a:rPr lang="en-US" b="1"/>
              <a:t>Preview</a:t>
            </a:r>
            <a:endParaRPr lang="en-US"/>
          </a:p>
          <a:p>
            <a:r>
              <a:rPr lang="en-US" b="1"/>
              <a:t>Audit is the only supported verification policy effect</a:t>
            </a:r>
            <a:r>
              <a:rPr lang="en-US"/>
              <a:t> (in that add-on experience)</a:t>
            </a:r>
          </a:p>
          <a:p>
            <a:r>
              <a:rPr lang="en-US"/>
              <a:t>Other limits like max signature count and verifier constraints (</a:t>
            </a:r>
            <a:r>
              <a:rPr lang="en-US">
                <a:hlinkClick r:id="rId5" tooltip="Use Image Integrity to validate signed images before deploying them to your Azure Kubernetes Service (AKS) clusters (Preview) - Azure Kubernetes Service | Microsoft Learn"/>
              </a:rPr>
              <a:t>Microsoft Learn</a:t>
            </a:r>
            <a:r>
              <a:rPr lang="en-US"/>
              <a:t>)</a:t>
            </a:r>
          </a:p>
          <a:p>
            <a:r>
              <a:rPr lang="en-US"/>
              <a:t>That combination is usually why it’s positioned as </a:t>
            </a:r>
            <a:r>
              <a:rPr lang="en-US" b="1"/>
              <a:t>non-production</a:t>
            </a:r>
            <a:r>
              <a:rPr lang="en-US"/>
              <a:t> today.</a:t>
            </a:r>
          </a:p>
          <a:p>
            <a:r>
              <a:rPr lang="en-US" b="1"/>
              <a:t>Recommended rollout approach (what teams actually do)</a:t>
            </a:r>
          </a:p>
          <a:p>
            <a:r>
              <a:rPr lang="en-US" b="1"/>
              <a:t>Sign images</a:t>
            </a:r>
            <a:r>
              <a:rPr lang="en-US"/>
              <a:t> (Notation + Key Vault / Trusted Signing) as part of CI/CD. (</a:t>
            </a:r>
            <a:r>
              <a:rPr lang="en-US">
                <a:hlinkClick r:id="rId6" tooltip="Securing AKS workloads: Validating container image signatures with Ratify and Azure Policy | Microsoft Learn"/>
              </a:rPr>
              <a:t>Microsoft Learn</a:t>
            </a:r>
            <a:r>
              <a:rPr lang="en-US"/>
              <a:t>)</a:t>
            </a:r>
          </a:p>
          <a:p>
            <a:r>
              <a:rPr lang="en-US" b="1"/>
              <a:t>Deploy Ratify + Gatekeeper</a:t>
            </a:r>
            <a:r>
              <a:rPr lang="en-US"/>
              <a:t> to the cluster (or your platform baseline). (</a:t>
            </a:r>
            <a:r>
              <a:rPr lang="en-US" err="1">
                <a:hlinkClick r:id="rId7" tooltip="Ratify on Azure | A cloud-native verification engine"/>
              </a:rPr>
              <a:t>ratify.dev</a:t>
            </a:r>
            <a:r>
              <a:rPr lang="en-US"/>
              <a:t>)</a:t>
            </a:r>
          </a:p>
          <a:p>
            <a:r>
              <a:rPr lang="en-US"/>
              <a:t>Start with </a:t>
            </a:r>
            <a:r>
              <a:rPr lang="en-US" b="1"/>
              <a:t>Audit</a:t>
            </a:r>
            <a:r>
              <a:rPr lang="en-US"/>
              <a:t> for a while (observe what would break). (</a:t>
            </a:r>
            <a:r>
              <a:rPr lang="en-US">
                <a:hlinkClick r:id="rId6" tooltip="Securing AKS workloads: Validating container image signatures with Ratify and Azure Policy | Microsoft Learn"/>
              </a:rPr>
              <a:t>Microsoft Learn</a:t>
            </a:r>
            <a:r>
              <a:rPr lang="en-US"/>
              <a:t>)</a:t>
            </a:r>
          </a:p>
          <a:p>
            <a:r>
              <a:rPr lang="en-US"/>
              <a:t>Move to </a:t>
            </a:r>
            <a:r>
              <a:rPr lang="en-US" b="1"/>
              <a:t>Deny</a:t>
            </a:r>
            <a:r>
              <a:rPr lang="en-US"/>
              <a:t> for key namespaces/workloads once clean. (</a:t>
            </a:r>
            <a:r>
              <a:rPr lang="en-US">
                <a:hlinkClick r:id="rId6" tooltip="Securing AKS workloads: Validating container image signatures with Ratify and Azure Policy | Microsoft Learn"/>
              </a:rPr>
              <a:t>Microsoft Learn</a:t>
            </a:r>
            <a:r>
              <a:rPr lang="en-US"/>
              <a:t>)</a:t>
            </a:r>
          </a:p>
          <a:p>
            <a:r>
              <a:rPr lang="en-US"/>
              <a:t>If you tell me whether your enforcement target is </a:t>
            </a:r>
            <a:r>
              <a:rPr lang="en-US" b="1"/>
              <a:t>AKS (admission-time)</a:t>
            </a:r>
            <a:r>
              <a:rPr lang="en-US"/>
              <a:t> or </a:t>
            </a:r>
            <a:r>
              <a:rPr lang="en-US" b="1"/>
              <a:t>ACR (registry governance)</a:t>
            </a:r>
            <a:r>
              <a:rPr lang="en-US"/>
              <a:t> and whether you’re using </a:t>
            </a:r>
            <a:r>
              <a:rPr lang="en-US" b="1"/>
              <a:t>Notation/Notary v2</a:t>
            </a:r>
            <a:r>
              <a:rPr lang="en-US"/>
              <a:t>, I can outline the exact production architecture (including identity, AKV/Trusted Signing, and policy scoping) in a few concrete steps.</a:t>
            </a:r>
          </a:p>
          <a:p>
            <a:endParaRPr lang="en-US"/>
          </a:p>
        </p:txBody>
      </p:sp>
      <p:sp>
        <p:nvSpPr>
          <p:cNvPr id="4" name="Slide Number Placeholder 3">
            <a:extLst>
              <a:ext uri="{FF2B5EF4-FFF2-40B4-BE49-F238E27FC236}">
                <a16:creationId xmlns:a16="http://schemas.microsoft.com/office/drawing/2014/main" id="{34663AA1-49A7-AA4B-79C2-9280FC9F2C46}"/>
              </a:ext>
            </a:extLst>
          </p:cNvPr>
          <p:cNvSpPr>
            <a:spLocks noGrp="1"/>
          </p:cNvSpPr>
          <p:nvPr>
            <p:ph type="sldNum" sz="quarter" idx="5"/>
          </p:nvPr>
        </p:nvSpPr>
        <p:spPr/>
        <p:txBody>
          <a:bodyPr/>
          <a:lstStyle/>
          <a:p>
            <a:fld id="{08A7B8A6-DC2C-4E66-899B-3FF6576B90A7}" type="slidenum">
              <a:rPr lang="en-US" smtClean="0"/>
              <a:t>173</a:t>
            </a:fld>
            <a:endParaRPr lang="en-US"/>
          </a:p>
        </p:txBody>
      </p:sp>
    </p:spTree>
    <p:extLst>
      <p:ext uri="{BB962C8B-B14F-4D97-AF65-F5344CB8AC3E}">
        <p14:creationId xmlns:p14="http://schemas.microsoft.com/office/powerpoint/2010/main" val="87849581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5E676-6A26-67BD-7BBD-4BDB57FEE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30BE3-FF98-42A9-9A91-10CDD9EE2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02F0C-BBC7-2678-A417-87B1F134FE51}"/>
              </a:ext>
            </a:extLst>
          </p:cNvPr>
          <p:cNvSpPr>
            <a:spLocks noGrp="1"/>
          </p:cNvSpPr>
          <p:nvPr>
            <p:ph type="body" idx="1"/>
          </p:nvPr>
        </p:nvSpPr>
        <p:spPr/>
        <p:txBody>
          <a:bodyPr/>
          <a:lstStyle/>
          <a:p>
            <a:r>
              <a:rPr lang="en-US"/>
              <a:t>https://learn.microsoft.com/en-us/azure/aks/image-integrity?tabs=azure-cli </a:t>
            </a:r>
          </a:p>
          <a:p>
            <a:endParaRPr lang="en-US"/>
          </a:p>
          <a:p>
            <a:endParaRPr lang="en-US"/>
          </a:p>
          <a:p>
            <a:r>
              <a:rPr lang="en-US"/>
              <a:t>If you mean </a:t>
            </a:r>
            <a:r>
              <a:rPr lang="en-US" b="1"/>
              <a:t>AKS’s built-in “</a:t>
            </a:r>
            <a:r>
              <a:rPr lang="en-US" b="1" err="1"/>
              <a:t>ImageIntegrity</a:t>
            </a:r>
            <a:r>
              <a:rPr lang="en-US" b="1"/>
              <a:t>” add-on</a:t>
            </a:r>
            <a:r>
              <a:rPr lang="en-US"/>
              <a:t> (the thing that deploys a Ratify pod and wires into Azure Policy/Gatekeeper), then </a:t>
            </a:r>
            <a:r>
              <a:rPr lang="en-US" b="1"/>
              <a:t>no — you should not use that specific feature for production ACR registries or production workloads right now</a:t>
            </a:r>
            <a:r>
              <a:rPr lang="en-US"/>
              <a:t>, because Microsoft documents it as </a:t>
            </a:r>
            <a:r>
              <a:rPr lang="en-US" b="1"/>
              <a:t>Preview</a:t>
            </a:r>
            <a:r>
              <a:rPr lang="en-US"/>
              <a:t> and explicitly says you </a:t>
            </a:r>
            <a:r>
              <a:rPr lang="en-US" b="1"/>
              <a:t>shouldn’t use it for production ACR registries or workloads</a:t>
            </a:r>
            <a:r>
              <a:rPr lang="en-US"/>
              <a:t>. (</a:t>
            </a:r>
            <a:r>
              <a:rPr lang="en-US">
                <a:hlinkClick r:id="rId3" tooltip="Use Image Integrity to validate signed images before deploying them to your Azure Kubernetes Service (AKS) clusters (Preview) - Azure Kubernetes Service | Microsoft Learn"/>
              </a:rPr>
              <a:t>Microsoft Learn</a:t>
            </a:r>
            <a:r>
              <a:rPr lang="en-US"/>
              <a:t>)</a:t>
            </a:r>
          </a:p>
          <a:p>
            <a:r>
              <a:rPr lang="en-US" b="1"/>
              <a:t>What </a:t>
            </a:r>
            <a:r>
              <a:rPr lang="en-US" b="1" i="1"/>
              <a:t>is</a:t>
            </a:r>
            <a:r>
              <a:rPr lang="en-US" b="1"/>
              <a:t> safe for production?</a:t>
            </a:r>
          </a:p>
          <a:p>
            <a:r>
              <a:rPr lang="en-US" b="1"/>
              <a:t>✅ Production-safe pattern: Ratify (as a normal Kubernetes component) + policy enforcement</a:t>
            </a:r>
          </a:p>
          <a:p>
            <a:r>
              <a:rPr lang="en-US"/>
              <a:t>Microsoft has guidance for </a:t>
            </a:r>
            <a:r>
              <a:rPr lang="en-US" b="1"/>
              <a:t>validating container image signatures with Ratify + Azure Policy</a:t>
            </a:r>
            <a:r>
              <a:rPr lang="en-US"/>
              <a:t>, where you install Ratify (e.g., Helm) and then use Azure Policy with either </a:t>
            </a:r>
            <a:r>
              <a:rPr lang="en-US" b="1"/>
              <a:t>Audit</a:t>
            </a:r>
            <a:r>
              <a:rPr lang="en-US"/>
              <a:t> or </a:t>
            </a:r>
            <a:r>
              <a:rPr lang="en-US" b="1"/>
              <a:t>Deny</a:t>
            </a:r>
            <a:r>
              <a:rPr lang="en-US"/>
              <a:t> effects. That approach is described as a “secure supply chain” scenario and supports a real enforcement mode (Deny) for blocking unsigned/untrusted images. (</a:t>
            </a:r>
            <a:r>
              <a:rPr lang="en-US">
                <a:hlinkClick r:id="rId4" tooltip="Securing AKS workloads: Validating container image signatures with Ratify and Azure Policy | Microsoft Learn"/>
              </a:rPr>
              <a:t>Microsoft Learn</a:t>
            </a:r>
            <a:r>
              <a:rPr lang="en-US"/>
              <a:t>)</a:t>
            </a:r>
          </a:p>
          <a:p>
            <a:r>
              <a:rPr lang="en-US"/>
              <a:t>So the practical answer is:</a:t>
            </a:r>
          </a:p>
          <a:p>
            <a:r>
              <a:rPr lang="en-US" b="1"/>
              <a:t>Don’t use the AKS “</a:t>
            </a:r>
            <a:r>
              <a:rPr lang="en-US" b="1" err="1"/>
              <a:t>ImageIntegrity</a:t>
            </a:r>
            <a:r>
              <a:rPr lang="en-US" b="1"/>
              <a:t>” add-on (Preview) for production.</a:t>
            </a:r>
            <a:r>
              <a:rPr lang="en-US"/>
              <a:t> (</a:t>
            </a:r>
            <a:r>
              <a:rPr lang="en-US">
                <a:hlinkClick r:id="rId3" tooltip="Use Image Integrity to validate signed images before deploying them to your Azure Kubernetes Service (AKS) clusters (Preview) - Azure Kubernetes Service | Microsoft Learn"/>
              </a:rPr>
              <a:t>Microsoft Learn</a:t>
            </a:r>
            <a:r>
              <a:rPr lang="en-US"/>
              <a:t>)</a:t>
            </a:r>
          </a:p>
          <a:p>
            <a:r>
              <a:rPr lang="en-US" b="1"/>
              <a:t>Do use image signing + signature verification in production</a:t>
            </a:r>
            <a:r>
              <a:rPr lang="en-US"/>
              <a:t>, but implement it using the </a:t>
            </a:r>
            <a:r>
              <a:rPr lang="en-US" b="1"/>
              <a:t>supported supply-chain approach</a:t>
            </a:r>
            <a:r>
              <a:rPr lang="en-US"/>
              <a:t> (Ratify + Notation + Azure Policy / Gatekeeper), starting in </a:t>
            </a:r>
            <a:r>
              <a:rPr lang="en-US" b="1"/>
              <a:t>Audit</a:t>
            </a:r>
            <a:r>
              <a:rPr lang="en-US"/>
              <a:t> and graduating to </a:t>
            </a:r>
            <a:r>
              <a:rPr lang="en-US" b="1"/>
              <a:t>Deny</a:t>
            </a:r>
            <a:r>
              <a:rPr lang="en-US"/>
              <a:t> once you’re confident. (</a:t>
            </a:r>
            <a:r>
              <a:rPr lang="en-US">
                <a:hlinkClick r:id="rId4" tooltip="Securing AKS workloads: Validating container image signatures with Ratify and Azure Policy | Microsoft Learn"/>
              </a:rPr>
              <a:t>Microsoft Learn</a:t>
            </a:r>
            <a:r>
              <a:rPr lang="en-US"/>
              <a:t>)</a:t>
            </a:r>
          </a:p>
          <a:p>
            <a:r>
              <a:rPr lang="en-US" b="1"/>
              <a:t>Why Microsoft says “don’t use </a:t>
            </a:r>
            <a:r>
              <a:rPr lang="en-US" b="1" err="1"/>
              <a:t>ImageIntegrity</a:t>
            </a:r>
            <a:r>
              <a:rPr lang="en-US" b="1"/>
              <a:t> preview” in prod</a:t>
            </a:r>
          </a:p>
          <a:p>
            <a:r>
              <a:rPr lang="en-US"/>
              <a:t>The AKS </a:t>
            </a:r>
            <a:r>
              <a:rPr lang="en-US" err="1"/>
              <a:t>ImageIntegrity</a:t>
            </a:r>
            <a:r>
              <a:rPr lang="en-US"/>
              <a:t> doc lists concrete limitations, including:</a:t>
            </a:r>
          </a:p>
          <a:p>
            <a:r>
              <a:rPr lang="en-US"/>
              <a:t>It’s </a:t>
            </a:r>
            <a:r>
              <a:rPr lang="en-US" b="1"/>
              <a:t>Preview</a:t>
            </a:r>
            <a:endParaRPr lang="en-US"/>
          </a:p>
          <a:p>
            <a:r>
              <a:rPr lang="en-US" b="1"/>
              <a:t>Audit is the only supported verification policy effect</a:t>
            </a:r>
            <a:r>
              <a:rPr lang="en-US"/>
              <a:t> (in that add-on experience)</a:t>
            </a:r>
          </a:p>
          <a:p>
            <a:r>
              <a:rPr lang="en-US"/>
              <a:t>Other limits like max signature count and verifier constraints (</a:t>
            </a:r>
            <a:r>
              <a:rPr lang="en-US">
                <a:hlinkClick r:id="rId3" tooltip="Use Image Integrity to validate signed images before deploying them to your Azure Kubernetes Service (AKS) clusters (Preview) - Azure Kubernetes Service | Microsoft Learn"/>
              </a:rPr>
              <a:t>Microsoft Learn</a:t>
            </a:r>
            <a:r>
              <a:rPr lang="en-US"/>
              <a:t>)</a:t>
            </a:r>
          </a:p>
          <a:p>
            <a:r>
              <a:rPr lang="en-US"/>
              <a:t>That combination is usually why it’s positioned as </a:t>
            </a:r>
            <a:r>
              <a:rPr lang="en-US" b="1"/>
              <a:t>non-production</a:t>
            </a:r>
            <a:r>
              <a:rPr lang="en-US"/>
              <a:t> today.</a:t>
            </a:r>
          </a:p>
          <a:p>
            <a:r>
              <a:rPr lang="en-US" b="1"/>
              <a:t>Recommended rollout approach (what teams actually do)</a:t>
            </a:r>
          </a:p>
          <a:p>
            <a:r>
              <a:rPr lang="en-US" b="1"/>
              <a:t>Sign images</a:t>
            </a:r>
            <a:r>
              <a:rPr lang="en-US"/>
              <a:t> (Notation + Key Vault / Trusted Signing) as part of CI/CD. (</a:t>
            </a:r>
            <a:r>
              <a:rPr lang="en-US">
                <a:hlinkClick r:id="rId4" tooltip="Securing AKS workloads: Validating container image signatures with Ratify and Azure Policy | Microsoft Learn"/>
              </a:rPr>
              <a:t>Microsoft Learn</a:t>
            </a:r>
            <a:r>
              <a:rPr lang="en-US"/>
              <a:t>)</a:t>
            </a:r>
          </a:p>
          <a:p>
            <a:r>
              <a:rPr lang="en-US" b="1"/>
              <a:t>Deploy Ratify + Gatekeeper</a:t>
            </a:r>
            <a:r>
              <a:rPr lang="en-US"/>
              <a:t> to the cluster (or your platform baseline). (</a:t>
            </a:r>
            <a:r>
              <a:rPr lang="en-US" err="1">
                <a:hlinkClick r:id="rId5" tooltip="Ratify on Azure | A cloud-native verification engine"/>
              </a:rPr>
              <a:t>ratify.dev</a:t>
            </a:r>
            <a:r>
              <a:rPr lang="en-US"/>
              <a:t>)</a:t>
            </a:r>
          </a:p>
          <a:p>
            <a:r>
              <a:rPr lang="en-US"/>
              <a:t>Start with </a:t>
            </a:r>
            <a:r>
              <a:rPr lang="en-US" b="1"/>
              <a:t>Audit</a:t>
            </a:r>
            <a:r>
              <a:rPr lang="en-US"/>
              <a:t> for a while (observe what would break). (</a:t>
            </a:r>
            <a:r>
              <a:rPr lang="en-US">
                <a:hlinkClick r:id="rId4" tooltip="Securing AKS workloads: Validating container image signatures with Ratify and Azure Policy | Microsoft Learn"/>
              </a:rPr>
              <a:t>Microsoft Learn</a:t>
            </a:r>
            <a:r>
              <a:rPr lang="en-US"/>
              <a:t>)</a:t>
            </a:r>
          </a:p>
          <a:p>
            <a:r>
              <a:rPr lang="en-US"/>
              <a:t>Move to </a:t>
            </a:r>
            <a:r>
              <a:rPr lang="en-US" b="1"/>
              <a:t>Deny</a:t>
            </a:r>
            <a:r>
              <a:rPr lang="en-US"/>
              <a:t> for key namespaces/workloads once clean. (</a:t>
            </a:r>
            <a:r>
              <a:rPr lang="en-US">
                <a:hlinkClick r:id="rId4" tooltip="Securing AKS workloads: Validating container image signatures with Ratify and Azure Policy | Microsoft Learn"/>
              </a:rPr>
              <a:t>Microsoft Learn</a:t>
            </a:r>
            <a:r>
              <a:rPr lang="en-US"/>
              <a:t>)</a:t>
            </a:r>
          </a:p>
          <a:p>
            <a:r>
              <a:rPr lang="en-US"/>
              <a:t>If you tell me whether your enforcement target is </a:t>
            </a:r>
            <a:r>
              <a:rPr lang="en-US" b="1"/>
              <a:t>AKS (admission-time)</a:t>
            </a:r>
            <a:r>
              <a:rPr lang="en-US"/>
              <a:t> or </a:t>
            </a:r>
            <a:r>
              <a:rPr lang="en-US" b="1"/>
              <a:t>ACR (registry governance)</a:t>
            </a:r>
            <a:r>
              <a:rPr lang="en-US"/>
              <a:t> and whether you’re using </a:t>
            </a:r>
            <a:r>
              <a:rPr lang="en-US" b="1"/>
              <a:t>Notation/Notary v2</a:t>
            </a:r>
            <a:r>
              <a:rPr lang="en-US"/>
              <a:t>, I can outline the exact production architecture (including identity, AKV/Trusted Signing, and policy scoping) in a few concrete steps.</a:t>
            </a:r>
          </a:p>
          <a:p>
            <a:endParaRPr lang="en-US"/>
          </a:p>
        </p:txBody>
      </p:sp>
      <p:sp>
        <p:nvSpPr>
          <p:cNvPr id="4" name="Slide Number Placeholder 3">
            <a:extLst>
              <a:ext uri="{FF2B5EF4-FFF2-40B4-BE49-F238E27FC236}">
                <a16:creationId xmlns:a16="http://schemas.microsoft.com/office/drawing/2014/main" id="{587DAB9E-F4C8-45CF-9AFE-611886C66B6D}"/>
              </a:ext>
            </a:extLst>
          </p:cNvPr>
          <p:cNvSpPr>
            <a:spLocks noGrp="1"/>
          </p:cNvSpPr>
          <p:nvPr>
            <p:ph type="sldNum" sz="quarter" idx="5"/>
          </p:nvPr>
        </p:nvSpPr>
        <p:spPr/>
        <p:txBody>
          <a:bodyPr/>
          <a:lstStyle/>
          <a:p>
            <a:fld id="{08A7B8A6-DC2C-4E66-899B-3FF6576B90A7}" type="slidenum">
              <a:rPr lang="en-US" smtClean="0"/>
              <a:t>174</a:t>
            </a:fld>
            <a:endParaRPr lang="en-US"/>
          </a:p>
        </p:txBody>
      </p:sp>
    </p:spTree>
    <p:extLst>
      <p:ext uri="{BB962C8B-B14F-4D97-AF65-F5344CB8AC3E}">
        <p14:creationId xmlns:p14="http://schemas.microsoft.com/office/powerpoint/2010/main" val="69291796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52FD9-9652-E3B7-B604-7C09E76BF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5C486-6C0C-7D6B-1D2B-7FBBD02D6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56C00-F520-810E-4CC6-1DA111651A5E}"/>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257F31F-FE08-24FB-455C-00725C9560E5}"/>
              </a:ext>
            </a:extLst>
          </p:cNvPr>
          <p:cNvSpPr>
            <a:spLocks noGrp="1"/>
          </p:cNvSpPr>
          <p:nvPr>
            <p:ph type="sldNum" sz="quarter" idx="5"/>
          </p:nvPr>
        </p:nvSpPr>
        <p:spPr/>
        <p:txBody>
          <a:bodyPr/>
          <a:lstStyle/>
          <a:p>
            <a:fld id="{08A7B8A6-DC2C-4E66-899B-3FF6576B90A7}" type="slidenum">
              <a:rPr lang="en-US" smtClean="0"/>
              <a:t>176</a:t>
            </a:fld>
            <a:endParaRPr lang="en-US"/>
          </a:p>
        </p:txBody>
      </p:sp>
    </p:spTree>
    <p:extLst>
      <p:ext uri="{BB962C8B-B14F-4D97-AF65-F5344CB8AC3E}">
        <p14:creationId xmlns:p14="http://schemas.microsoft.com/office/powerpoint/2010/main" val="107590994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A733-89FF-0714-AFB3-11C4568CD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7B617-4522-4554-C926-E50E5EAD1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4619C-9AF9-D812-AE62-483D7FD383E7}"/>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C7DD909-1A62-230E-30F2-6DDBA850CF77}"/>
              </a:ext>
            </a:extLst>
          </p:cNvPr>
          <p:cNvSpPr>
            <a:spLocks noGrp="1"/>
          </p:cNvSpPr>
          <p:nvPr>
            <p:ph type="sldNum" sz="quarter" idx="5"/>
          </p:nvPr>
        </p:nvSpPr>
        <p:spPr/>
        <p:txBody>
          <a:bodyPr/>
          <a:lstStyle/>
          <a:p>
            <a:fld id="{08A7B8A6-DC2C-4E66-899B-3FF6576B90A7}" type="slidenum">
              <a:rPr lang="en-US" smtClean="0"/>
              <a:t>178</a:t>
            </a:fld>
            <a:endParaRPr lang="en-US"/>
          </a:p>
        </p:txBody>
      </p:sp>
    </p:spTree>
    <p:extLst>
      <p:ext uri="{BB962C8B-B14F-4D97-AF65-F5344CB8AC3E}">
        <p14:creationId xmlns:p14="http://schemas.microsoft.com/office/powerpoint/2010/main" val="264591156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42C48-A92F-1B0F-3813-CD4A1F9C8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F85F3-5875-3C5D-2020-93098F0D3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0BC14-54DB-0411-15E4-9907397DA3D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F02D4D3-212C-ABF6-F6AB-14B168BD65E8}"/>
              </a:ext>
            </a:extLst>
          </p:cNvPr>
          <p:cNvSpPr>
            <a:spLocks noGrp="1"/>
          </p:cNvSpPr>
          <p:nvPr>
            <p:ph type="sldNum" sz="quarter" idx="5"/>
          </p:nvPr>
        </p:nvSpPr>
        <p:spPr/>
        <p:txBody>
          <a:bodyPr/>
          <a:lstStyle/>
          <a:p>
            <a:fld id="{08A7B8A6-DC2C-4E66-899B-3FF6576B90A7}" type="slidenum">
              <a:rPr lang="en-US" smtClean="0"/>
              <a:t>179</a:t>
            </a:fld>
            <a:endParaRPr lang="en-US"/>
          </a:p>
        </p:txBody>
      </p:sp>
    </p:spTree>
    <p:extLst>
      <p:ext uri="{BB962C8B-B14F-4D97-AF65-F5344CB8AC3E}">
        <p14:creationId xmlns:p14="http://schemas.microsoft.com/office/powerpoint/2010/main" val="409447611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F66A-4B48-F53F-8D7E-69FE15D6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5BFE8-80D9-5633-3353-C92F71C94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92C26-AB75-6146-822B-48F38F4EF92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B470DA5-7E69-AFA3-C444-594385D64EF1}"/>
              </a:ext>
            </a:extLst>
          </p:cNvPr>
          <p:cNvSpPr>
            <a:spLocks noGrp="1"/>
          </p:cNvSpPr>
          <p:nvPr>
            <p:ph type="sldNum" sz="quarter" idx="5"/>
          </p:nvPr>
        </p:nvSpPr>
        <p:spPr/>
        <p:txBody>
          <a:bodyPr/>
          <a:lstStyle/>
          <a:p>
            <a:fld id="{08A7B8A6-DC2C-4E66-899B-3FF6576B90A7}" type="slidenum">
              <a:rPr lang="en-US" smtClean="0"/>
              <a:t>181</a:t>
            </a:fld>
            <a:endParaRPr lang="en-US"/>
          </a:p>
        </p:txBody>
      </p:sp>
    </p:spTree>
    <p:extLst>
      <p:ext uri="{BB962C8B-B14F-4D97-AF65-F5344CB8AC3E}">
        <p14:creationId xmlns:p14="http://schemas.microsoft.com/office/powerpoint/2010/main" val="158801490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6CD3-62AE-4D42-4198-33DE41239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66396-E6F4-A289-DB3A-AE946D833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68359-EF6E-7CC1-2088-3B994D0BC7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22171C0-A61F-3D9D-C396-49BA9FF0AEBE}"/>
              </a:ext>
            </a:extLst>
          </p:cNvPr>
          <p:cNvSpPr>
            <a:spLocks noGrp="1"/>
          </p:cNvSpPr>
          <p:nvPr>
            <p:ph type="sldNum" sz="quarter" idx="5"/>
          </p:nvPr>
        </p:nvSpPr>
        <p:spPr/>
        <p:txBody>
          <a:bodyPr/>
          <a:lstStyle/>
          <a:p>
            <a:fld id="{08A7B8A6-DC2C-4E66-899B-3FF6576B90A7}" type="slidenum">
              <a:rPr lang="en-US" smtClean="0"/>
              <a:t>182</a:t>
            </a:fld>
            <a:endParaRPr lang="en-US"/>
          </a:p>
        </p:txBody>
      </p:sp>
    </p:spTree>
    <p:extLst>
      <p:ext uri="{BB962C8B-B14F-4D97-AF65-F5344CB8AC3E}">
        <p14:creationId xmlns:p14="http://schemas.microsoft.com/office/powerpoint/2010/main" val="19238408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11DC6-AC8D-D19D-04E2-D5B866FBD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3E28E-CBA8-799C-1770-973BBC373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3E99C-B3B7-2404-6988-75C38292DD3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D576E50-F15A-9F2F-0068-22E79E5CEE80}"/>
              </a:ext>
            </a:extLst>
          </p:cNvPr>
          <p:cNvSpPr>
            <a:spLocks noGrp="1"/>
          </p:cNvSpPr>
          <p:nvPr>
            <p:ph type="sldNum" sz="quarter" idx="5"/>
          </p:nvPr>
        </p:nvSpPr>
        <p:spPr/>
        <p:txBody>
          <a:bodyPr/>
          <a:lstStyle/>
          <a:p>
            <a:fld id="{08A7B8A6-DC2C-4E66-899B-3FF6576B90A7}" type="slidenum">
              <a:rPr lang="en-US" smtClean="0"/>
              <a:t>184</a:t>
            </a:fld>
            <a:endParaRPr lang="en-US"/>
          </a:p>
        </p:txBody>
      </p:sp>
    </p:spTree>
    <p:extLst>
      <p:ext uri="{BB962C8B-B14F-4D97-AF65-F5344CB8AC3E}">
        <p14:creationId xmlns:p14="http://schemas.microsoft.com/office/powerpoint/2010/main" val="429227431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8C5A1-9272-AB2B-9E8A-50D4BD7B5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B592C-0831-E6A4-3013-66E17A2A2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D4884-3FF3-59C5-D19F-EB12E8FBB8F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2D947BC-B5D6-D762-26B0-A2E25B7E91D8}"/>
              </a:ext>
            </a:extLst>
          </p:cNvPr>
          <p:cNvSpPr>
            <a:spLocks noGrp="1"/>
          </p:cNvSpPr>
          <p:nvPr>
            <p:ph type="sldNum" sz="quarter" idx="5"/>
          </p:nvPr>
        </p:nvSpPr>
        <p:spPr/>
        <p:txBody>
          <a:bodyPr/>
          <a:lstStyle/>
          <a:p>
            <a:fld id="{08A7B8A6-DC2C-4E66-899B-3FF6576B90A7}" type="slidenum">
              <a:rPr lang="en-US" smtClean="0"/>
              <a:t>185</a:t>
            </a:fld>
            <a:endParaRPr lang="en-US"/>
          </a:p>
        </p:txBody>
      </p:sp>
    </p:spTree>
    <p:extLst>
      <p:ext uri="{BB962C8B-B14F-4D97-AF65-F5344CB8AC3E}">
        <p14:creationId xmlns:p14="http://schemas.microsoft.com/office/powerpoint/2010/main" val="405126673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956E5-E4CD-578F-24D3-19C58DE01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D45D2-3B26-4B5E-D838-CF78505BF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A15DE-8C6E-2193-F7D1-E252900100D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26764DD-BFE3-CF30-9B36-850DA38AE45C}"/>
              </a:ext>
            </a:extLst>
          </p:cNvPr>
          <p:cNvSpPr>
            <a:spLocks noGrp="1"/>
          </p:cNvSpPr>
          <p:nvPr>
            <p:ph type="sldNum" sz="quarter" idx="5"/>
          </p:nvPr>
        </p:nvSpPr>
        <p:spPr/>
        <p:txBody>
          <a:bodyPr/>
          <a:lstStyle/>
          <a:p>
            <a:fld id="{08A7B8A6-DC2C-4E66-899B-3FF6576B90A7}" type="slidenum">
              <a:rPr lang="en-US" smtClean="0"/>
              <a:t>187</a:t>
            </a:fld>
            <a:endParaRPr lang="en-US"/>
          </a:p>
        </p:txBody>
      </p:sp>
    </p:spTree>
    <p:extLst>
      <p:ext uri="{BB962C8B-B14F-4D97-AF65-F5344CB8AC3E}">
        <p14:creationId xmlns:p14="http://schemas.microsoft.com/office/powerpoint/2010/main" val="350567114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11A3-0C74-CF6B-7812-6D13C7FAB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6A5DC-1722-EC84-A06A-72A462E3A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81937-5B91-8F54-78A0-02676AE05B9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E52030D-77D0-BBB4-02DB-3ABEC10EF8D5}"/>
              </a:ext>
            </a:extLst>
          </p:cNvPr>
          <p:cNvSpPr>
            <a:spLocks noGrp="1"/>
          </p:cNvSpPr>
          <p:nvPr>
            <p:ph type="sldNum" sz="quarter" idx="5"/>
          </p:nvPr>
        </p:nvSpPr>
        <p:spPr/>
        <p:txBody>
          <a:bodyPr/>
          <a:lstStyle/>
          <a:p>
            <a:fld id="{08A7B8A6-DC2C-4E66-899B-3FF6576B90A7}" type="slidenum">
              <a:rPr lang="en-US" smtClean="0"/>
              <a:t>189</a:t>
            </a:fld>
            <a:endParaRPr lang="en-US"/>
          </a:p>
        </p:txBody>
      </p:sp>
    </p:spTree>
    <p:extLst>
      <p:ext uri="{BB962C8B-B14F-4D97-AF65-F5344CB8AC3E}">
        <p14:creationId xmlns:p14="http://schemas.microsoft.com/office/powerpoint/2010/main" val="1777744913"/>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361BF-87AF-F1A6-8CFF-E2B3B9A3F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33185-781A-6642-2ED8-E4091AC6A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0221C-2FAF-2D7B-664C-B6D9F281A4A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0960E67-D1FA-DCF5-8CB1-144A26987ABB}"/>
              </a:ext>
            </a:extLst>
          </p:cNvPr>
          <p:cNvSpPr>
            <a:spLocks noGrp="1"/>
          </p:cNvSpPr>
          <p:nvPr>
            <p:ph type="sldNum" sz="quarter" idx="5"/>
          </p:nvPr>
        </p:nvSpPr>
        <p:spPr/>
        <p:txBody>
          <a:bodyPr/>
          <a:lstStyle/>
          <a:p>
            <a:fld id="{08A7B8A6-DC2C-4E66-899B-3FF6576B90A7}" type="slidenum">
              <a:rPr lang="en-US" smtClean="0"/>
              <a:t>191</a:t>
            </a:fld>
            <a:endParaRPr lang="en-US"/>
          </a:p>
        </p:txBody>
      </p:sp>
    </p:spTree>
    <p:extLst>
      <p:ext uri="{BB962C8B-B14F-4D97-AF65-F5344CB8AC3E}">
        <p14:creationId xmlns:p14="http://schemas.microsoft.com/office/powerpoint/2010/main" val="11322617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22555-1556-085A-C676-2A744AB1C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97B2F-8FB4-5B30-A12A-153A00844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201E00-3A9E-E806-54D8-7B4E183AE16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439B137F-C85C-607B-E051-8B780F0B730F}"/>
              </a:ext>
            </a:extLst>
          </p:cNvPr>
          <p:cNvSpPr>
            <a:spLocks noGrp="1"/>
          </p:cNvSpPr>
          <p:nvPr>
            <p:ph type="sldNum" sz="quarter" idx="5"/>
          </p:nvPr>
        </p:nvSpPr>
        <p:spPr/>
        <p:txBody>
          <a:bodyPr/>
          <a:lstStyle/>
          <a:p>
            <a:fld id="{08A7B8A6-DC2C-4E66-899B-3FF6576B90A7}" type="slidenum">
              <a:rPr lang="en-US" smtClean="0"/>
              <a:t>193</a:t>
            </a:fld>
            <a:endParaRPr lang="en-US"/>
          </a:p>
        </p:txBody>
      </p:sp>
    </p:spTree>
    <p:extLst>
      <p:ext uri="{BB962C8B-B14F-4D97-AF65-F5344CB8AC3E}">
        <p14:creationId xmlns:p14="http://schemas.microsoft.com/office/powerpoint/2010/main" val="117098254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035A0-2F77-F434-4BDA-0984CBED4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8A2EF-94D3-FFFC-E3D0-3C65C4675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E899D-CC60-0C70-8C39-DBB09292DA7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6853320-EA3D-3702-A547-CB845D70C4C2}"/>
              </a:ext>
            </a:extLst>
          </p:cNvPr>
          <p:cNvSpPr>
            <a:spLocks noGrp="1"/>
          </p:cNvSpPr>
          <p:nvPr>
            <p:ph type="sldNum" sz="quarter" idx="5"/>
          </p:nvPr>
        </p:nvSpPr>
        <p:spPr/>
        <p:txBody>
          <a:bodyPr/>
          <a:lstStyle/>
          <a:p>
            <a:fld id="{08A7B8A6-DC2C-4E66-899B-3FF6576B90A7}" type="slidenum">
              <a:rPr lang="en-US" smtClean="0"/>
              <a:t>195</a:t>
            </a:fld>
            <a:endParaRPr lang="en-US"/>
          </a:p>
        </p:txBody>
      </p:sp>
    </p:spTree>
    <p:extLst>
      <p:ext uri="{BB962C8B-B14F-4D97-AF65-F5344CB8AC3E}">
        <p14:creationId xmlns:p14="http://schemas.microsoft.com/office/powerpoint/2010/main" val="3642367359"/>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BD75-BE2D-8090-150C-092B54F70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0C217-C119-1FCE-9674-ACFB973CF8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B4F4E-B4E3-4856-0628-EEEB0506BDD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B926454-D94D-9EE2-8DA7-9688C00A74ED}"/>
              </a:ext>
            </a:extLst>
          </p:cNvPr>
          <p:cNvSpPr>
            <a:spLocks noGrp="1"/>
          </p:cNvSpPr>
          <p:nvPr>
            <p:ph type="sldNum" sz="quarter" idx="5"/>
          </p:nvPr>
        </p:nvSpPr>
        <p:spPr/>
        <p:txBody>
          <a:bodyPr/>
          <a:lstStyle/>
          <a:p>
            <a:fld id="{08A7B8A6-DC2C-4E66-899B-3FF6576B90A7}" type="slidenum">
              <a:rPr lang="en-US" smtClean="0"/>
              <a:t>197</a:t>
            </a:fld>
            <a:endParaRPr lang="en-US"/>
          </a:p>
        </p:txBody>
      </p:sp>
    </p:spTree>
    <p:extLst>
      <p:ext uri="{BB962C8B-B14F-4D97-AF65-F5344CB8AC3E}">
        <p14:creationId xmlns:p14="http://schemas.microsoft.com/office/powerpoint/2010/main" val="37380016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EB29-34BD-8483-FC7C-AC2581A12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7E7D2-962A-B624-481E-832A814E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4EF3F-C2AA-DCAC-30DF-26103D874C1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FFD8C0A-443B-D62A-AED4-0361667F129D}"/>
              </a:ext>
            </a:extLst>
          </p:cNvPr>
          <p:cNvSpPr>
            <a:spLocks noGrp="1"/>
          </p:cNvSpPr>
          <p:nvPr>
            <p:ph type="sldNum" sz="quarter" idx="5"/>
          </p:nvPr>
        </p:nvSpPr>
        <p:spPr/>
        <p:txBody>
          <a:bodyPr/>
          <a:lstStyle/>
          <a:p>
            <a:fld id="{08A7B8A6-DC2C-4E66-899B-3FF6576B90A7}" type="slidenum">
              <a:rPr lang="en-US" smtClean="0"/>
              <a:t>199</a:t>
            </a:fld>
            <a:endParaRPr lang="en-US"/>
          </a:p>
        </p:txBody>
      </p:sp>
    </p:spTree>
    <p:extLst>
      <p:ext uri="{BB962C8B-B14F-4D97-AF65-F5344CB8AC3E}">
        <p14:creationId xmlns:p14="http://schemas.microsoft.com/office/powerpoint/2010/main" val="148089837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1AEA3-32A1-B481-D99F-C36B9411A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A397C-F4C3-52BD-BF72-BB15D3CFF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14D14-8F74-0634-5AFD-F148CA6AF46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601690A-DD2D-F657-CBBA-71A7F8CA2ABF}"/>
              </a:ext>
            </a:extLst>
          </p:cNvPr>
          <p:cNvSpPr>
            <a:spLocks noGrp="1"/>
          </p:cNvSpPr>
          <p:nvPr>
            <p:ph type="sldNum" sz="quarter" idx="5"/>
          </p:nvPr>
        </p:nvSpPr>
        <p:spPr/>
        <p:txBody>
          <a:bodyPr/>
          <a:lstStyle/>
          <a:p>
            <a:fld id="{08A7B8A6-DC2C-4E66-899B-3FF6576B90A7}" type="slidenum">
              <a:rPr lang="en-US" smtClean="0"/>
              <a:t>201</a:t>
            </a:fld>
            <a:endParaRPr lang="en-US"/>
          </a:p>
        </p:txBody>
      </p:sp>
    </p:spTree>
    <p:extLst>
      <p:ext uri="{BB962C8B-B14F-4D97-AF65-F5344CB8AC3E}">
        <p14:creationId xmlns:p14="http://schemas.microsoft.com/office/powerpoint/2010/main" val="403520101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187D-4D85-41C2-3969-3263F0A82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1C6E0-6EE6-A24B-0C59-03DAD4212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E2F93-93C3-8589-ECB1-EABB0C1E4261}"/>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958C4C6-DCF1-CED2-3BE6-2B7E4DCF1633}"/>
              </a:ext>
            </a:extLst>
          </p:cNvPr>
          <p:cNvSpPr>
            <a:spLocks noGrp="1"/>
          </p:cNvSpPr>
          <p:nvPr>
            <p:ph type="sldNum" sz="quarter" idx="5"/>
          </p:nvPr>
        </p:nvSpPr>
        <p:spPr/>
        <p:txBody>
          <a:bodyPr/>
          <a:lstStyle/>
          <a:p>
            <a:fld id="{08A7B8A6-DC2C-4E66-899B-3FF6576B90A7}" type="slidenum">
              <a:rPr lang="en-US" smtClean="0"/>
              <a:t>203</a:t>
            </a:fld>
            <a:endParaRPr lang="en-US"/>
          </a:p>
        </p:txBody>
      </p:sp>
    </p:spTree>
    <p:extLst>
      <p:ext uri="{BB962C8B-B14F-4D97-AF65-F5344CB8AC3E}">
        <p14:creationId xmlns:p14="http://schemas.microsoft.com/office/powerpoint/2010/main" val="12547669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5ECE-177F-42B3-669E-618C8B8A9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05876-1F65-38B8-4D82-115A25C2D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3DB3F-E57E-5E5C-771E-C4EE8D0FA36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ADF3147-125E-FEE7-E7A5-F227CA1AE699}"/>
              </a:ext>
            </a:extLst>
          </p:cNvPr>
          <p:cNvSpPr>
            <a:spLocks noGrp="1"/>
          </p:cNvSpPr>
          <p:nvPr>
            <p:ph type="sldNum" sz="quarter" idx="5"/>
          </p:nvPr>
        </p:nvSpPr>
        <p:spPr/>
        <p:txBody>
          <a:bodyPr/>
          <a:lstStyle/>
          <a:p>
            <a:fld id="{08A7B8A6-DC2C-4E66-899B-3FF6576B90A7}" type="slidenum">
              <a:rPr lang="en-US" smtClean="0"/>
              <a:t>205</a:t>
            </a:fld>
            <a:endParaRPr lang="en-US"/>
          </a:p>
        </p:txBody>
      </p:sp>
    </p:spTree>
    <p:extLst>
      <p:ext uri="{BB962C8B-B14F-4D97-AF65-F5344CB8AC3E}">
        <p14:creationId xmlns:p14="http://schemas.microsoft.com/office/powerpoint/2010/main" val="91614421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D8EB7-CE61-3D66-BB13-59F00D555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0842C-564C-C933-E706-454966E1FB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77A37-6CC6-0DA0-16EB-6A2EBF73944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D193B99-9469-75C7-BE99-8424181A72E1}"/>
              </a:ext>
            </a:extLst>
          </p:cNvPr>
          <p:cNvSpPr>
            <a:spLocks noGrp="1"/>
          </p:cNvSpPr>
          <p:nvPr>
            <p:ph type="sldNum" sz="quarter" idx="5"/>
          </p:nvPr>
        </p:nvSpPr>
        <p:spPr/>
        <p:txBody>
          <a:bodyPr/>
          <a:lstStyle/>
          <a:p>
            <a:fld id="{08A7B8A6-DC2C-4E66-899B-3FF6576B90A7}" type="slidenum">
              <a:rPr lang="en-US" smtClean="0"/>
              <a:t>207</a:t>
            </a:fld>
            <a:endParaRPr lang="en-US"/>
          </a:p>
        </p:txBody>
      </p:sp>
    </p:spTree>
    <p:extLst>
      <p:ext uri="{BB962C8B-B14F-4D97-AF65-F5344CB8AC3E}">
        <p14:creationId xmlns:p14="http://schemas.microsoft.com/office/powerpoint/2010/main" val="263435632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3F80-87F9-2BB9-6FD2-A31F4F83B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0B8AD-5852-3746-D443-4B4BE7FA8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F3DB1-0F47-C1B6-2DBD-5C9A450A9E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4311B8B-FB70-4AF3-853F-02747737C946}"/>
              </a:ext>
            </a:extLst>
          </p:cNvPr>
          <p:cNvSpPr>
            <a:spLocks noGrp="1"/>
          </p:cNvSpPr>
          <p:nvPr>
            <p:ph type="sldNum" sz="quarter" idx="5"/>
          </p:nvPr>
        </p:nvSpPr>
        <p:spPr/>
        <p:txBody>
          <a:bodyPr/>
          <a:lstStyle/>
          <a:p>
            <a:fld id="{08A7B8A6-DC2C-4E66-899B-3FF6576B90A7}" type="slidenum">
              <a:rPr lang="en-US" smtClean="0"/>
              <a:t>209</a:t>
            </a:fld>
            <a:endParaRPr lang="en-US"/>
          </a:p>
        </p:txBody>
      </p:sp>
    </p:spTree>
    <p:extLst>
      <p:ext uri="{BB962C8B-B14F-4D97-AF65-F5344CB8AC3E}">
        <p14:creationId xmlns:p14="http://schemas.microsoft.com/office/powerpoint/2010/main" val="221338374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12A3-5552-87D8-0F52-4C7AEDF07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4FDDC-9FC8-BCED-A8EC-8E050DEC5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F0D86-0D6E-DA22-96C0-D0C35D336B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29A63DA-6389-10EB-ADE5-AC8A034E35C7}"/>
              </a:ext>
            </a:extLst>
          </p:cNvPr>
          <p:cNvSpPr>
            <a:spLocks noGrp="1"/>
          </p:cNvSpPr>
          <p:nvPr>
            <p:ph type="sldNum" sz="quarter" idx="5"/>
          </p:nvPr>
        </p:nvSpPr>
        <p:spPr/>
        <p:txBody>
          <a:bodyPr/>
          <a:lstStyle/>
          <a:p>
            <a:fld id="{08A7B8A6-DC2C-4E66-899B-3FF6576B90A7}" type="slidenum">
              <a:rPr lang="en-US" smtClean="0"/>
              <a:t>211</a:t>
            </a:fld>
            <a:endParaRPr lang="en-US"/>
          </a:p>
        </p:txBody>
      </p:sp>
    </p:spTree>
    <p:extLst>
      <p:ext uri="{BB962C8B-B14F-4D97-AF65-F5344CB8AC3E}">
        <p14:creationId xmlns:p14="http://schemas.microsoft.com/office/powerpoint/2010/main" val="250477348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80845-E233-7250-5627-5B5B522A3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F512E-376A-7B0D-FC15-C4215878F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68B23-A349-01EA-7A65-93160A1095A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7D11C8A-A458-A54D-63D1-98AF1EBF168E}"/>
              </a:ext>
            </a:extLst>
          </p:cNvPr>
          <p:cNvSpPr>
            <a:spLocks noGrp="1"/>
          </p:cNvSpPr>
          <p:nvPr>
            <p:ph type="sldNum" sz="quarter" idx="5"/>
          </p:nvPr>
        </p:nvSpPr>
        <p:spPr/>
        <p:txBody>
          <a:bodyPr/>
          <a:lstStyle/>
          <a:p>
            <a:fld id="{08A7B8A6-DC2C-4E66-899B-3FF6576B90A7}" type="slidenum">
              <a:rPr lang="en-US" smtClean="0"/>
              <a:t>213</a:t>
            </a:fld>
            <a:endParaRPr lang="en-US"/>
          </a:p>
        </p:txBody>
      </p:sp>
    </p:spTree>
    <p:extLst>
      <p:ext uri="{BB962C8B-B14F-4D97-AF65-F5344CB8AC3E}">
        <p14:creationId xmlns:p14="http://schemas.microsoft.com/office/powerpoint/2010/main" val="2512164745"/>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4725-F29D-379B-20A2-640AB3804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A5EF2-D353-9F04-ACA8-26C679598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53F47-E7E1-5B85-F9FC-65ABE1A004D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24A69B0-04B1-6C6B-B7CB-3D28CE2D8206}"/>
              </a:ext>
            </a:extLst>
          </p:cNvPr>
          <p:cNvSpPr>
            <a:spLocks noGrp="1"/>
          </p:cNvSpPr>
          <p:nvPr>
            <p:ph type="sldNum" sz="quarter" idx="5"/>
          </p:nvPr>
        </p:nvSpPr>
        <p:spPr/>
        <p:txBody>
          <a:bodyPr/>
          <a:lstStyle/>
          <a:p>
            <a:fld id="{08A7B8A6-DC2C-4E66-899B-3FF6576B90A7}" type="slidenum">
              <a:rPr lang="en-US" smtClean="0"/>
              <a:t>215</a:t>
            </a:fld>
            <a:endParaRPr lang="en-US"/>
          </a:p>
        </p:txBody>
      </p:sp>
    </p:spTree>
    <p:extLst>
      <p:ext uri="{BB962C8B-B14F-4D97-AF65-F5344CB8AC3E}">
        <p14:creationId xmlns:p14="http://schemas.microsoft.com/office/powerpoint/2010/main" val="32661976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CE31-9FA3-4330-AE0C-2E3F6E2C3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7BF1F-4BFF-CC07-5877-057848D8F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338C7-DA00-43DD-E405-900F81E7CA8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8C8D255-975E-D864-1879-6EFFF7F397A0}"/>
              </a:ext>
            </a:extLst>
          </p:cNvPr>
          <p:cNvSpPr>
            <a:spLocks noGrp="1"/>
          </p:cNvSpPr>
          <p:nvPr>
            <p:ph type="sldNum" sz="quarter" idx="5"/>
          </p:nvPr>
        </p:nvSpPr>
        <p:spPr/>
        <p:txBody>
          <a:bodyPr/>
          <a:lstStyle/>
          <a:p>
            <a:fld id="{08A7B8A6-DC2C-4E66-899B-3FF6576B90A7}" type="slidenum">
              <a:rPr lang="en-US" smtClean="0"/>
              <a:t>217</a:t>
            </a:fld>
            <a:endParaRPr lang="en-US"/>
          </a:p>
        </p:txBody>
      </p:sp>
    </p:spTree>
    <p:extLst>
      <p:ext uri="{BB962C8B-B14F-4D97-AF65-F5344CB8AC3E}">
        <p14:creationId xmlns:p14="http://schemas.microsoft.com/office/powerpoint/2010/main" val="255116705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94FB-EE46-7185-DBFE-A7CAEC060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C297-17F9-B5E4-BEC6-59B2AAAD7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C7BFF-1175-DD98-2F39-8AA99253B51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A8BA54D-2629-C318-5B38-51102F192CFA}"/>
              </a:ext>
            </a:extLst>
          </p:cNvPr>
          <p:cNvSpPr>
            <a:spLocks noGrp="1"/>
          </p:cNvSpPr>
          <p:nvPr>
            <p:ph type="sldNum" sz="quarter" idx="5"/>
          </p:nvPr>
        </p:nvSpPr>
        <p:spPr/>
        <p:txBody>
          <a:bodyPr/>
          <a:lstStyle/>
          <a:p>
            <a:fld id="{08A7B8A6-DC2C-4E66-899B-3FF6576B90A7}" type="slidenum">
              <a:rPr lang="en-US" smtClean="0"/>
              <a:t>219</a:t>
            </a:fld>
            <a:endParaRPr lang="en-US"/>
          </a:p>
        </p:txBody>
      </p:sp>
    </p:spTree>
    <p:extLst>
      <p:ext uri="{BB962C8B-B14F-4D97-AF65-F5344CB8AC3E}">
        <p14:creationId xmlns:p14="http://schemas.microsoft.com/office/powerpoint/2010/main" val="148597812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26139-A8F9-E5EF-152E-44E7656C5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1DFCC-FD0F-486A-CAAF-E47CD7B7F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39829-FD27-8FAE-03BE-EBEBC474DE8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F9A38D4-8D2E-C75C-69C1-AAB31319AF6A}"/>
              </a:ext>
            </a:extLst>
          </p:cNvPr>
          <p:cNvSpPr>
            <a:spLocks noGrp="1"/>
          </p:cNvSpPr>
          <p:nvPr>
            <p:ph type="sldNum" sz="quarter" idx="5"/>
          </p:nvPr>
        </p:nvSpPr>
        <p:spPr/>
        <p:txBody>
          <a:bodyPr/>
          <a:lstStyle/>
          <a:p>
            <a:fld id="{08A7B8A6-DC2C-4E66-899B-3FF6576B90A7}" type="slidenum">
              <a:rPr lang="en-US" smtClean="0"/>
              <a:t>221</a:t>
            </a:fld>
            <a:endParaRPr lang="en-US"/>
          </a:p>
        </p:txBody>
      </p:sp>
    </p:spTree>
    <p:extLst>
      <p:ext uri="{BB962C8B-B14F-4D97-AF65-F5344CB8AC3E}">
        <p14:creationId xmlns:p14="http://schemas.microsoft.com/office/powerpoint/2010/main" val="394271661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BCA9A-FC51-E187-F641-534D2B6C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C8EC2-0D4C-C03D-03C4-4B752F472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37567-ADB6-6C6E-5359-C093F64075E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2089681-DBCE-8364-492C-BF44ABE02F7F}"/>
              </a:ext>
            </a:extLst>
          </p:cNvPr>
          <p:cNvSpPr>
            <a:spLocks noGrp="1"/>
          </p:cNvSpPr>
          <p:nvPr>
            <p:ph type="sldNum" sz="quarter" idx="5"/>
          </p:nvPr>
        </p:nvSpPr>
        <p:spPr/>
        <p:txBody>
          <a:bodyPr/>
          <a:lstStyle/>
          <a:p>
            <a:fld id="{08A7B8A6-DC2C-4E66-899B-3FF6576B90A7}" type="slidenum">
              <a:rPr lang="en-US" smtClean="0"/>
              <a:t>223</a:t>
            </a:fld>
            <a:endParaRPr lang="en-US"/>
          </a:p>
        </p:txBody>
      </p:sp>
    </p:spTree>
    <p:extLst>
      <p:ext uri="{BB962C8B-B14F-4D97-AF65-F5344CB8AC3E}">
        <p14:creationId xmlns:p14="http://schemas.microsoft.com/office/powerpoint/2010/main" val="325519156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8C262-02AA-D9E4-FB36-3993C7B1C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72A3E-B262-4EC0-AEAA-783076D0E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358CB-13C1-0994-DA8F-9AB1E827F06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FD7583D-4108-65CF-DC67-C362A1FFBF0A}"/>
              </a:ext>
            </a:extLst>
          </p:cNvPr>
          <p:cNvSpPr>
            <a:spLocks noGrp="1"/>
          </p:cNvSpPr>
          <p:nvPr>
            <p:ph type="sldNum" sz="quarter" idx="5"/>
          </p:nvPr>
        </p:nvSpPr>
        <p:spPr/>
        <p:txBody>
          <a:bodyPr/>
          <a:lstStyle/>
          <a:p>
            <a:fld id="{08A7B8A6-DC2C-4E66-899B-3FF6576B90A7}" type="slidenum">
              <a:rPr lang="en-US" smtClean="0"/>
              <a:t>226</a:t>
            </a:fld>
            <a:endParaRPr lang="en-US"/>
          </a:p>
        </p:txBody>
      </p:sp>
    </p:spTree>
    <p:extLst>
      <p:ext uri="{BB962C8B-B14F-4D97-AF65-F5344CB8AC3E}">
        <p14:creationId xmlns:p14="http://schemas.microsoft.com/office/powerpoint/2010/main" val="202533407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D60C-328A-42DD-491D-50F2E2E7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E8FB1-0F0A-D0AF-81BC-3C35A3996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B4DA8-3E78-5A55-5E21-D10228E8741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1BDC0B2-B855-2B2C-E640-C1E509FB7F06}"/>
              </a:ext>
            </a:extLst>
          </p:cNvPr>
          <p:cNvSpPr>
            <a:spLocks noGrp="1"/>
          </p:cNvSpPr>
          <p:nvPr>
            <p:ph type="sldNum" sz="quarter" idx="5"/>
          </p:nvPr>
        </p:nvSpPr>
        <p:spPr/>
        <p:txBody>
          <a:bodyPr/>
          <a:lstStyle/>
          <a:p>
            <a:fld id="{08A7B8A6-DC2C-4E66-899B-3FF6576B90A7}" type="slidenum">
              <a:rPr lang="en-US" smtClean="0"/>
              <a:t>228</a:t>
            </a:fld>
            <a:endParaRPr lang="en-US"/>
          </a:p>
        </p:txBody>
      </p:sp>
    </p:spTree>
    <p:extLst>
      <p:ext uri="{BB962C8B-B14F-4D97-AF65-F5344CB8AC3E}">
        <p14:creationId xmlns:p14="http://schemas.microsoft.com/office/powerpoint/2010/main" val="302934268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6244-FF8B-AFF3-B8A8-791DC39BD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D0E0D-7721-371C-6AFD-843D1032D5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7CA9E-EA50-6FFF-44EC-7908E192E79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70C2370-E9D3-28D8-1E3C-6164740EDCA8}"/>
              </a:ext>
            </a:extLst>
          </p:cNvPr>
          <p:cNvSpPr>
            <a:spLocks noGrp="1"/>
          </p:cNvSpPr>
          <p:nvPr>
            <p:ph type="sldNum" sz="quarter" idx="5"/>
          </p:nvPr>
        </p:nvSpPr>
        <p:spPr/>
        <p:txBody>
          <a:bodyPr/>
          <a:lstStyle/>
          <a:p>
            <a:fld id="{08A7B8A6-DC2C-4E66-899B-3FF6576B90A7}" type="slidenum">
              <a:rPr lang="en-US" smtClean="0"/>
              <a:t>230</a:t>
            </a:fld>
            <a:endParaRPr lang="en-US"/>
          </a:p>
        </p:txBody>
      </p:sp>
    </p:spTree>
    <p:extLst>
      <p:ext uri="{BB962C8B-B14F-4D97-AF65-F5344CB8AC3E}">
        <p14:creationId xmlns:p14="http://schemas.microsoft.com/office/powerpoint/2010/main" val="400169051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1B71-154B-8390-E3A6-26FEEF79A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CD88A-9665-AA9E-9C80-98E490D63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5DCFF-D8A5-D96F-200E-D9E42C81AE1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E4ED2BC9-1A25-C17E-17D6-7249920553BD}"/>
              </a:ext>
            </a:extLst>
          </p:cNvPr>
          <p:cNvSpPr>
            <a:spLocks noGrp="1"/>
          </p:cNvSpPr>
          <p:nvPr>
            <p:ph type="sldNum" sz="quarter" idx="5"/>
          </p:nvPr>
        </p:nvSpPr>
        <p:spPr/>
        <p:txBody>
          <a:bodyPr/>
          <a:lstStyle/>
          <a:p>
            <a:fld id="{08A7B8A6-DC2C-4E66-899B-3FF6576B90A7}" type="slidenum">
              <a:rPr lang="en-US" smtClean="0"/>
              <a:t>232</a:t>
            </a:fld>
            <a:endParaRPr lang="en-US"/>
          </a:p>
        </p:txBody>
      </p:sp>
    </p:spTree>
    <p:extLst>
      <p:ext uri="{BB962C8B-B14F-4D97-AF65-F5344CB8AC3E}">
        <p14:creationId xmlns:p14="http://schemas.microsoft.com/office/powerpoint/2010/main" val="414244877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81CA-A722-4DA5-ED56-4DFCDD943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888AD-CD66-7114-17D1-F9448E5CC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D58CE-BC7B-8FF8-D57F-E1D9E42C03E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5EB495C-018B-56CD-FFA7-DBEF9D5BEA43}"/>
              </a:ext>
            </a:extLst>
          </p:cNvPr>
          <p:cNvSpPr>
            <a:spLocks noGrp="1"/>
          </p:cNvSpPr>
          <p:nvPr>
            <p:ph type="sldNum" sz="quarter" idx="5"/>
          </p:nvPr>
        </p:nvSpPr>
        <p:spPr/>
        <p:txBody>
          <a:bodyPr/>
          <a:lstStyle/>
          <a:p>
            <a:fld id="{08A7B8A6-DC2C-4E66-899B-3FF6576B90A7}" type="slidenum">
              <a:rPr lang="en-US" smtClean="0"/>
              <a:t>234</a:t>
            </a:fld>
            <a:endParaRPr lang="en-US"/>
          </a:p>
        </p:txBody>
      </p:sp>
    </p:spTree>
    <p:extLst>
      <p:ext uri="{BB962C8B-B14F-4D97-AF65-F5344CB8AC3E}">
        <p14:creationId xmlns:p14="http://schemas.microsoft.com/office/powerpoint/2010/main" val="158308589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57A61-C9C8-4841-099E-416A4FD39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CB8E9-E533-0948-103E-6253935AA9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5641F-2806-79B2-7829-21F8EA97DD23}"/>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4CE08C6-23C0-4A58-ADC0-F7769CCF0B03}"/>
              </a:ext>
            </a:extLst>
          </p:cNvPr>
          <p:cNvSpPr>
            <a:spLocks noGrp="1"/>
          </p:cNvSpPr>
          <p:nvPr>
            <p:ph type="sldNum" sz="quarter" idx="5"/>
          </p:nvPr>
        </p:nvSpPr>
        <p:spPr/>
        <p:txBody>
          <a:bodyPr/>
          <a:lstStyle/>
          <a:p>
            <a:fld id="{08A7B8A6-DC2C-4E66-899B-3FF6576B90A7}" type="slidenum">
              <a:rPr lang="en-US" smtClean="0"/>
              <a:t>236</a:t>
            </a:fld>
            <a:endParaRPr lang="en-US"/>
          </a:p>
        </p:txBody>
      </p:sp>
    </p:spTree>
    <p:extLst>
      <p:ext uri="{BB962C8B-B14F-4D97-AF65-F5344CB8AC3E}">
        <p14:creationId xmlns:p14="http://schemas.microsoft.com/office/powerpoint/2010/main" val="259527720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FA8BE-ACD3-E0A2-8FD1-937C7837D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79DEE-F878-95BA-3ED3-71C8EB85F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B6202-07E7-16D0-5028-CB0B523A214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257A6E94-0FE2-C191-986F-3AEFAB24F87D}"/>
              </a:ext>
            </a:extLst>
          </p:cNvPr>
          <p:cNvSpPr>
            <a:spLocks noGrp="1"/>
          </p:cNvSpPr>
          <p:nvPr>
            <p:ph type="sldNum" sz="quarter" idx="5"/>
          </p:nvPr>
        </p:nvSpPr>
        <p:spPr/>
        <p:txBody>
          <a:bodyPr/>
          <a:lstStyle/>
          <a:p>
            <a:fld id="{08A7B8A6-DC2C-4E66-899B-3FF6576B90A7}" type="slidenum">
              <a:rPr lang="en-US" smtClean="0"/>
              <a:t>239</a:t>
            </a:fld>
            <a:endParaRPr lang="en-US"/>
          </a:p>
        </p:txBody>
      </p:sp>
    </p:spTree>
    <p:extLst>
      <p:ext uri="{BB962C8B-B14F-4D97-AF65-F5344CB8AC3E}">
        <p14:creationId xmlns:p14="http://schemas.microsoft.com/office/powerpoint/2010/main" val="203351504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F4119-0C92-36FD-3E0F-C99257BB4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5DE96-3FCC-A870-0E3E-6A986D291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A4F74-AB3D-FFBE-B5B5-2D8A5B304C6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F192B2D-2DE5-D678-B2A0-3E724E7873FB}"/>
              </a:ext>
            </a:extLst>
          </p:cNvPr>
          <p:cNvSpPr>
            <a:spLocks noGrp="1"/>
          </p:cNvSpPr>
          <p:nvPr>
            <p:ph type="sldNum" sz="quarter" idx="5"/>
          </p:nvPr>
        </p:nvSpPr>
        <p:spPr/>
        <p:txBody>
          <a:bodyPr/>
          <a:lstStyle/>
          <a:p>
            <a:fld id="{08A7B8A6-DC2C-4E66-899B-3FF6576B90A7}" type="slidenum">
              <a:rPr lang="en-US" smtClean="0"/>
              <a:t>240</a:t>
            </a:fld>
            <a:endParaRPr lang="en-US"/>
          </a:p>
        </p:txBody>
      </p:sp>
    </p:spTree>
    <p:extLst>
      <p:ext uri="{BB962C8B-B14F-4D97-AF65-F5344CB8AC3E}">
        <p14:creationId xmlns:p14="http://schemas.microsoft.com/office/powerpoint/2010/main" val="314128010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6F572-9D38-8981-120D-71F3D5F87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82778-204E-6382-B8FE-AD20B8C2C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06AEF-369C-C646-7E84-8514D754013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2D89E9E-E9BE-A15E-4CC3-1253ED2A8A38}"/>
              </a:ext>
            </a:extLst>
          </p:cNvPr>
          <p:cNvSpPr>
            <a:spLocks noGrp="1"/>
          </p:cNvSpPr>
          <p:nvPr>
            <p:ph type="sldNum" sz="quarter" idx="5"/>
          </p:nvPr>
        </p:nvSpPr>
        <p:spPr/>
        <p:txBody>
          <a:bodyPr/>
          <a:lstStyle/>
          <a:p>
            <a:fld id="{08A7B8A6-DC2C-4E66-899B-3FF6576B90A7}" type="slidenum">
              <a:rPr lang="en-US" smtClean="0"/>
              <a:t>242</a:t>
            </a:fld>
            <a:endParaRPr lang="en-US"/>
          </a:p>
        </p:txBody>
      </p:sp>
    </p:spTree>
    <p:extLst>
      <p:ext uri="{BB962C8B-B14F-4D97-AF65-F5344CB8AC3E}">
        <p14:creationId xmlns:p14="http://schemas.microsoft.com/office/powerpoint/2010/main" val="277622128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8D161-4C65-9040-E99E-07D2B8DC4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3934E-8D40-56AE-86BB-4D032F40E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02C41-FB85-A702-8DFB-CB95BD8E834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425EFBF-C4C2-73B3-1FD6-247B58D8A1C9}"/>
              </a:ext>
            </a:extLst>
          </p:cNvPr>
          <p:cNvSpPr>
            <a:spLocks noGrp="1"/>
          </p:cNvSpPr>
          <p:nvPr>
            <p:ph type="sldNum" sz="quarter" idx="5"/>
          </p:nvPr>
        </p:nvSpPr>
        <p:spPr/>
        <p:txBody>
          <a:bodyPr/>
          <a:lstStyle/>
          <a:p>
            <a:fld id="{08A7B8A6-DC2C-4E66-899B-3FF6576B90A7}" type="slidenum">
              <a:rPr lang="en-US" smtClean="0"/>
              <a:t>244</a:t>
            </a:fld>
            <a:endParaRPr lang="en-US"/>
          </a:p>
        </p:txBody>
      </p:sp>
    </p:spTree>
    <p:extLst>
      <p:ext uri="{BB962C8B-B14F-4D97-AF65-F5344CB8AC3E}">
        <p14:creationId xmlns:p14="http://schemas.microsoft.com/office/powerpoint/2010/main" val="251667483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3972-2F47-86AF-0F1E-634F598DF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87FF3-F9DA-F1D9-73BC-8FF585F12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B2C75-39E4-6808-C6A6-CA4EFF589D5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91CC54E-B489-4EEE-E694-96F166625F90}"/>
              </a:ext>
            </a:extLst>
          </p:cNvPr>
          <p:cNvSpPr>
            <a:spLocks noGrp="1"/>
          </p:cNvSpPr>
          <p:nvPr>
            <p:ph type="sldNum" sz="quarter" idx="5"/>
          </p:nvPr>
        </p:nvSpPr>
        <p:spPr/>
        <p:txBody>
          <a:bodyPr/>
          <a:lstStyle/>
          <a:p>
            <a:fld id="{08A7B8A6-DC2C-4E66-899B-3FF6576B90A7}" type="slidenum">
              <a:rPr lang="en-US" smtClean="0"/>
              <a:t>246</a:t>
            </a:fld>
            <a:endParaRPr lang="en-US"/>
          </a:p>
        </p:txBody>
      </p:sp>
    </p:spTree>
    <p:extLst>
      <p:ext uri="{BB962C8B-B14F-4D97-AF65-F5344CB8AC3E}">
        <p14:creationId xmlns:p14="http://schemas.microsoft.com/office/powerpoint/2010/main" val="240818857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1510-50A4-551D-CF1A-816BAF157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68FBE-2E8F-061E-54C1-79D40192A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097B4-2B6B-185A-D1C5-CA40B0E452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1B26578-1C36-1FC8-B053-D842E6E22A2C}"/>
              </a:ext>
            </a:extLst>
          </p:cNvPr>
          <p:cNvSpPr>
            <a:spLocks noGrp="1"/>
          </p:cNvSpPr>
          <p:nvPr>
            <p:ph type="sldNum" sz="quarter" idx="5"/>
          </p:nvPr>
        </p:nvSpPr>
        <p:spPr/>
        <p:txBody>
          <a:bodyPr/>
          <a:lstStyle/>
          <a:p>
            <a:fld id="{08A7B8A6-DC2C-4E66-899B-3FF6576B90A7}" type="slidenum">
              <a:rPr lang="en-US" smtClean="0"/>
              <a:t>248</a:t>
            </a:fld>
            <a:endParaRPr lang="en-US"/>
          </a:p>
        </p:txBody>
      </p:sp>
    </p:spTree>
    <p:extLst>
      <p:ext uri="{BB962C8B-B14F-4D97-AF65-F5344CB8AC3E}">
        <p14:creationId xmlns:p14="http://schemas.microsoft.com/office/powerpoint/2010/main" val="938786580"/>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6AFDB-5C11-2455-24F8-E903B5335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39C3D-E9DE-3445-6813-3E8B62806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DB3FD-29E3-64A9-BF44-97A2043FB9CD}"/>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5FE95D52-28F4-A99E-D990-D0690AD06407}"/>
              </a:ext>
            </a:extLst>
          </p:cNvPr>
          <p:cNvSpPr>
            <a:spLocks noGrp="1"/>
          </p:cNvSpPr>
          <p:nvPr>
            <p:ph type="sldNum" sz="quarter" idx="5"/>
          </p:nvPr>
        </p:nvSpPr>
        <p:spPr/>
        <p:txBody>
          <a:bodyPr/>
          <a:lstStyle/>
          <a:p>
            <a:fld id="{08A7B8A6-DC2C-4E66-899B-3FF6576B90A7}" type="slidenum">
              <a:rPr lang="en-US" smtClean="0"/>
              <a:t>250</a:t>
            </a:fld>
            <a:endParaRPr lang="en-US"/>
          </a:p>
        </p:txBody>
      </p:sp>
    </p:spTree>
    <p:extLst>
      <p:ext uri="{BB962C8B-B14F-4D97-AF65-F5344CB8AC3E}">
        <p14:creationId xmlns:p14="http://schemas.microsoft.com/office/powerpoint/2010/main" val="356124614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9A0E-3228-FECE-4A9C-E6EB23C89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610DC-C01E-00F7-FD1B-2D1CBBB9F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A1DC3-676D-BDAC-6478-19895B6E1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4E74B33F-9BD4-6C82-D7B0-48BB99E03659}"/>
              </a:ext>
            </a:extLst>
          </p:cNvPr>
          <p:cNvSpPr>
            <a:spLocks noGrp="1"/>
          </p:cNvSpPr>
          <p:nvPr>
            <p:ph type="sldNum" sz="quarter" idx="5"/>
          </p:nvPr>
        </p:nvSpPr>
        <p:spPr/>
        <p:txBody>
          <a:bodyPr/>
          <a:lstStyle/>
          <a:p>
            <a:fld id="{08A7B8A6-DC2C-4E66-899B-3FF6576B90A7}" type="slidenum">
              <a:rPr lang="en-US" smtClean="0"/>
              <a:t>252</a:t>
            </a:fld>
            <a:endParaRPr lang="en-US"/>
          </a:p>
        </p:txBody>
      </p:sp>
    </p:spTree>
    <p:extLst>
      <p:ext uri="{BB962C8B-B14F-4D97-AF65-F5344CB8AC3E}">
        <p14:creationId xmlns:p14="http://schemas.microsoft.com/office/powerpoint/2010/main" val="111875488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FE57-DA4C-C283-BC5B-2407BEF61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CF93B-BB1C-0609-8D38-FFAE48E06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71F85-A730-CE75-E5C0-2FE701F4E54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5F03C8B5-7F3D-2F79-36DC-79433F80AD87}"/>
              </a:ext>
            </a:extLst>
          </p:cNvPr>
          <p:cNvSpPr>
            <a:spLocks noGrp="1"/>
          </p:cNvSpPr>
          <p:nvPr>
            <p:ph type="sldNum" sz="quarter" idx="5"/>
          </p:nvPr>
        </p:nvSpPr>
        <p:spPr/>
        <p:txBody>
          <a:bodyPr/>
          <a:lstStyle/>
          <a:p>
            <a:fld id="{08A7B8A6-DC2C-4E66-899B-3FF6576B90A7}" type="slidenum">
              <a:rPr lang="en-US" smtClean="0"/>
              <a:t>254</a:t>
            </a:fld>
            <a:endParaRPr lang="en-US"/>
          </a:p>
        </p:txBody>
      </p:sp>
    </p:spTree>
    <p:extLst>
      <p:ext uri="{BB962C8B-B14F-4D97-AF65-F5344CB8AC3E}">
        <p14:creationId xmlns:p14="http://schemas.microsoft.com/office/powerpoint/2010/main" val="201881443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0BCF-6390-F5DB-B9E6-9818DC450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82DFF-B0E9-6974-FDF4-489CDC6DE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83C82-D9F3-C433-C8D8-E3DC85953DF6}"/>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71A576E-BE1D-C82E-CA24-CAE3F32BACAD}"/>
              </a:ext>
            </a:extLst>
          </p:cNvPr>
          <p:cNvSpPr>
            <a:spLocks noGrp="1"/>
          </p:cNvSpPr>
          <p:nvPr>
            <p:ph type="sldNum" sz="quarter" idx="5"/>
          </p:nvPr>
        </p:nvSpPr>
        <p:spPr/>
        <p:txBody>
          <a:bodyPr/>
          <a:lstStyle/>
          <a:p>
            <a:fld id="{08A7B8A6-DC2C-4E66-899B-3FF6576B90A7}" type="slidenum">
              <a:rPr lang="en-US" smtClean="0"/>
              <a:t>256</a:t>
            </a:fld>
            <a:endParaRPr lang="en-US"/>
          </a:p>
        </p:txBody>
      </p:sp>
    </p:spTree>
    <p:extLst>
      <p:ext uri="{BB962C8B-B14F-4D97-AF65-F5344CB8AC3E}">
        <p14:creationId xmlns:p14="http://schemas.microsoft.com/office/powerpoint/2010/main" val="8924871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7560-AAD0-5721-29E2-D05F56F02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5E775-0CB0-B338-5038-95AA82B87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B93FC-CC21-49B1-83D5-6EA4F52FCF5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B8D1B50-A86B-FB89-A2E5-A642C98F4AE3}"/>
              </a:ext>
            </a:extLst>
          </p:cNvPr>
          <p:cNvSpPr>
            <a:spLocks noGrp="1"/>
          </p:cNvSpPr>
          <p:nvPr>
            <p:ph type="sldNum" sz="quarter" idx="5"/>
          </p:nvPr>
        </p:nvSpPr>
        <p:spPr/>
        <p:txBody>
          <a:bodyPr/>
          <a:lstStyle/>
          <a:p>
            <a:fld id="{08A7B8A6-DC2C-4E66-899B-3FF6576B90A7}" type="slidenum">
              <a:rPr lang="en-US" smtClean="0"/>
              <a:t>258</a:t>
            </a:fld>
            <a:endParaRPr lang="en-US"/>
          </a:p>
        </p:txBody>
      </p:sp>
    </p:spTree>
    <p:extLst>
      <p:ext uri="{BB962C8B-B14F-4D97-AF65-F5344CB8AC3E}">
        <p14:creationId xmlns:p14="http://schemas.microsoft.com/office/powerpoint/2010/main" val="343486182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A69C-4A2D-3D18-39E8-58CF3E452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CB799-47CE-2097-DCEF-54AF12F762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5FA09-445D-7E29-9870-FBA0F696DB1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6FF43EC-2FB9-103F-9156-8B058C1B0DCA}"/>
              </a:ext>
            </a:extLst>
          </p:cNvPr>
          <p:cNvSpPr>
            <a:spLocks noGrp="1"/>
          </p:cNvSpPr>
          <p:nvPr>
            <p:ph type="sldNum" sz="quarter" idx="5"/>
          </p:nvPr>
        </p:nvSpPr>
        <p:spPr/>
        <p:txBody>
          <a:bodyPr/>
          <a:lstStyle/>
          <a:p>
            <a:fld id="{08A7B8A6-DC2C-4E66-899B-3FF6576B90A7}" type="slidenum">
              <a:rPr lang="en-US" smtClean="0"/>
              <a:t>260</a:t>
            </a:fld>
            <a:endParaRPr lang="en-US"/>
          </a:p>
        </p:txBody>
      </p:sp>
    </p:spTree>
    <p:extLst>
      <p:ext uri="{BB962C8B-B14F-4D97-AF65-F5344CB8AC3E}">
        <p14:creationId xmlns:p14="http://schemas.microsoft.com/office/powerpoint/2010/main" val="321897716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569AC-F7A7-9499-BBC3-69466009B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08F2A-6958-185F-171E-D80783243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11B24-B841-7558-14A7-7CC6CDE30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EB58236-001D-2AB9-4BF8-F14B8498B9EE}"/>
              </a:ext>
            </a:extLst>
          </p:cNvPr>
          <p:cNvSpPr>
            <a:spLocks noGrp="1"/>
          </p:cNvSpPr>
          <p:nvPr>
            <p:ph type="sldNum" sz="quarter" idx="5"/>
          </p:nvPr>
        </p:nvSpPr>
        <p:spPr/>
        <p:txBody>
          <a:bodyPr/>
          <a:lstStyle/>
          <a:p>
            <a:fld id="{08A7B8A6-DC2C-4E66-899B-3FF6576B90A7}" type="slidenum">
              <a:rPr lang="en-US" smtClean="0"/>
              <a:t>262</a:t>
            </a:fld>
            <a:endParaRPr lang="en-US"/>
          </a:p>
        </p:txBody>
      </p:sp>
    </p:spTree>
    <p:extLst>
      <p:ext uri="{BB962C8B-B14F-4D97-AF65-F5344CB8AC3E}">
        <p14:creationId xmlns:p14="http://schemas.microsoft.com/office/powerpoint/2010/main" val="186365636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BEC3C-A29F-5D25-C05D-FED5BF49F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01B5D-13A7-10D9-28AA-03E64AF8B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72CE2-DC75-85FD-AC05-A2B2CF6719A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EF06301-E0CB-38F3-CF9E-305D4ADD708F}"/>
              </a:ext>
            </a:extLst>
          </p:cNvPr>
          <p:cNvSpPr>
            <a:spLocks noGrp="1"/>
          </p:cNvSpPr>
          <p:nvPr>
            <p:ph type="sldNum" sz="quarter" idx="5"/>
          </p:nvPr>
        </p:nvSpPr>
        <p:spPr/>
        <p:txBody>
          <a:bodyPr/>
          <a:lstStyle/>
          <a:p>
            <a:fld id="{08A7B8A6-DC2C-4E66-899B-3FF6576B90A7}" type="slidenum">
              <a:rPr lang="en-US" smtClean="0"/>
              <a:t>264</a:t>
            </a:fld>
            <a:endParaRPr lang="en-US"/>
          </a:p>
        </p:txBody>
      </p:sp>
    </p:spTree>
    <p:extLst>
      <p:ext uri="{BB962C8B-B14F-4D97-AF65-F5344CB8AC3E}">
        <p14:creationId xmlns:p14="http://schemas.microsoft.com/office/powerpoint/2010/main" val="1238133904"/>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0218-55BA-993C-4C54-9457CA58A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AE172-E0CA-6672-FB85-1FF0174F5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7B80F-15EE-3E17-D9D1-E7BF083D2B2A}"/>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EE5D3B2-F992-155C-A5E7-67339DC0BFA2}"/>
              </a:ext>
            </a:extLst>
          </p:cNvPr>
          <p:cNvSpPr>
            <a:spLocks noGrp="1"/>
          </p:cNvSpPr>
          <p:nvPr>
            <p:ph type="sldNum" sz="quarter" idx="5"/>
          </p:nvPr>
        </p:nvSpPr>
        <p:spPr/>
        <p:txBody>
          <a:bodyPr/>
          <a:lstStyle/>
          <a:p>
            <a:fld id="{08A7B8A6-DC2C-4E66-899B-3FF6576B90A7}" type="slidenum">
              <a:rPr lang="en-US" smtClean="0"/>
              <a:t>266</a:t>
            </a:fld>
            <a:endParaRPr lang="en-US"/>
          </a:p>
        </p:txBody>
      </p:sp>
    </p:spTree>
    <p:extLst>
      <p:ext uri="{BB962C8B-B14F-4D97-AF65-F5344CB8AC3E}">
        <p14:creationId xmlns:p14="http://schemas.microsoft.com/office/powerpoint/2010/main" val="3768670669"/>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B754-845C-882A-549D-857FFAAD4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3E1CA-DABF-C6C3-2E8C-D90A3699C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835FA-0602-18A6-0D44-7C57DC47197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0B8B4FE-AB79-4807-62B5-F1C795737E3D}"/>
              </a:ext>
            </a:extLst>
          </p:cNvPr>
          <p:cNvSpPr>
            <a:spLocks noGrp="1"/>
          </p:cNvSpPr>
          <p:nvPr>
            <p:ph type="sldNum" sz="quarter" idx="5"/>
          </p:nvPr>
        </p:nvSpPr>
        <p:spPr/>
        <p:txBody>
          <a:bodyPr/>
          <a:lstStyle/>
          <a:p>
            <a:fld id="{08A7B8A6-DC2C-4E66-899B-3FF6576B90A7}" type="slidenum">
              <a:rPr lang="en-US" smtClean="0"/>
              <a:t>268</a:t>
            </a:fld>
            <a:endParaRPr lang="en-US"/>
          </a:p>
        </p:txBody>
      </p:sp>
    </p:spTree>
    <p:extLst>
      <p:ext uri="{BB962C8B-B14F-4D97-AF65-F5344CB8AC3E}">
        <p14:creationId xmlns:p14="http://schemas.microsoft.com/office/powerpoint/2010/main" val="148380825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CCD-C44F-9C5C-ABE3-045322568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126C1-A56E-8706-E277-1D0A583C5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9653C-47DB-C4DB-B3A9-0AEB54D3536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30C0F97-776B-9D2E-5FC2-DE05785A93FD}"/>
              </a:ext>
            </a:extLst>
          </p:cNvPr>
          <p:cNvSpPr>
            <a:spLocks noGrp="1"/>
          </p:cNvSpPr>
          <p:nvPr>
            <p:ph type="sldNum" sz="quarter" idx="5"/>
          </p:nvPr>
        </p:nvSpPr>
        <p:spPr/>
        <p:txBody>
          <a:bodyPr/>
          <a:lstStyle/>
          <a:p>
            <a:fld id="{08A7B8A6-DC2C-4E66-899B-3FF6576B90A7}" type="slidenum">
              <a:rPr lang="en-US" smtClean="0"/>
              <a:t>270</a:t>
            </a:fld>
            <a:endParaRPr lang="en-US"/>
          </a:p>
        </p:txBody>
      </p:sp>
    </p:spTree>
    <p:extLst>
      <p:ext uri="{BB962C8B-B14F-4D97-AF65-F5344CB8AC3E}">
        <p14:creationId xmlns:p14="http://schemas.microsoft.com/office/powerpoint/2010/main" val="3483748852"/>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EB7CD-4C2D-6B90-60B1-FB7B13F57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D1021-FBAC-537E-9B72-2128F405A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827D1-B89B-E1C4-F0E4-F1AA44A88D1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B3B5BC2-6E6F-173D-58D1-EDA7F1CABC11}"/>
              </a:ext>
            </a:extLst>
          </p:cNvPr>
          <p:cNvSpPr>
            <a:spLocks noGrp="1"/>
          </p:cNvSpPr>
          <p:nvPr>
            <p:ph type="sldNum" sz="quarter" idx="5"/>
          </p:nvPr>
        </p:nvSpPr>
        <p:spPr/>
        <p:txBody>
          <a:bodyPr/>
          <a:lstStyle/>
          <a:p>
            <a:fld id="{08A7B8A6-DC2C-4E66-899B-3FF6576B90A7}" type="slidenum">
              <a:rPr lang="en-US" smtClean="0"/>
              <a:t>273</a:t>
            </a:fld>
            <a:endParaRPr lang="en-US"/>
          </a:p>
        </p:txBody>
      </p:sp>
    </p:spTree>
    <p:extLst>
      <p:ext uri="{BB962C8B-B14F-4D97-AF65-F5344CB8AC3E}">
        <p14:creationId xmlns:p14="http://schemas.microsoft.com/office/powerpoint/2010/main" val="179230092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C3B1-9B4C-F741-62CF-EF61EDEC9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6113F-1A16-3BCE-AC61-17BCA43F8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87869-142F-2C13-A91E-F43FC4502B9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B6BD2F22-92B1-483D-EBF1-D44447773AF7}"/>
              </a:ext>
            </a:extLst>
          </p:cNvPr>
          <p:cNvSpPr>
            <a:spLocks noGrp="1"/>
          </p:cNvSpPr>
          <p:nvPr>
            <p:ph type="sldNum" sz="quarter" idx="5"/>
          </p:nvPr>
        </p:nvSpPr>
        <p:spPr/>
        <p:txBody>
          <a:bodyPr/>
          <a:lstStyle/>
          <a:p>
            <a:fld id="{08A7B8A6-DC2C-4E66-899B-3FF6576B90A7}" type="slidenum">
              <a:rPr lang="en-US" smtClean="0"/>
              <a:t>275</a:t>
            </a:fld>
            <a:endParaRPr lang="en-US"/>
          </a:p>
        </p:txBody>
      </p:sp>
    </p:spTree>
    <p:extLst>
      <p:ext uri="{BB962C8B-B14F-4D97-AF65-F5344CB8AC3E}">
        <p14:creationId xmlns:p14="http://schemas.microsoft.com/office/powerpoint/2010/main" val="556371360"/>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E756-2BB3-373D-0CA2-7E7A32AE7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AA657-0D6A-2C84-066F-AC5558BC6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B922C-4F8A-5D94-62C1-CB864DE564C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B25259A-6C3F-4C78-1E86-03A1BA98FB84}"/>
              </a:ext>
            </a:extLst>
          </p:cNvPr>
          <p:cNvSpPr>
            <a:spLocks noGrp="1"/>
          </p:cNvSpPr>
          <p:nvPr>
            <p:ph type="sldNum" sz="quarter" idx="5"/>
          </p:nvPr>
        </p:nvSpPr>
        <p:spPr/>
        <p:txBody>
          <a:bodyPr/>
          <a:lstStyle/>
          <a:p>
            <a:fld id="{08A7B8A6-DC2C-4E66-899B-3FF6576B90A7}" type="slidenum">
              <a:rPr lang="en-US" smtClean="0"/>
              <a:t>277</a:t>
            </a:fld>
            <a:endParaRPr lang="en-US"/>
          </a:p>
        </p:txBody>
      </p:sp>
    </p:spTree>
    <p:extLst>
      <p:ext uri="{BB962C8B-B14F-4D97-AF65-F5344CB8AC3E}">
        <p14:creationId xmlns:p14="http://schemas.microsoft.com/office/powerpoint/2010/main" val="3078284707"/>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59D79-E683-87B4-6460-0FAABFDBE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152FA-594D-4945-BE8C-01E3D6BDF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065F28-A42D-ECBD-A369-E528C8D6D3D4}"/>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DB942D8B-2FD5-B466-FC9C-4F9F5049CB45}"/>
              </a:ext>
            </a:extLst>
          </p:cNvPr>
          <p:cNvSpPr>
            <a:spLocks noGrp="1"/>
          </p:cNvSpPr>
          <p:nvPr>
            <p:ph type="sldNum" sz="quarter" idx="5"/>
          </p:nvPr>
        </p:nvSpPr>
        <p:spPr/>
        <p:txBody>
          <a:bodyPr/>
          <a:lstStyle/>
          <a:p>
            <a:fld id="{08A7B8A6-DC2C-4E66-899B-3FF6576B90A7}" type="slidenum">
              <a:rPr lang="en-US" smtClean="0"/>
              <a:t>279</a:t>
            </a:fld>
            <a:endParaRPr lang="en-US"/>
          </a:p>
        </p:txBody>
      </p:sp>
    </p:spTree>
    <p:extLst>
      <p:ext uri="{BB962C8B-B14F-4D97-AF65-F5344CB8AC3E}">
        <p14:creationId xmlns:p14="http://schemas.microsoft.com/office/powerpoint/2010/main" val="2219776920"/>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9652E-EA08-85BC-DE0D-F52C28290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1BE48-6A9D-C85A-FA82-47886732F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01CD7-01BA-F538-6209-0C5AD08DAE2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EC928E7-3785-0B68-6D92-B739D1E47112}"/>
              </a:ext>
            </a:extLst>
          </p:cNvPr>
          <p:cNvSpPr>
            <a:spLocks noGrp="1"/>
          </p:cNvSpPr>
          <p:nvPr>
            <p:ph type="sldNum" sz="quarter" idx="5"/>
          </p:nvPr>
        </p:nvSpPr>
        <p:spPr/>
        <p:txBody>
          <a:bodyPr/>
          <a:lstStyle/>
          <a:p>
            <a:fld id="{08A7B8A6-DC2C-4E66-899B-3FF6576B90A7}" type="slidenum">
              <a:rPr lang="en-US" smtClean="0"/>
              <a:t>281</a:t>
            </a:fld>
            <a:endParaRPr lang="en-US"/>
          </a:p>
        </p:txBody>
      </p:sp>
    </p:spTree>
    <p:extLst>
      <p:ext uri="{BB962C8B-B14F-4D97-AF65-F5344CB8AC3E}">
        <p14:creationId xmlns:p14="http://schemas.microsoft.com/office/powerpoint/2010/main" val="3127101163"/>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E67E-D8E7-7FC2-0AF8-EC173AE5E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62C61-8178-6F30-E0B6-CBEDAF4A13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13C87-9CD0-53FE-9D35-03E76FE322E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41C82DD-09EB-2C25-FC2E-737C9BDD4876}"/>
              </a:ext>
            </a:extLst>
          </p:cNvPr>
          <p:cNvSpPr>
            <a:spLocks noGrp="1"/>
          </p:cNvSpPr>
          <p:nvPr>
            <p:ph type="sldNum" sz="quarter" idx="5"/>
          </p:nvPr>
        </p:nvSpPr>
        <p:spPr/>
        <p:txBody>
          <a:bodyPr/>
          <a:lstStyle/>
          <a:p>
            <a:fld id="{08A7B8A6-DC2C-4E66-899B-3FF6576B90A7}" type="slidenum">
              <a:rPr lang="en-US" smtClean="0"/>
              <a:t>283</a:t>
            </a:fld>
            <a:endParaRPr lang="en-US"/>
          </a:p>
        </p:txBody>
      </p:sp>
    </p:spTree>
    <p:extLst>
      <p:ext uri="{BB962C8B-B14F-4D97-AF65-F5344CB8AC3E}">
        <p14:creationId xmlns:p14="http://schemas.microsoft.com/office/powerpoint/2010/main" val="708766219"/>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B018E-F56C-EBD0-94F1-A6B92DE18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A5A41-4F3F-9617-0E3D-BDC2373D6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EDB15-B740-29D2-C16B-D3FB8F53622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B924393-5D56-6F05-2634-2E6F82E6B197}"/>
              </a:ext>
            </a:extLst>
          </p:cNvPr>
          <p:cNvSpPr>
            <a:spLocks noGrp="1"/>
          </p:cNvSpPr>
          <p:nvPr>
            <p:ph type="sldNum" sz="quarter" idx="5"/>
          </p:nvPr>
        </p:nvSpPr>
        <p:spPr/>
        <p:txBody>
          <a:bodyPr/>
          <a:lstStyle/>
          <a:p>
            <a:fld id="{08A7B8A6-DC2C-4E66-899B-3FF6576B90A7}" type="slidenum">
              <a:rPr lang="en-US" smtClean="0"/>
              <a:t>284</a:t>
            </a:fld>
            <a:endParaRPr lang="en-US"/>
          </a:p>
        </p:txBody>
      </p:sp>
    </p:spTree>
    <p:extLst>
      <p:ext uri="{BB962C8B-B14F-4D97-AF65-F5344CB8AC3E}">
        <p14:creationId xmlns:p14="http://schemas.microsoft.com/office/powerpoint/2010/main" val="3482084733"/>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4380-10DB-0F20-20A1-5A5C11A13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BAEED-9483-E6E3-927A-6EE9E3C3B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C886D3-F973-AF2C-4D3D-DFA5211F336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1A17196-2C53-EB86-DE64-9904D596971E}"/>
              </a:ext>
            </a:extLst>
          </p:cNvPr>
          <p:cNvSpPr>
            <a:spLocks noGrp="1"/>
          </p:cNvSpPr>
          <p:nvPr>
            <p:ph type="sldNum" sz="quarter" idx="5"/>
          </p:nvPr>
        </p:nvSpPr>
        <p:spPr/>
        <p:txBody>
          <a:bodyPr/>
          <a:lstStyle/>
          <a:p>
            <a:fld id="{08A7B8A6-DC2C-4E66-899B-3FF6576B90A7}" type="slidenum">
              <a:rPr lang="en-US" smtClean="0"/>
              <a:t>286</a:t>
            </a:fld>
            <a:endParaRPr lang="en-US"/>
          </a:p>
        </p:txBody>
      </p:sp>
    </p:spTree>
    <p:extLst>
      <p:ext uri="{BB962C8B-B14F-4D97-AF65-F5344CB8AC3E}">
        <p14:creationId xmlns:p14="http://schemas.microsoft.com/office/powerpoint/2010/main" val="4185289256"/>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7D1E-A910-E9EA-6305-FA3C636F2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5B71E-301C-8F97-F0AA-FA25BE00B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72DC3-5E57-46D2-08BD-856B9F41E78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27CAA71-04DB-75C5-AA7C-14E1F969F42B}"/>
              </a:ext>
            </a:extLst>
          </p:cNvPr>
          <p:cNvSpPr>
            <a:spLocks noGrp="1"/>
          </p:cNvSpPr>
          <p:nvPr>
            <p:ph type="sldNum" sz="quarter" idx="5"/>
          </p:nvPr>
        </p:nvSpPr>
        <p:spPr/>
        <p:txBody>
          <a:bodyPr/>
          <a:lstStyle/>
          <a:p>
            <a:fld id="{08A7B8A6-DC2C-4E66-899B-3FF6576B90A7}" type="slidenum">
              <a:rPr lang="en-US" smtClean="0"/>
              <a:t>288</a:t>
            </a:fld>
            <a:endParaRPr lang="en-US"/>
          </a:p>
        </p:txBody>
      </p:sp>
    </p:spTree>
    <p:extLst>
      <p:ext uri="{BB962C8B-B14F-4D97-AF65-F5344CB8AC3E}">
        <p14:creationId xmlns:p14="http://schemas.microsoft.com/office/powerpoint/2010/main" val="2259434610"/>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5353-3D36-E197-8765-CFA4BEF50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62CF9-ED95-153A-F791-4D2111B32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DA688-B5FC-73B9-F3C9-5E3DD3F0E282}"/>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19440088-520D-F60F-C6BF-EEF6E6997269}"/>
              </a:ext>
            </a:extLst>
          </p:cNvPr>
          <p:cNvSpPr>
            <a:spLocks noGrp="1"/>
          </p:cNvSpPr>
          <p:nvPr>
            <p:ph type="sldNum" sz="quarter" idx="5"/>
          </p:nvPr>
        </p:nvSpPr>
        <p:spPr/>
        <p:txBody>
          <a:bodyPr/>
          <a:lstStyle/>
          <a:p>
            <a:fld id="{08A7B8A6-DC2C-4E66-899B-3FF6576B90A7}" type="slidenum">
              <a:rPr lang="en-US" smtClean="0"/>
              <a:t>289</a:t>
            </a:fld>
            <a:endParaRPr lang="en-US"/>
          </a:p>
        </p:txBody>
      </p:sp>
    </p:spTree>
    <p:extLst>
      <p:ext uri="{BB962C8B-B14F-4D97-AF65-F5344CB8AC3E}">
        <p14:creationId xmlns:p14="http://schemas.microsoft.com/office/powerpoint/2010/main" val="3062021434"/>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FA4D-BEEC-E472-3AE3-27145FE92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C8728-608E-9333-937F-6D4B5CB69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7876B-6677-0E1D-1179-AF74784F54F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A90861E3-C18B-93F8-6818-82F28FC7D34A}"/>
              </a:ext>
            </a:extLst>
          </p:cNvPr>
          <p:cNvSpPr>
            <a:spLocks noGrp="1"/>
          </p:cNvSpPr>
          <p:nvPr>
            <p:ph type="sldNum" sz="quarter" idx="5"/>
          </p:nvPr>
        </p:nvSpPr>
        <p:spPr/>
        <p:txBody>
          <a:bodyPr/>
          <a:lstStyle/>
          <a:p>
            <a:fld id="{08A7B8A6-DC2C-4E66-899B-3FF6576B90A7}" type="slidenum">
              <a:rPr lang="en-US" smtClean="0"/>
              <a:t>290</a:t>
            </a:fld>
            <a:endParaRPr lang="en-US"/>
          </a:p>
        </p:txBody>
      </p:sp>
    </p:spTree>
    <p:extLst>
      <p:ext uri="{BB962C8B-B14F-4D97-AF65-F5344CB8AC3E}">
        <p14:creationId xmlns:p14="http://schemas.microsoft.com/office/powerpoint/2010/main" val="289729741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439D-1123-B167-A504-42C4C43F7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9B020-40F9-75D0-E935-F252C83D4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A0D76-27FC-0B1B-0BBF-195D4BC55B2F}"/>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93523EEE-3944-9D93-7909-E82E51BDC902}"/>
              </a:ext>
            </a:extLst>
          </p:cNvPr>
          <p:cNvSpPr>
            <a:spLocks noGrp="1"/>
          </p:cNvSpPr>
          <p:nvPr>
            <p:ph type="sldNum" sz="quarter" idx="5"/>
          </p:nvPr>
        </p:nvSpPr>
        <p:spPr/>
        <p:txBody>
          <a:bodyPr/>
          <a:lstStyle/>
          <a:p>
            <a:fld id="{08A7B8A6-DC2C-4E66-899B-3FF6576B90A7}" type="slidenum">
              <a:rPr lang="en-US" smtClean="0"/>
              <a:t>292</a:t>
            </a:fld>
            <a:endParaRPr lang="en-US"/>
          </a:p>
        </p:txBody>
      </p:sp>
    </p:spTree>
    <p:extLst>
      <p:ext uri="{BB962C8B-B14F-4D97-AF65-F5344CB8AC3E}">
        <p14:creationId xmlns:p14="http://schemas.microsoft.com/office/powerpoint/2010/main" val="19605873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FCB4-BCB5-E51F-1C7B-E429B6CBE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E570A-A2A8-5E87-E52D-1A65147D8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3E5D6-D4AD-EB5B-053F-501FAF4E584C}"/>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4077B89-AA3E-2670-691F-86C3EEC1CD70}"/>
              </a:ext>
            </a:extLst>
          </p:cNvPr>
          <p:cNvSpPr>
            <a:spLocks noGrp="1"/>
          </p:cNvSpPr>
          <p:nvPr>
            <p:ph type="sldNum" sz="quarter" idx="5"/>
          </p:nvPr>
        </p:nvSpPr>
        <p:spPr/>
        <p:txBody>
          <a:bodyPr/>
          <a:lstStyle/>
          <a:p>
            <a:fld id="{08A7B8A6-DC2C-4E66-899B-3FF6576B90A7}" type="slidenum">
              <a:rPr lang="en-US" smtClean="0"/>
              <a:t>294</a:t>
            </a:fld>
            <a:endParaRPr lang="en-US"/>
          </a:p>
        </p:txBody>
      </p:sp>
    </p:spTree>
    <p:extLst>
      <p:ext uri="{BB962C8B-B14F-4D97-AF65-F5344CB8AC3E}">
        <p14:creationId xmlns:p14="http://schemas.microsoft.com/office/powerpoint/2010/main" val="311523964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50F92-27D3-A440-981F-4B29CBF72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90EE5-AC31-BCE3-7769-A09C4619A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0227D-4BFD-53C0-2680-DA249CC6A668}"/>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886CBDB7-A35D-2183-BAB2-EB6A227F7FB2}"/>
              </a:ext>
            </a:extLst>
          </p:cNvPr>
          <p:cNvSpPr>
            <a:spLocks noGrp="1"/>
          </p:cNvSpPr>
          <p:nvPr>
            <p:ph type="sldNum" sz="quarter" idx="5"/>
          </p:nvPr>
        </p:nvSpPr>
        <p:spPr/>
        <p:txBody>
          <a:bodyPr/>
          <a:lstStyle/>
          <a:p>
            <a:fld id="{08A7B8A6-DC2C-4E66-899B-3FF6576B90A7}" type="slidenum">
              <a:rPr lang="en-US" smtClean="0"/>
              <a:t>296</a:t>
            </a:fld>
            <a:endParaRPr lang="en-US"/>
          </a:p>
        </p:txBody>
      </p:sp>
    </p:spTree>
    <p:extLst>
      <p:ext uri="{BB962C8B-B14F-4D97-AF65-F5344CB8AC3E}">
        <p14:creationId xmlns:p14="http://schemas.microsoft.com/office/powerpoint/2010/main" val="2711401810"/>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D1E5-A6BB-4ABD-4F0C-9C3B0B0CD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ABB81-A570-FEEC-E3DA-A15B523F4E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43137-0799-D843-D9C2-258CE7182B17}"/>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BF43519-205C-0B43-A950-5686ED8578B4}"/>
              </a:ext>
            </a:extLst>
          </p:cNvPr>
          <p:cNvSpPr>
            <a:spLocks noGrp="1"/>
          </p:cNvSpPr>
          <p:nvPr>
            <p:ph type="sldNum" sz="quarter" idx="5"/>
          </p:nvPr>
        </p:nvSpPr>
        <p:spPr/>
        <p:txBody>
          <a:bodyPr/>
          <a:lstStyle/>
          <a:p>
            <a:fld id="{08A7B8A6-DC2C-4E66-899B-3FF6576B90A7}" type="slidenum">
              <a:rPr lang="en-US" smtClean="0"/>
              <a:t>298</a:t>
            </a:fld>
            <a:endParaRPr lang="en-US"/>
          </a:p>
        </p:txBody>
      </p:sp>
    </p:spTree>
    <p:extLst>
      <p:ext uri="{BB962C8B-B14F-4D97-AF65-F5344CB8AC3E}">
        <p14:creationId xmlns:p14="http://schemas.microsoft.com/office/powerpoint/2010/main" val="2676551739"/>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FC52-15FB-D45F-2BC5-B8763A93E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D6783-2901-A1F4-B3A9-7A1FE0F07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B9B48-AEB2-E627-B66C-FE7CBF8FF179}"/>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0DFA12C4-9A74-B432-E662-A5B9CE30D3F3}"/>
              </a:ext>
            </a:extLst>
          </p:cNvPr>
          <p:cNvSpPr>
            <a:spLocks noGrp="1"/>
          </p:cNvSpPr>
          <p:nvPr>
            <p:ph type="sldNum" sz="quarter" idx="5"/>
          </p:nvPr>
        </p:nvSpPr>
        <p:spPr/>
        <p:txBody>
          <a:bodyPr/>
          <a:lstStyle/>
          <a:p>
            <a:fld id="{08A7B8A6-DC2C-4E66-899B-3FF6576B90A7}" type="slidenum">
              <a:rPr lang="en-US" smtClean="0"/>
              <a:t>300</a:t>
            </a:fld>
            <a:endParaRPr lang="en-US"/>
          </a:p>
        </p:txBody>
      </p:sp>
    </p:spTree>
    <p:extLst>
      <p:ext uri="{BB962C8B-B14F-4D97-AF65-F5344CB8AC3E}">
        <p14:creationId xmlns:p14="http://schemas.microsoft.com/office/powerpoint/2010/main" val="3953449084"/>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8067A-EC22-193B-3C1F-B19673689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8639C-9230-164D-6EDC-98FEE635B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33B14-D765-AD01-B10F-A844CB4CC290}"/>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C50928F-33D7-65FA-2044-E714F0121E42}"/>
              </a:ext>
            </a:extLst>
          </p:cNvPr>
          <p:cNvSpPr>
            <a:spLocks noGrp="1"/>
          </p:cNvSpPr>
          <p:nvPr>
            <p:ph type="sldNum" sz="quarter" idx="5"/>
          </p:nvPr>
        </p:nvSpPr>
        <p:spPr/>
        <p:txBody>
          <a:bodyPr/>
          <a:lstStyle/>
          <a:p>
            <a:fld id="{08A7B8A6-DC2C-4E66-899B-3FF6576B90A7}" type="slidenum">
              <a:rPr lang="en-US" smtClean="0"/>
              <a:t>301</a:t>
            </a:fld>
            <a:endParaRPr lang="en-US"/>
          </a:p>
        </p:txBody>
      </p:sp>
    </p:spTree>
    <p:extLst>
      <p:ext uri="{BB962C8B-B14F-4D97-AF65-F5344CB8AC3E}">
        <p14:creationId xmlns:p14="http://schemas.microsoft.com/office/powerpoint/2010/main" val="33835018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79B5B-51D5-B082-532A-0D8A79FA3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96B35-6E6A-CF23-FDE1-615331D12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2CD79-0D94-3374-D2EB-2AC2A5A94BE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3651D0F2-98D0-9484-6A1C-CA3D86365640}"/>
              </a:ext>
            </a:extLst>
          </p:cNvPr>
          <p:cNvSpPr>
            <a:spLocks noGrp="1"/>
          </p:cNvSpPr>
          <p:nvPr>
            <p:ph type="sldNum" sz="quarter" idx="5"/>
          </p:nvPr>
        </p:nvSpPr>
        <p:spPr/>
        <p:txBody>
          <a:bodyPr/>
          <a:lstStyle/>
          <a:p>
            <a:fld id="{08A7B8A6-DC2C-4E66-899B-3FF6576B90A7}" type="slidenum">
              <a:rPr lang="en-US" smtClean="0"/>
              <a:t>302</a:t>
            </a:fld>
            <a:endParaRPr lang="en-US"/>
          </a:p>
        </p:txBody>
      </p:sp>
    </p:spTree>
    <p:extLst>
      <p:ext uri="{BB962C8B-B14F-4D97-AF65-F5344CB8AC3E}">
        <p14:creationId xmlns:p14="http://schemas.microsoft.com/office/powerpoint/2010/main" val="1589829319"/>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8DF0-3FCF-50BD-BE68-6739497F1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2A799-367B-B6B3-AA59-197433149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AC4ECD-40F1-E363-6A01-7621B045DEC5}"/>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FAB67943-DC43-0C36-B435-4F4DB2309E9F}"/>
              </a:ext>
            </a:extLst>
          </p:cNvPr>
          <p:cNvSpPr>
            <a:spLocks noGrp="1"/>
          </p:cNvSpPr>
          <p:nvPr>
            <p:ph type="sldNum" sz="quarter" idx="5"/>
          </p:nvPr>
        </p:nvSpPr>
        <p:spPr/>
        <p:txBody>
          <a:bodyPr/>
          <a:lstStyle/>
          <a:p>
            <a:fld id="{08A7B8A6-DC2C-4E66-899B-3FF6576B90A7}" type="slidenum">
              <a:rPr lang="en-US" smtClean="0"/>
              <a:t>303</a:t>
            </a:fld>
            <a:endParaRPr lang="en-US"/>
          </a:p>
        </p:txBody>
      </p:sp>
    </p:spTree>
    <p:extLst>
      <p:ext uri="{BB962C8B-B14F-4D97-AF65-F5344CB8AC3E}">
        <p14:creationId xmlns:p14="http://schemas.microsoft.com/office/powerpoint/2010/main" val="2909637652"/>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604A-7186-181B-4093-4C6FD56D4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CAFCC-E750-93F9-62BA-3B988F6B6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8689B-9110-1E8D-C2BF-58E50CD74DB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613572B3-FA66-7ADC-9370-EE1ABBA6F0EF}"/>
              </a:ext>
            </a:extLst>
          </p:cNvPr>
          <p:cNvSpPr>
            <a:spLocks noGrp="1"/>
          </p:cNvSpPr>
          <p:nvPr>
            <p:ph type="sldNum" sz="quarter" idx="5"/>
          </p:nvPr>
        </p:nvSpPr>
        <p:spPr/>
        <p:txBody>
          <a:bodyPr/>
          <a:lstStyle/>
          <a:p>
            <a:fld id="{08A7B8A6-DC2C-4E66-899B-3FF6576B90A7}" type="slidenum">
              <a:rPr lang="en-US" smtClean="0"/>
              <a:t>305</a:t>
            </a:fld>
            <a:endParaRPr lang="en-US"/>
          </a:p>
        </p:txBody>
      </p:sp>
    </p:spTree>
    <p:extLst>
      <p:ext uri="{BB962C8B-B14F-4D97-AF65-F5344CB8AC3E}">
        <p14:creationId xmlns:p14="http://schemas.microsoft.com/office/powerpoint/2010/main" val="3681407173"/>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6ED7-0962-BBC0-066E-F0E69876C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299A1-01C0-B020-4755-44E6F3C3D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52BBC-D0B3-E95C-405B-BD9CA02C517B}"/>
              </a:ext>
            </a:extLst>
          </p:cNvPr>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a:extLst>
              <a:ext uri="{FF2B5EF4-FFF2-40B4-BE49-F238E27FC236}">
                <a16:creationId xmlns:a16="http://schemas.microsoft.com/office/drawing/2014/main" id="{73486700-D297-231B-9CE1-B59B2B50F4DE}"/>
              </a:ext>
            </a:extLst>
          </p:cNvPr>
          <p:cNvSpPr>
            <a:spLocks noGrp="1"/>
          </p:cNvSpPr>
          <p:nvPr>
            <p:ph type="sldNum" sz="quarter" idx="5"/>
          </p:nvPr>
        </p:nvSpPr>
        <p:spPr/>
        <p:txBody>
          <a:bodyPr/>
          <a:lstStyle/>
          <a:p>
            <a:fld id="{08A7B8A6-DC2C-4E66-899B-3FF6576B90A7}" type="slidenum">
              <a:rPr lang="en-US" smtClean="0"/>
              <a:t>307</a:t>
            </a:fld>
            <a:endParaRPr lang="en-US"/>
          </a:p>
        </p:txBody>
      </p:sp>
    </p:spTree>
    <p:extLst>
      <p:ext uri="{BB962C8B-B14F-4D97-AF65-F5344CB8AC3E}">
        <p14:creationId xmlns:p14="http://schemas.microsoft.com/office/powerpoint/2010/main" val="438351712"/>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hlinkClick r:id="rId3"/>
              </a:rPr>
              <a:t>Introduction - </a:t>
            </a:r>
            <a:r>
              <a:rPr lang="fr-FR" err="1">
                <a:hlinkClick r:id="rId3"/>
              </a:rPr>
              <a:t>Kubernetes</a:t>
            </a:r>
            <a:r>
              <a:rPr lang="fr-FR">
                <a:hlinkClick r:id="rId3"/>
              </a:rPr>
              <a:t> CSI </a:t>
            </a:r>
            <a:r>
              <a:rPr lang="fr-FR" err="1">
                <a:hlinkClick r:id="rId3"/>
              </a:rPr>
              <a:t>Developer</a:t>
            </a:r>
            <a:r>
              <a:rPr lang="fr-FR">
                <a:hlinkClick r:id="rId3"/>
              </a:rPr>
              <a:t> Documentation</a:t>
            </a:r>
            <a:endParaRPr lang="fr-FR"/>
          </a:p>
          <a:p>
            <a:endParaRPr lang="en-US"/>
          </a:p>
        </p:txBody>
      </p:sp>
      <p:sp>
        <p:nvSpPr>
          <p:cNvPr id="4" name="Slide Number Placeholder 3"/>
          <p:cNvSpPr>
            <a:spLocks noGrp="1"/>
          </p:cNvSpPr>
          <p:nvPr>
            <p:ph type="sldNum" sz="quarter" idx="5"/>
          </p:nvPr>
        </p:nvSpPr>
        <p:spPr/>
        <p:txBody>
          <a:bodyPr/>
          <a:lstStyle/>
          <a:p>
            <a:fld id="{08A7B8A6-DC2C-4E66-899B-3FF6576B90A7}" type="slidenum">
              <a:rPr lang="en-US" smtClean="0"/>
              <a:t>322</a:t>
            </a:fld>
            <a:endParaRPr lang="en-US"/>
          </a:p>
        </p:txBody>
      </p:sp>
    </p:spTree>
    <p:extLst>
      <p:ext uri="{BB962C8B-B14F-4D97-AF65-F5344CB8AC3E}">
        <p14:creationId xmlns:p14="http://schemas.microsoft.com/office/powerpoint/2010/main" val="1117911003"/>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548E-7889-4FB1-3D34-729249C3C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EEDC-29B8-F780-BBA7-D70901BEC7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46AC8-C9B6-826D-6F26-916965BE4716}"/>
              </a:ext>
            </a:extLst>
          </p:cNvPr>
          <p:cNvSpPr>
            <a:spLocks noGrp="1"/>
          </p:cNvSpPr>
          <p:nvPr>
            <p:ph type="body" idx="1"/>
          </p:nvPr>
        </p:nvSpPr>
        <p:spPr/>
        <p:txBody>
          <a:bodyPr/>
          <a:lstStyle/>
          <a:p>
            <a:r>
              <a:rPr lang="en-US" err="1">
                <a:hlinkClick r:id="rId3"/>
              </a:rPr>
              <a:t>kubernetes</a:t>
            </a:r>
            <a:r>
              <a:rPr lang="en-US">
                <a:hlinkClick r:id="rId3"/>
              </a:rPr>
              <a:t>-sigs/secrets-store-</a:t>
            </a:r>
            <a:r>
              <a:rPr lang="en-US" err="1">
                <a:hlinkClick r:id="rId3"/>
              </a:rPr>
              <a:t>csi</a:t>
            </a:r>
            <a:r>
              <a:rPr lang="en-US">
                <a:hlinkClick r:id="rId3"/>
              </a:rPr>
              <a:t>-driver: Secrets Store CSI driver for Kubernetes secrets - Integrates secrets stores with Kubernetes via a CSI volume.</a:t>
            </a:r>
            <a:endParaRPr lang="en-US"/>
          </a:p>
        </p:txBody>
      </p:sp>
      <p:sp>
        <p:nvSpPr>
          <p:cNvPr id="4" name="Slide Number Placeholder 3">
            <a:extLst>
              <a:ext uri="{FF2B5EF4-FFF2-40B4-BE49-F238E27FC236}">
                <a16:creationId xmlns:a16="http://schemas.microsoft.com/office/drawing/2014/main" id="{E8F39BF4-27E5-3D6E-1915-93F9048E8E04}"/>
              </a:ext>
            </a:extLst>
          </p:cNvPr>
          <p:cNvSpPr>
            <a:spLocks noGrp="1"/>
          </p:cNvSpPr>
          <p:nvPr>
            <p:ph type="sldNum" sz="quarter" idx="5"/>
          </p:nvPr>
        </p:nvSpPr>
        <p:spPr/>
        <p:txBody>
          <a:bodyPr/>
          <a:lstStyle/>
          <a:p>
            <a:fld id="{08A7B8A6-DC2C-4E66-899B-3FF6576B90A7}" type="slidenum">
              <a:rPr lang="en-US" smtClean="0"/>
              <a:t>323</a:t>
            </a:fld>
            <a:endParaRPr lang="en-US"/>
          </a:p>
        </p:txBody>
      </p:sp>
    </p:spTree>
    <p:extLst>
      <p:ext uri="{BB962C8B-B14F-4D97-AF65-F5344CB8AC3E}">
        <p14:creationId xmlns:p14="http://schemas.microsoft.com/office/powerpoint/2010/main" val="78352528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05F6-65EB-7857-45CF-ED0C34304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BD042-19F7-626C-D78C-675A9CBCA4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6B38-9548-B04C-8F48-3EB8D8A2B311}"/>
              </a:ext>
            </a:extLst>
          </p:cNvPr>
          <p:cNvSpPr>
            <a:spLocks noGrp="1"/>
          </p:cNvSpPr>
          <p:nvPr>
            <p:ph type="body" idx="1"/>
          </p:nvPr>
        </p:nvSpPr>
        <p:spPr/>
        <p:txBody>
          <a:bodyPr/>
          <a:lstStyle/>
          <a:p>
            <a:r>
              <a:rPr lang="en-US" err="1">
                <a:hlinkClick r:id="rId3"/>
              </a:rPr>
              <a:t>kubernetes</a:t>
            </a:r>
            <a:r>
              <a:rPr lang="en-US">
                <a:hlinkClick r:id="rId3"/>
              </a:rPr>
              <a:t>-sigs/secrets-store-</a:t>
            </a:r>
            <a:r>
              <a:rPr lang="en-US" err="1">
                <a:hlinkClick r:id="rId3"/>
              </a:rPr>
              <a:t>csi</a:t>
            </a:r>
            <a:r>
              <a:rPr lang="en-US">
                <a:hlinkClick r:id="rId3"/>
              </a:rPr>
              <a:t>-driver: Secrets Store CSI driver for Kubernetes secrets - Integrates secrets stores with Kubernetes via a CSI volume.</a:t>
            </a:r>
            <a:endParaRPr lang="en-US"/>
          </a:p>
        </p:txBody>
      </p:sp>
      <p:sp>
        <p:nvSpPr>
          <p:cNvPr id="4" name="Slide Number Placeholder 3">
            <a:extLst>
              <a:ext uri="{FF2B5EF4-FFF2-40B4-BE49-F238E27FC236}">
                <a16:creationId xmlns:a16="http://schemas.microsoft.com/office/drawing/2014/main" id="{E53D028E-3C24-998C-CBB6-4E560BC1DF0D}"/>
              </a:ext>
            </a:extLst>
          </p:cNvPr>
          <p:cNvSpPr>
            <a:spLocks noGrp="1"/>
          </p:cNvSpPr>
          <p:nvPr>
            <p:ph type="sldNum" sz="quarter" idx="5"/>
          </p:nvPr>
        </p:nvSpPr>
        <p:spPr/>
        <p:txBody>
          <a:bodyPr/>
          <a:lstStyle/>
          <a:p>
            <a:fld id="{08A7B8A6-DC2C-4E66-899B-3FF6576B90A7}" type="slidenum">
              <a:rPr lang="en-US" smtClean="0"/>
              <a:t>324</a:t>
            </a:fld>
            <a:endParaRPr lang="en-US"/>
          </a:p>
        </p:txBody>
      </p:sp>
    </p:spTree>
    <p:extLst>
      <p:ext uri="{BB962C8B-B14F-4D97-AF65-F5344CB8AC3E}">
        <p14:creationId xmlns:p14="http://schemas.microsoft.com/office/powerpoint/2010/main" val="305051978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8050-4EE2-AC6B-FD42-B4E6E7AC11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9C9F8-0C4A-8CCB-4376-34B244F09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72743-0039-3B23-FB40-B2088E9392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851271-9813-3897-029D-75D97204ADDF}"/>
              </a:ext>
            </a:extLst>
          </p:cNvPr>
          <p:cNvSpPr>
            <a:spLocks noGrp="1"/>
          </p:cNvSpPr>
          <p:nvPr>
            <p:ph type="sldNum" sz="quarter" idx="5"/>
          </p:nvPr>
        </p:nvSpPr>
        <p:spPr/>
        <p:txBody>
          <a:bodyPr/>
          <a:lstStyle/>
          <a:p>
            <a:fld id="{08A7B8A6-DC2C-4E66-899B-3FF6576B90A7}" type="slidenum">
              <a:rPr lang="en-US" smtClean="0"/>
              <a:t>325</a:t>
            </a:fld>
            <a:endParaRPr lang="en-US"/>
          </a:p>
        </p:txBody>
      </p:sp>
    </p:spTree>
    <p:extLst>
      <p:ext uri="{BB962C8B-B14F-4D97-AF65-F5344CB8AC3E}">
        <p14:creationId xmlns:p14="http://schemas.microsoft.com/office/powerpoint/2010/main" val="151674328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E732-6751-9DF3-79FE-DE960E76F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FB056-9222-2E2A-1C51-C9AF6481E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D80FB-4B09-54C7-8772-E351417E1E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E7BE72-9B29-0882-16B0-6296CA56A522}"/>
              </a:ext>
            </a:extLst>
          </p:cNvPr>
          <p:cNvSpPr>
            <a:spLocks noGrp="1"/>
          </p:cNvSpPr>
          <p:nvPr>
            <p:ph type="sldNum" sz="quarter" idx="5"/>
          </p:nvPr>
        </p:nvSpPr>
        <p:spPr/>
        <p:txBody>
          <a:bodyPr/>
          <a:lstStyle/>
          <a:p>
            <a:fld id="{08A7B8A6-DC2C-4E66-899B-3FF6576B90A7}" type="slidenum">
              <a:rPr lang="en-US" smtClean="0"/>
              <a:t>326</a:t>
            </a:fld>
            <a:endParaRPr lang="en-US"/>
          </a:p>
        </p:txBody>
      </p:sp>
    </p:spTree>
    <p:extLst>
      <p:ext uri="{BB962C8B-B14F-4D97-AF65-F5344CB8AC3E}">
        <p14:creationId xmlns:p14="http://schemas.microsoft.com/office/powerpoint/2010/main" val="1103733127"/>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80F8-15B7-511E-A7C0-DAD77D136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FCFC9-B6A4-0350-5D22-3BC9A2362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E247E-2EEA-55BA-3AA1-66F75C7AE3FE}"/>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66E89A20-404E-99D7-CBC2-8C91CF5883EA}"/>
              </a:ext>
            </a:extLst>
          </p:cNvPr>
          <p:cNvSpPr>
            <a:spLocks noGrp="1"/>
          </p:cNvSpPr>
          <p:nvPr>
            <p:ph type="sldNum" sz="quarter" idx="5"/>
          </p:nvPr>
        </p:nvSpPr>
        <p:spPr/>
        <p:txBody>
          <a:bodyPr/>
          <a:lstStyle/>
          <a:p>
            <a:fld id="{08A7B8A6-DC2C-4E66-899B-3FF6576B90A7}" type="slidenum">
              <a:rPr lang="en-US" smtClean="0"/>
              <a:t>329</a:t>
            </a:fld>
            <a:endParaRPr lang="en-US"/>
          </a:p>
        </p:txBody>
      </p:sp>
    </p:spTree>
    <p:extLst>
      <p:ext uri="{BB962C8B-B14F-4D97-AF65-F5344CB8AC3E}">
        <p14:creationId xmlns:p14="http://schemas.microsoft.com/office/powerpoint/2010/main" val="2724328565"/>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9FB0-311A-8ED3-70B0-6DF0F5763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C9D71-7FA7-5647-0C6D-F5E075E18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30A1F-0E5A-1874-4705-14886C2EA0A5}"/>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3836E833-E1A3-F5E1-CF0C-CFEF8DD21EA4}"/>
              </a:ext>
            </a:extLst>
          </p:cNvPr>
          <p:cNvSpPr>
            <a:spLocks noGrp="1"/>
          </p:cNvSpPr>
          <p:nvPr>
            <p:ph type="sldNum" sz="quarter" idx="5"/>
          </p:nvPr>
        </p:nvSpPr>
        <p:spPr/>
        <p:txBody>
          <a:bodyPr/>
          <a:lstStyle/>
          <a:p>
            <a:fld id="{08A7B8A6-DC2C-4E66-899B-3FF6576B90A7}" type="slidenum">
              <a:rPr lang="en-US" smtClean="0"/>
              <a:t>330</a:t>
            </a:fld>
            <a:endParaRPr lang="en-US"/>
          </a:p>
        </p:txBody>
      </p:sp>
    </p:spTree>
    <p:extLst>
      <p:ext uri="{BB962C8B-B14F-4D97-AF65-F5344CB8AC3E}">
        <p14:creationId xmlns:p14="http://schemas.microsoft.com/office/powerpoint/2010/main" val="4185759229"/>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F422-4DC4-0EA4-73CE-55572F0DC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17248-8C62-69BF-3FB2-1FC31D61C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18434-866B-090B-5AE4-7ABA5FDC2FC3}"/>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20F685D7-4CA6-9B52-80AE-C27D88E10870}"/>
              </a:ext>
            </a:extLst>
          </p:cNvPr>
          <p:cNvSpPr>
            <a:spLocks noGrp="1"/>
          </p:cNvSpPr>
          <p:nvPr>
            <p:ph type="sldNum" sz="quarter" idx="5"/>
          </p:nvPr>
        </p:nvSpPr>
        <p:spPr/>
        <p:txBody>
          <a:bodyPr/>
          <a:lstStyle/>
          <a:p>
            <a:fld id="{08A7B8A6-DC2C-4E66-899B-3FF6576B90A7}" type="slidenum">
              <a:rPr lang="en-US" smtClean="0"/>
              <a:t>331</a:t>
            </a:fld>
            <a:endParaRPr lang="en-US"/>
          </a:p>
        </p:txBody>
      </p:sp>
    </p:spTree>
    <p:extLst>
      <p:ext uri="{BB962C8B-B14F-4D97-AF65-F5344CB8AC3E}">
        <p14:creationId xmlns:p14="http://schemas.microsoft.com/office/powerpoint/2010/main" val="3005361818"/>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0C66-EEB1-CEEE-A665-5CFC2665E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8DB52-EE97-6F5A-3BB5-0C3E9811D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BB0A7-EA8A-A8C0-978B-74F9509DEF54}"/>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85E1A073-AC19-B366-3ADE-DA0605D1AAF0}"/>
              </a:ext>
            </a:extLst>
          </p:cNvPr>
          <p:cNvSpPr>
            <a:spLocks noGrp="1"/>
          </p:cNvSpPr>
          <p:nvPr>
            <p:ph type="sldNum" sz="quarter" idx="5"/>
          </p:nvPr>
        </p:nvSpPr>
        <p:spPr/>
        <p:txBody>
          <a:bodyPr/>
          <a:lstStyle/>
          <a:p>
            <a:fld id="{08A7B8A6-DC2C-4E66-899B-3FF6576B90A7}" type="slidenum">
              <a:rPr lang="en-US" smtClean="0"/>
              <a:t>332</a:t>
            </a:fld>
            <a:endParaRPr lang="en-US"/>
          </a:p>
        </p:txBody>
      </p:sp>
    </p:spTree>
    <p:extLst>
      <p:ext uri="{BB962C8B-B14F-4D97-AF65-F5344CB8AC3E}">
        <p14:creationId xmlns:p14="http://schemas.microsoft.com/office/powerpoint/2010/main" val="1351337365"/>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B535-8DB0-2FA7-4577-D282D282A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63AC1-01C7-21F6-1D8C-BB34FE211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8B7B-BCF9-9E66-E423-11E460BD758B}"/>
              </a:ext>
            </a:extLst>
          </p:cNvPr>
          <p:cNvSpPr>
            <a:spLocks noGrp="1"/>
          </p:cNvSpPr>
          <p:nvPr>
            <p:ph type="body" idx="1"/>
          </p:nvPr>
        </p:nvSpPr>
        <p:spPr/>
        <p:txBody>
          <a:bodyPr/>
          <a:lstStyle/>
          <a:p>
            <a:r>
              <a:rPr lang="en-US">
                <a:hlinkClick r:id="rId3"/>
              </a:rPr>
              <a:t>Pod Security Standards | Kubernetes</a:t>
            </a:r>
            <a:endParaRPr lang="en-US"/>
          </a:p>
          <a:p>
            <a:endParaRPr lang="en-US"/>
          </a:p>
        </p:txBody>
      </p:sp>
      <p:sp>
        <p:nvSpPr>
          <p:cNvPr id="4" name="Slide Number Placeholder 3">
            <a:extLst>
              <a:ext uri="{FF2B5EF4-FFF2-40B4-BE49-F238E27FC236}">
                <a16:creationId xmlns:a16="http://schemas.microsoft.com/office/drawing/2014/main" id="{1CD9E465-2A57-8963-4C1E-6633455987CE}"/>
              </a:ext>
            </a:extLst>
          </p:cNvPr>
          <p:cNvSpPr>
            <a:spLocks noGrp="1"/>
          </p:cNvSpPr>
          <p:nvPr>
            <p:ph type="sldNum" sz="quarter" idx="5"/>
          </p:nvPr>
        </p:nvSpPr>
        <p:spPr/>
        <p:txBody>
          <a:bodyPr/>
          <a:lstStyle/>
          <a:p>
            <a:fld id="{08A7B8A6-DC2C-4E66-899B-3FF6576B90A7}" type="slidenum">
              <a:rPr lang="en-US" smtClean="0"/>
              <a:t>333</a:t>
            </a:fld>
            <a:endParaRPr lang="en-US"/>
          </a:p>
        </p:txBody>
      </p:sp>
    </p:spTree>
    <p:extLst>
      <p:ext uri="{BB962C8B-B14F-4D97-AF65-F5344CB8AC3E}">
        <p14:creationId xmlns:p14="http://schemas.microsoft.com/office/powerpoint/2010/main" val="1183378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13834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6761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8392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45960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90271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1149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684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53183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0229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0936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0471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4/29/2026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3854776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azure/aks/aks-service-permission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zure/kubelogin/release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kubernetes.io/releases/download/#binaries"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hyperlink" Target="https://learn.microsoft.com/en-us/azure/confidential-computing/confidential-node-pool-aks" TargetMode="External"/><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hyperlink" Target="https://learn.microsoft.com/en-us/azure/confidential-computing/confidential-nodes-aks-overview" TargetMode="External"/></Relationships>
</file>

<file path=ppt/slides/_rels/slide159.xml.rels><?xml version="1.0" encoding="UTF-8" standalone="yes"?>
<Relationships xmlns="http://schemas.openxmlformats.org/package/2006/relationships"><Relationship Id="rId3" Type="http://schemas.openxmlformats.org/officeDocument/2006/relationships/hyperlink" Target="https://learn.microsoft.com/en-us/azure/confidential-computing/confidential-containers" TargetMode="External"/><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hyperlink" Target="https://github.com/confidential-containers" TargetMode="External"/><Relationship Id="rId5" Type="http://schemas.openxmlformats.org/officeDocument/2006/relationships/hyperlink" Target="https://learn.microsoft.com/en-us/azure/openshift/confidential-containers-overview" TargetMode="External"/><Relationship Id="rId4" Type="http://schemas.openxmlformats.org/officeDocument/2006/relationships/hyperlink" Target="https://learn.microsoft.com/en-us/azure/container-instances/container-instances-virtual-nodes" TargetMode="External"/></Relationships>
</file>

<file path=ppt/slides/_rels/slide160.xml.rels><?xml version="1.0" encoding="UTF-8" standalone="yes"?>
<Relationships xmlns="http://schemas.openxmlformats.org/package/2006/relationships"><Relationship Id="rId3" Type="http://schemas.openxmlformats.org/officeDocument/2006/relationships/hyperlink" Target="https://techcommunity.microsoft.com/blog/azureconfidentialcomputingblog/amd-sev-snp-confidential-vm-nodes-are-now-generally-available-in-aks/3649065" TargetMode="External"/><Relationship Id="rId2" Type="http://schemas.openxmlformats.org/officeDocument/2006/relationships/hyperlink" Target="https://learn.microsoft.com/en-us/azure/confidential-computing/confidential-nodes-aks-addon" TargetMode="External"/><Relationship Id="rId1" Type="http://schemas.openxmlformats.org/officeDocument/2006/relationships/slideLayout" Target="../slideLayouts/slideLayout2.xml"/><Relationship Id="rId4" Type="http://schemas.openxmlformats.org/officeDocument/2006/relationships/hyperlink" Target="https://learn.microsoft.com/en-us/azure/confidential-computing/application-development" TargetMode="Externa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a:xfrm>
            <a:off x="230909" y="1122363"/>
            <a:ext cx="11240655" cy="2387600"/>
          </a:xfrm>
        </p:spPr>
        <p:txBody>
          <a:bodyPr>
            <a:normAutofit/>
          </a:bodyPr>
          <a:lstStyle/>
          <a:p>
            <a:r>
              <a:rPr lang="en-US"/>
              <a:t>AKS Deep Dive Workshop</a:t>
            </a:r>
            <a:br>
              <a:rPr lang="en-US"/>
            </a:br>
            <a:r>
              <a:rPr lang="en-US"/>
              <a:t>SECURITY</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a:xfrm>
            <a:off x="1524000" y="4257820"/>
            <a:ext cx="9144000" cy="1655762"/>
          </a:xfrm>
        </p:spPr>
        <p:txBody>
          <a:bodyPr/>
          <a:lstStyle/>
          <a:p>
            <a:r>
              <a:rPr lang="en-US"/>
              <a:t>Faik Hakan Bilgen, </a:t>
            </a:r>
          </a:p>
          <a:p>
            <a:r>
              <a:rPr lang="en-US"/>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F7CCC1-DDF1-D430-D77F-BEA60F986197}"/>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EA5C5-A22A-EA40-987A-A5AECB44E2B1}"/>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Security Concepts</a:t>
            </a:r>
          </a:p>
        </p:txBody>
      </p:sp>
      <p:graphicFrame>
        <p:nvGraphicFramePr>
          <p:cNvPr id="39" name="TextBox 6">
            <a:extLst>
              <a:ext uri="{FF2B5EF4-FFF2-40B4-BE49-F238E27FC236}">
                <a16:creationId xmlns:a16="http://schemas.microsoft.com/office/drawing/2014/main" id="{7BFBBD4E-5D43-00AB-5ABE-B62AF857097C}"/>
              </a:ext>
            </a:extLst>
          </p:cNvPr>
          <p:cNvGraphicFramePr/>
          <p:nvPr>
            <p:extLst>
              <p:ext uri="{D42A27DB-BD31-4B8C-83A1-F6EECF244321}">
                <p14:modId xmlns:p14="http://schemas.microsoft.com/office/powerpoint/2010/main" val="76604031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630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4A753-C83E-C8D3-E7E2-A1E3295842BE}"/>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a:t>Module 1</a:t>
            </a:r>
          </a:p>
        </p:txBody>
      </p:sp>
      <p:sp>
        <p:nvSpPr>
          <p:cNvPr id="3" name="Content Placeholder 2">
            <a:extLst>
              <a:ext uri="{FF2B5EF4-FFF2-40B4-BE49-F238E27FC236}">
                <a16:creationId xmlns:a16="http://schemas.microsoft.com/office/drawing/2014/main" id="{C6A8EEDD-8BF9-36D8-E474-CC22852507C3}"/>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a:t>Identity and Access</a:t>
            </a:r>
          </a:p>
        </p:txBody>
      </p:sp>
    </p:spTree>
    <p:extLst>
      <p:ext uri="{BB962C8B-B14F-4D97-AF65-F5344CB8AC3E}">
        <p14:creationId xmlns:p14="http://schemas.microsoft.com/office/powerpoint/2010/main" val="2456280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F14BE-C5B8-6519-356F-F93E59AEEBF8}"/>
              </a:ext>
            </a:extLst>
          </p:cNvPr>
          <p:cNvSpPr>
            <a:spLocks noGrp="1"/>
          </p:cNvSpPr>
          <p:nvPr>
            <p:ph type="title"/>
          </p:nvPr>
        </p:nvSpPr>
        <p:spPr/>
        <p:txBody>
          <a:bodyPr/>
          <a:lstStyle/>
          <a:p>
            <a:r>
              <a:rPr lang="en-US" dirty="0"/>
              <a:t>Identity and access</a:t>
            </a:r>
          </a:p>
        </p:txBody>
      </p:sp>
      <p:sp>
        <p:nvSpPr>
          <p:cNvPr id="3" name="Content Placeholder 2">
            <a:extLst>
              <a:ext uri="{FF2B5EF4-FFF2-40B4-BE49-F238E27FC236}">
                <a16:creationId xmlns:a16="http://schemas.microsoft.com/office/drawing/2014/main" id="{C1527E00-0821-7FBE-9A87-7B8893D3AB38}"/>
              </a:ext>
            </a:extLst>
          </p:cNvPr>
          <p:cNvSpPr>
            <a:spLocks noGrp="1"/>
          </p:cNvSpPr>
          <p:nvPr>
            <p:ph idx="1"/>
          </p:nvPr>
        </p:nvSpPr>
        <p:spPr/>
        <p:txBody>
          <a:bodyPr/>
          <a:lstStyle/>
          <a:p>
            <a:r>
              <a:rPr lang="en-US" dirty="0"/>
              <a:t>Access and identity overview</a:t>
            </a:r>
          </a:p>
          <a:p>
            <a:r>
              <a:rPr lang="en-US" dirty="0"/>
              <a:t>Manage access to the AKS resource</a:t>
            </a:r>
          </a:p>
          <a:p>
            <a:r>
              <a:rPr lang="en-US" dirty="0"/>
              <a:t>Cluster authentication</a:t>
            </a:r>
          </a:p>
          <a:p>
            <a:r>
              <a:rPr lang="en-US" dirty="0"/>
              <a:t>Cluster authorization</a:t>
            </a:r>
          </a:p>
          <a:p>
            <a:r>
              <a:rPr lang="en-US" dirty="0"/>
              <a:t>Cluster identity (managed identities and service principals)</a:t>
            </a:r>
          </a:p>
          <a:p>
            <a:r>
              <a:rPr lang="en-US" dirty="0"/>
              <a:t>Workload identity (pod to Azure)</a:t>
            </a:r>
          </a:p>
        </p:txBody>
      </p:sp>
    </p:spTree>
    <p:extLst>
      <p:ext uri="{BB962C8B-B14F-4D97-AF65-F5344CB8AC3E}">
        <p14:creationId xmlns:p14="http://schemas.microsoft.com/office/powerpoint/2010/main" val="1518916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F9BD3E-4127-F031-7F93-76DAAEFC2F9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4BD9B-8506-F9ED-2258-0EA3D25098F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Access and Identity Overview</a:t>
            </a:r>
          </a:p>
        </p:txBody>
      </p:sp>
      <p:graphicFrame>
        <p:nvGraphicFramePr>
          <p:cNvPr id="3" name="Table 2">
            <a:extLst>
              <a:ext uri="{FF2B5EF4-FFF2-40B4-BE49-F238E27FC236}">
                <a16:creationId xmlns:a16="http://schemas.microsoft.com/office/drawing/2014/main" id="{26C6D340-CAAC-D1C8-6763-00E1FBFE7BED}"/>
              </a:ext>
            </a:extLst>
          </p:cNvPr>
          <p:cNvGraphicFramePr>
            <a:graphicFrameLocks noGrp="1"/>
          </p:cNvGraphicFramePr>
          <p:nvPr>
            <p:extLst>
              <p:ext uri="{D42A27DB-BD31-4B8C-83A1-F6EECF244321}">
                <p14:modId xmlns:p14="http://schemas.microsoft.com/office/powerpoint/2010/main" val="1850421956"/>
              </p:ext>
            </p:extLst>
          </p:nvPr>
        </p:nvGraphicFramePr>
        <p:xfrm>
          <a:off x="432225" y="2216640"/>
          <a:ext cx="11327550" cy="3951472"/>
        </p:xfrm>
        <a:graphic>
          <a:graphicData uri="http://schemas.openxmlformats.org/drawingml/2006/table">
            <a:tbl>
              <a:tblPr/>
              <a:tblGrid>
                <a:gridCol w="5424024">
                  <a:extLst>
                    <a:ext uri="{9D8B030D-6E8A-4147-A177-3AD203B41FA5}">
                      <a16:colId xmlns:a16="http://schemas.microsoft.com/office/drawing/2014/main" val="1979870357"/>
                    </a:ext>
                  </a:extLst>
                </a:gridCol>
                <a:gridCol w="5903526">
                  <a:extLst>
                    <a:ext uri="{9D8B030D-6E8A-4147-A177-3AD203B41FA5}">
                      <a16:colId xmlns:a16="http://schemas.microsoft.com/office/drawing/2014/main" val="2917793854"/>
                    </a:ext>
                  </a:extLst>
                </a:gridCol>
              </a:tblGrid>
              <a:tr h="461860">
                <a:tc>
                  <a:txBody>
                    <a:bodyPr/>
                    <a:lstStyle/>
                    <a:p>
                      <a:pPr algn="l" fontAlgn="t">
                        <a:buNone/>
                      </a:pPr>
                      <a:r>
                        <a:rPr lang="en-US" sz="1900">
                          <a:effectLst/>
                        </a:rPr>
                        <a:t>Scenario</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a:effectLst/>
                        </a:rPr>
                        <a:t>Question it answers</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475273809"/>
                  </a:ext>
                </a:extLst>
              </a:tr>
              <a:tr h="461860">
                <a:tc>
                  <a:txBody>
                    <a:bodyPr/>
                    <a:lstStyle/>
                    <a:p>
                      <a:pPr algn="l" fontAlgn="t">
                        <a:buNone/>
                      </a:pPr>
                      <a:r>
                        <a:rPr lang="en-US" sz="1900" b="1">
                          <a:effectLst/>
                        </a:rPr>
                        <a:t>A. Kubernetes control-plane authentication</a:t>
                      </a:r>
                      <a:endParaRPr lang="en-US" sz="1900">
                        <a:effectLst/>
                      </a:endParaRP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a:effectLst/>
                        </a:rPr>
                        <a:t>Who is the caller hitting the Kubernetes API?</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896242865"/>
                  </a:ext>
                </a:extLst>
              </a:tr>
              <a:tr h="756938">
                <a:tc>
                  <a:txBody>
                    <a:bodyPr/>
                    <a:lstStyle/>
                    <a:p>
                      <a:pPr algn="l" fontAlgn="t">
                        <a:buNone/>
                      </a:pPr>
                      <a:r>
                        <a:rPr lang="en-US" sz="1900" b="1">
                          <a:effectLst/>
                        </a:rPr>
                        <a:t>B. Kubernetes control-plane authorization</a:t>
                      </a:r>
                      <a:endParaRPr lang="en-US" sz="1900">
                        <a:effectLst/>
                      </a:endParaRP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a:effectLst/>
                        </a:rPr>
                        <a:t>What is the caller allowed to do once authenticated to the Kubernetes API?</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873296546"/>
                  </a:ext>
                </a:extLst>
              </a:tr>
              <a:tr h="756938">
                <a:tc>
                  <a:txBody>
                    <a:bodyPr/>
                    <a:lstStyle/>
                    <a:p>
                      <a:pPr algn="l" fontAlgn="t">
                        <a:buNone/>
                      </a:pPr>
                      <a:r>
                        <a:rPr lang="en-US" sz="1900" b="1">
                          <a:effectLst/>
                        </a:rPr>
                        <a:t>C. AKS resource authorization (Azure Resource Manager)</a:t>
                      </a:r>
                      <a:endParaRPr lang="en-US" sz="1900">
                        <a:effectLst/>
                      </a:endParaRP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a:effectLst/>
                        </a:rPr>
                        <a:t>Who can perform Azure-level operations on the AKS resource, such as pulling </a:t>
                      </a:r>
                      <a:r>
                        <a:rPr lang="en-US" sz="1900">
                          <a:effectLst/>
                          <a:latin typeface="SFMono-Regular"/>
                        </a:rPr>
                        <a:t>kubeconfig</a:t>
                      </a:r>
                      <a:r>
                        <a:rPr lang="en-US" sz="1900">
                          <a:effectLst/>
                        </a:rPr>
                        <a:t>?</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452928333"/>
                  </a:ext>
                </a:extLst>
              </a:tr>
              <a:tr h="756938">
                <a:tc>
                  <a:txBody>
                    <a:bodyPr/>
                    <a:lstStyle/>
                    <a:p>
                      <a:pPr algn="l" fontAlgn="t">
                        <a:buNone/>
                      </a:pPr>
                      <a:r>
                        <a:rPr lang="en-US" sz="1900" b="1">
                          <a:effectLst/>
                        </a:rPr>
                        <a:t>D. Cluster identity (cluster → Azure)</a:t>
                      </a:r>
                      <a:endParaRPr lang="en-US" sz="1900">
                        <a:effectLst/>
                      </a:endParaRP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a:effectLst/>
                        </a:rPr>
                        <a:t>How does the AKS cluster act on Azure to manage resources on your behalf?</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47025803"/>
                  </a:ext>
                </a:extLst>
              </a:tr>
              <a:tr h="756938">
                <a:tc>
                  <a:txBody>
                    <a:bodyPr/>
                    <a:lstStyle/>
                    <a:p>
                      <a:pPr algn="l" fontAlgn="t">
                        <a:buNone/>
                      </a:pPr>
                      <a:r>
                        <a:rPr lang="en-US" sz="1900" b="1">
                          <a:effectLst/>
                        </a:rPr>
                        <a:t>E. Workload identity (pod → Azure)</a:t>
                      </a:r>
                      <a:endParaRPr lang="en-US" sz="1900">
                        <a:effectLst/>
                      </a:endParaRP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900" dirty="0">
                          <a:effectLst/>
                        </a:rPr>
                        <a:t>How do pods authenticate to Azure services such as Key Vault or Storage?</a:t>
                      </a:r>
                    </a:p>
                  </a:txBody>
                  <a:tcPr marL="95960" marR="95960" marT="47981" marB="479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016166599"/>
                  </a:ext>
                </a:extLst>
              </a:tr>
            </a:tbl>
          </a:graphicData>
        </a:graphic>
      </p:graphicFrame>
    </p:spTree>
    <p:extLst>
      <p:ext uri="{BB962C8B-B14F-4D97-AF65-F5344CB8AC3E}">
        <p14:creationId xmlns:p14="http://schemas.microsoft.com/office/powerpoint/2010/main" val="673323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B8283C-42B0-BFE9-1071-5D45DCBBDF0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B281070-3795-906F-4293-C2140424D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A8EB196-EA74-6A59-DAC0-C3A82C5D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074B9A1-FE6B-7C58-1EF8-836A8BE44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BEB06D7-09A7-63EF-CCF5-CBF1A059C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B90372-91AF-E6C1-2A43-FC378BA5CA88}"/>
              </a:ext>
            </a:extLst>
          </p:cNvPr>
          <p:cNvSpPr>
            <a:spLocks noGrp="1"/>
          </p:cNvSpPr>
          <p:nvPr>
            <p:ph type="title"/>
          </p:nvPr>
        </p:nvSpPr>
        <p:spPr>
          <a:xfrm>
            <a:off x="699713" y="248038"/>
            <a:ext cx="8920276"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 Kubernetes control-plane authentication</a:t>
            </a:r>
          </a:p>
        </p:txBody>
      </p:sp>
      <p:sp>
        <p:nvSpPr>
          <p:cNvPr id="5" name="TextBox 4">
            <a:extLst>
              <a:ext uri="{FF2B5EF4-FFF2-40B4-BE49-F238E27FC236}">
                <a16:creationId xmlns:a16="http://schemas.microsoft.com/office/drawing/2014/main" id="{E6C2C521-7819-8D94-4DE5-A99AA79A2678}"/>
              </a:ext>
            </a:extLst>
          </p:cNvPr>
          <p:cNvSpPr txBox="1"/>
          <p:nvPr/>
        </p:nvSpPr>
        <p:spPr>
          <a:xfrm>
            <a:off x="416489" y="1910435"/>
            <a:ext cx="11633549" cy="4524315"/>
          </a:xfrm>
          <a:prstGeom prst="rect">
            <a:avLst/>
          </a:prstGeom>
          <a:noFill/>
        </p:spPr>
        <p:txBody>
          <a:bodyPr wrap="square">
            <a:spAutoFit/>
          </a:bodyPr>
          <a:lstStyle/>
          <a:p>
            <a:r>
              <a:rPr lang="en-US" sz="2400" b="1" dirty="0"/>
              <a:t>Microsoft Entra ID (recommended)</a:t>
            </a:r>
          </a:p>
          <a:p>
            <a:r>
              <a:rPr lang="en-US" sz="2400" dirty="0"/>
              <a:t>Use Entra ID identities and groups to sign in to the cluster. Microsoft Entra integration provisions and rotates the integration on your behalf. To enable, see Use Microsoft Entra integration.</a:t>
            </a:r>
          </a:p>
          <a:p>
            <a:endParaRPr lang="en-US" sz="2400" dirty="0"/>
          </a:p>
          <a:p>
            <a:r>
              <a:rPr lang="en-US" sz="2400" b="1" dirty="0"/>
              <a:t>Local accounts </a:t>
            </a:r>
          </a:p>
          <a:p>
            <a:r>
              <a:rPr lang="en-US" sz="2400" dirty="0"/>
              <a:t>A built-in cluster admin certificate that bypasses Entra ID. We recommend disabling local accounts in production. </a:t>
            </a:r>
          </a:p>
          <a:p>
            <a:endParaRPr lang="en-US" sz="2400" dirty="0"/>
          </a:p>
          <a:p>
            <a:r>
              <a:rPr lang="en-US" sz="2400" b="1" dirty="0"/>
              <a:t>External identity providers</a:t>
            </a:r>
          </a:p>
          <a:p>
            <a:r>
              <a:rPr lang="en-US" sz="2400" dirty="0"/>
              <a:t>Use an OIDC-compliant identity provider other than Microsoft Entra ID. See External identity provider authentication.</a:t>
            </a:r>
          </a:p>
        </p:txBody>
      </p:sp>
    </p:spTree>
    <p:extLst>
      <p:ext uri="{BB962C8B-B14F-4D97-AF65-F5344CB8AC3E}">
        <p14:creationId xmlns:p14="http://schemas.microsoft.com/office/powerpoint/2010/main" val="1498166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0D954E-9B99-D215-8FED-AF74BD7F1F1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2E64430-7261-4658-6343-76CE648BE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437A6AB-E25B-771B-9DC7-3F9029B58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D5DAEA0-13E1-8426-98ED-987EB6BB6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9878D98-E8AD-8CC0-C5AF-7E60D9F8C6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7023D8-D40C-A1E6-01EA-919A56A2548B}"/>
              </a:ext>
            </a:extLst>
          </p:cNvPr>
          <p:cNvSpPr>
            <a:spLocks noGrp="1"/>
          </p:cNvSpPr>
          <p:nvPr>
            <p:ph type="title"/>
          </p:nvPr>
        </p:nvSpPr>
        <p:spPr>
          <a:xfrm>
            <a:off x="699713" y="248038"/>
            <a:ext cx="8957854"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 Kubernetes control-plane authorization</a:t>
            </a:r>
          </a:p>
        </p:txBody>
      </p:sp>
      <p:sp>
        <p:nvSpPr>
          <p:cNvPr id="5" name="TextBox 4">
            <a:extLst>
              <a:ext uri="{FF2B5EF4-FFF2-40B4-BE49-F238E27FC236}">
                <a16:creationId xmlns:a16="http://schemas.microsoft.com/office/drawing/2014/main" id="{CF24B04E-457A-5093-0100-0B8E8781B977}"/>
              </a:ext>
            </a:extLst>
          </p:cNvPr>
          <p:cNvSpPr txBox="1"/>
          <p:nvPr/>
        </p:nvSpPr>
        <p:spPr>
          <a:xfrm>
            <a:off x="416489" y="1910435"/>
            <a:ext cx="11633549" cy="4154984"/>
          </a:xfrm>
          <a:prstGeom prst="rect">
            <a:avLst/>
          </a:prstGeom>
          <a:noFill/>
        </p:spPr>
        <p:txBody>
          <a:bodyPr wrap="square">
            <a:spAutoFit/>
          </a:bodyPr>
          <a:lstStyle/>
          <a:p>
            <a:r>
              <a:rPr lang="en-US" sz="2400" b="1" dirty="0"/>
              <a:t>Kubernetes RBAC </a:t>
            </a:r>
          </a:p>
          <a:p>
            <a:r>
              <a:rPr lang="en-US" sz="2400" dirty="0"/>
              <a:t>The native Kubernetes Role / </a:t>
            </a:r>
            <a:r>
              <a:rPr lang="en-US" sz="2400" dirty="0" err="1"/>
              <a:t>ClusterRole</a:t>
            </a:r>
            <a:r>
              <a:rPr lang="en-US" sz="2400" dirty="0"/>
              <a:t> / </a:t>
            </a:r>
            <a:r>
              <a:rPr lang="en-US" sz="2400" dirty="0" err="1"/>
              <a:t>RoleBinding</a:t>
            </a:r>
            <a:r>
              <a:rPr lang="en-US" sz="2400" dirty="0"/>
              <a:t> model evaluated by the API server. Permissions live in the cluster as Kubernetes objects.</a:t>
            </a:r>
          </a:p>
          <a:p>
            <a:endParaRPr lang="en-US" sz="2400" dirty="0"/>
          </a:p>
          <a:p>
            <a:r>
              <a:rPr lang="en-US" sz="2400" b="1" dirty="0"/>
              <a:t>Microsoft Entra ID authorization </a:t>
            </a:r>
          </a:p>
          <a:p>
            <a:r>
              <a:rPr lang="en-US" sz="2400" dirty="0"/>
              <a:t>An AKS authorization webhook delegates authorization decisions to Microsoft Entra ID using Azure role assignments. Azure RBAC role assignments with </a:t>
            </a:r>
            <a:r>
              <a:rPr lang="en-US" sz="2400" dirty="0" err="1"/>
              <a:t>dataActions</a:t>
            </a:r>
            <a:r>
              <a:rPr lang="en-US" sz="2400" dirty="0"/>
              <a:t> are supported for all standard Kubernetes API resources, and role assignments with Azure ABAC conditions are supported for custom resources. Permissions are managed centrally in Microsoft Entra ID and can govern many clusters from a single role assignment at subscription, management group, or resource group scope.</a:t>
            </a:r>
          </a:p>
        </p:txBody>
      </p:sp>
    </p:spTree>
    <p:extLst>
      <p:ext uri="{BB962C8B-B14F-4D97-AF65-F5344CB8AC3E}">
        <p14:creationId xmlns:p14="http://schemas.microsoft.com/office/powerpoint/2010/main" val="32284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F4C5F1-21AD-5B5B-3D5A-605173403338}"/>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4B4F024-568E-2E58-E972-A4F237C418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8AAC22C-4FB2-A819-7AD9-DE961247A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21D1003-C0AD-D54D-8546-C020D95F1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7A0E300-DA5C-C932-FBE6-6EC1B907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28A96-0E7B-26DB-720B-0DC61655EA49}"/>
              </a:ext>
            </a:extLst>
          </p:cNvPr>
          <p:cNvSpPr>
            <a:spLocks noGrp="1"/>
          </p:cNvSpPr>
          <p:nvPr>
            <p:ph type="title"/>
          </p:nvPr>
        </p:nvSpPr>
        <p:spPr>
          <a:xfrm>
            <a:off x="699712" y="248038"/>
            <a:ext cx="1111233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C. AKS resource authorization (Azure Resource Manager)</a:t>
            </a:r>
          </a:p>
        </p:txBody>
      </p:sp>
      <p:sp>
        <p:nvSpPr>
          <p:cNvPr id="5" name="TextBox 4">
            <a:extLst>
              <a:ext uri="{FF2B5EF4-FFF2-40B4-BE49-F238E27FC236}">
                <a16:creationId xmlns:a16="http://schemas.microsoft.com/office/drawing/2014/main" id="{5A92C375-AB5E-95D6-DC1B-8839F14BD249}"/>
              </a:ext>
            </a:extLst>
          </p:cNvPr>
          <p:cNvSpPr txBox="1"/>
          <p:nvPr/>
        </p:nvSpPr>
        <p:spPr>
          <a:xfrm>
            <a:off x="416489" y="1910435"/>
            <a:ext cx="11633549" cy="2308324"/>
          </a:xfrm>
          <a:prstGeom prst="rect">
            <a:avLst/>
          </a:prstGeom>
          <a:noFill/>
        </p:spPr>
        <p:txBody>
          <a:bodyPr wrap="square">
            <a:spAutoFit/>
          </a:bodyPr>
          <a:lstStyle/>
          <a:p>
            <a:r>
              <a:rPr lang="en-US" sz="2400" dirty="0"/>
              <a:t>In addition to authorizing calls to the Kubernetes API, you also need to authorize </a:t>
            </a:r>
          </a:p>
          <a:p>
            <a:r>
              <a:rPr lang="en-US" sz="2400" dirty="0"/>
              <a:t>Azure-level operations on the AKS resource itself. The most common example is controlling who can pull a cluster's </a:t>
            </a:r>
            <a:r>
              <a:rPr lang="en-US" sz="2400" dirty="0" err="1"/>
              <a:t>kubeconfig</a:t>
            </a:r>
            <a:r>
              <a:rPr lang="en-US" sz="2400" dirty="0"/>
              <a:t>, which is a standalone Azure Resource Manager operation that you can govern granularly with Azure RBAC. </a:t>
            </a:r>
          </a:p>
          <a:p>
            <a:r>
              <a:rPr lang="en-US" sz="2400" dirty="0"/>
              <a:t>This is standard Azure RBAC against the </a:t>
            </a:r>
            <a:r>
              <a:rPr lang="en-US" sz="2400" dirty="0" err="1"/>
              <a:t>Microsoft.ContainerService</a:t>
            </a:r>
            <a:r>
              <a:rPr lang="en-US" sz="2400" dirty="0"/>
              <a:t> resource provider, separate from authorizing the Kubernetes API.</a:t>
            </a:r>
          </a:p>
        </p:txBody>
      </p:sp>
    </p:spTree>
    <p:extLst>
      <p:ext uri="{BB962C8B-B14F-4D97-AF65-F5344CB8AC3E}">
        <p14:creationId xmlns:p14="http://schemas.microsoft.com/office/powerpoint/2010/main" val="3278751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DC540C-F0B4-BA2B-0864-A719B388558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CF22C04-EC8A-47B4-C15B-D35620B29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01B0096-C6FB-8A37-4811-589A1376CE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26BA0B5-9ADA-988B-E9D2-408C1AB85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2888EE-6819-1589-F6D2-D5552FB18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72CCC1-B518-9764-4D16-DBFBA1138A24}"/>
              </a:ext>
            </a:extLst>
          </p:cNvPr>
          <p:cNvSpPr>
            <a:spLocks noGrp="1"/>
          </p:cNvSpPr>
          <p:nvPr>
            <p:ph type="title"/>
          </p:nvPr>
        </p:nvSpPr>
        <p:spPr>
          <a:xfrm>
            <a:off x="699712" y="248038"/>
            <a:ext cx="1111233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 Cluster identity (cluster → Azure)</a:t>
            </a:r>
          </a:p>
        </p:txBody>
      </p:sp>
      <p:sp>
        <p:nvSpPr>
          <p:cNvPr id="5" name="TextBox 4">
            <a:extLst>
              <a:ext uri="{FF2B5EF4-FFF2-40B4-BE49-F238E27FC236}">
                <a16:creationId xmlns:a16="http://schemas.microsoft.com/office/drawing/2014/main" id="{8371F023-ABBB-C57A-97E1-AC9B152E4C84}"/>
              </a:ext>
            </a:extLst>
          </p:cNvPr>
          <p:cNvSpPr txBox="1"/>
          <p:nvPr/>
        </p:nvSpPr>
        <p:spPr>
          <a:xfrm>
            <a:off x="416489" y="1910435"/>
            <a:ext cx="11633549" cy="3046988"/>
          </a:xfrm>
          <a:prstGeom prst="rect">
            <a:avLst/>
          </a:prstGeom>
          <a:noFill/>
        </p:spPr>
        <p:txBody>
          <a:bodyPr wrap="square">
            <a:spAutoFit/>
          </a:bodyPr>
          <a:lstStyle/>
          <a:p>
            <a:r>
              <a:rPr lang="en-US" sz="2400" b="1" dirty="0"/>
              <a:t>Control-plane identity </a:t>
            </a:r>
          </a:p>
          <a:p>
            <a:r>
              <a:rPr lang="en-US" sz="2400" dirty="0"/>
              <a:t>Used by the cluster control plane to manage Azure resources for the cluster.</a:t>
            </a:r>
          </a:p>
          <a:p>
            <a:endParaRPr lang="en-US" sz="2400" dirty="0"/>
          </a:p>
          <a:p>
            <a:r>
              <a:rPr lang="en-US" sz="2400" b="1" dirty="0"/>
              <a:t>Kubelet identity </a:t>
            </a:r>
          </a:p>
          <a:p>
            <a:r>
              <a:rPr lang="en-US" sz="2400" dirty="0"/>
              <a:t>Used by the </a:t>
            </a:r>
            <a:r>
              <a:rPr lang="en-US" sz="2400" dirty="0" err="1"/>
              <a:t>kubelet</a:t>
            </a:r>
            <a:r>
              <a:rPr lang="en-US" sz="2400" dirty="0"/>
              <a:t> on each node to authenticate to services such as Azure Container Registry.</a:t>
            </a:r>
          </a:p>
          <a:p>
            <a:r>
              <a:rPr lang="en-US" sz="2400" dirty="0"/>
              <a:t>Add-ons/extensions identity. Some AKS add-ons and extensions use their own managed identities.</a:t>
            </a:r>
          </a:p>
        </p:txBody>
      </p:sp>
    </p:spTree>
    <p:extLst>
      <p:ext uri="{BB962C8B-B14F-4D97-AF65-F5344CB8AC3E}">
        <p14:creationId xmlns:p14="http://schemas.microsoft.com/office/powerpoint/2010/main" val="527065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B666E7-9327-1206-FEEC-6FEF506BE22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AED7D5B-7069-1B58-5C5E-0CF022A61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35C5C79-63F5-C976-D628-1E1889CFBB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88F16A9-08D7-27BE-BDE9-4D7298071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382E19-ACCE-232B-90C2-3B2E027C8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523C7-AA75-8693-09E7-D054130E2AA8}"/>
              </a:ext>
            </a:extLst>
          </p:cNvPr>
          <p:cNvSpPr>
            <a:spLocks noGrp="1"/>
          </p:cNvSpPr>
          <p:nvPr>
            <p:ph type="title"/>
          </p:nvPr>
        </p:nvSpPr>
        <p:spPr>
          <a:xfrm>
            <a:off x="699712" y="248038"/>
            <a:ext cx="1111233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E. Workload identity (pod → Azure)</a:t>
            </a:r>
          </a:p>
        </p:txBody>
      </p:sp>
      <p:sp>
        <p:nvSpPr>
          <p:cNvPr id="5" name="TextBox 4">
            <a:extLst>
              <a:ext uri="{FF2B5EF4-FFF2-40B4-BE49-F238E27FC236}">
                <a16:creationId xmlns:a16="http://schemas.microsoft.com/office/drawing/2014/main" id="{6201A605-6B15-3A1F-9F0D-C2CA1817CCAF}"/>
              </a:ext>
            </a:extLst>
          </p:cNvPr>
          <p:cNvSpPr txBox="1"/>
          <p:nvPr/>
        </p:nvSpPr>
        <p:spPr>
          <a:xfrm>
            <a:off x="416489" y="1910435"/>
            <a:ext cx="11633549" cy="1938992"/>
          </a:xfrm>
          <a:prstGeom prst="rect">
            <a:avLst/>
          </a:prstGeom>
          <a:noFill/>
        </p:spPr>
        <p:txBody>
          <a:bodyPr wrap="square">
            <a:spAutoFit/>
          </a:bodyPr>
          <a:lstStyle/>
          <a:p>
            <a:r>
              <a:rPr lang="en-US" sz="2400" dirty="0"/>
              <a:t>Workload identity lets pods running in your AKS cluster authenticate to Microsoft Entra–protected Azure services (such as Key Vault, Storage, or Cosmos DB) without storing secrets in the cluster. </a:t>
            </a:r>
          </a:p>
          <a:p>
            <a:r>
              <a:rPr lang="en-US" sz="2400" dirty="0"/>
              <a:t>AKS uses Microsoft Entra Workload ID, which projects a Kubernetes service account token federated to a Microsoft Entra application or user-assigned managed identity.</a:t>
            </a:r>
          </a:p>
        </p:txBody>
      </p:sp>
    </p:spTree>
    <p:extLst>
      <p:ext uri="{BB962C8B-B14F-4D97-AF65-F5344CB8AC3E}">
        <p14:creationId xmlns:p14="http://schemas.microsoft.com/office/powerpoint/2010/main" val="352259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C1DD40-2AC4-914C-451E-3023B1325778}"/>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D4F988E-FA4E-1426-A7FE-00F0C23A2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D7E8B0-8554-63DB-28D3-9F61A9DB3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587794-AEFC-EAB3-6A4C-FD77AE744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518BEF-9C58-9913-01A1-8FBFEC9A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B4A1D47-34C9-851B-1CF8-2FB6400FD3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D4DA600-C8D1-F101-F5A8-B78CE05415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997154F-B048-41B9-6567-F49A73F1736E}"/>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Manage access to the AKS resource</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734571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0A804B-BA4F-1474-76A2-02F2F667C8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AFD943-05FE-6A57-FBA0-C8B896F5A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C10822-FFA4-9B01-50E9-DC64E70ED520}"/>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AKS service permissions reference</a:t>
            </a:r>
          </a:p>
        </p:txBody>
      </p:sp>
      <p:sp>
        <p:nvSpPr>
          <p:cNvPr id="12" name="sketch line">
            <a:extLst>
              <a:ext uri="{FF2B5EF4-FFF2-40B4-BE49-F238E27FC236}">
                <a16:creationId xmlns:a16="http://schemas.microsoft.com/office/drawing/2014/main" id="{70D35D05-14A4-5DA9-EEF5-D128F61F9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40BAEE-BB60-2A21-4940-53DD25659B96}"/>
              </a:ext>
            </a:extLst>
          </p:cNvPr>
          <p:cNvSpPr txBox="1"/>
          <p:nvPr/>
        </p:nvSpPr>
        <p:spPr>
          <a:xfrm>
            <a:off x="669036" y="2065759"/>
            <a:ext cx="11355950" cy="3855193"/>
          </a:xfrm>
          <a:prstGeom prst="rect">
            <a:avLst/>
          </a:prstGeom>
        </p:spPr>
        <p:txBody>
          <a:bodyPr vert="horz" lIns="91440" tIns="45720" rIns="91440" bIns="45720" rtlCol="0">
            <a:normAutofit lnSpcReduction="10000"/>
          </a:bodyPr>
          <a:lstStyle/>
          <a:p>
            <a:pPr marL="285750" indent="-228600">
              <a:lnSpc>
                <a:spcPct val="90000"/>
              </a:lnSpc>
              <a:spcBef>
                <a:spcPts val="600"/>
              </a:spcBef>
              <a:spcAft>
                <a:spcPts val="1200"/>
              </a:spcAft>
              <a:buFont typeface="Arial" panose="020B0604020202020204" pitchFamily="34" charset="0"/>
              <a:buChar char="•"/>
            </a:pPr>
            <a:r>
              <a:rPr lang="en-US" sz="2800" dirty="0"/>
              <a:t>Identity creating and operating the cluster permissions</a:t>
            </a:r>
          </a:p>
          <a:p>
            <a:pPr marL="285750" indent="-228600">
              <a:lnSpc>
                <a:spcPct val="90000"/>
              </a:lnSpc>
              <a:spcBef>
                <a:spcPts val="600"/>
              </a:spcBef>
              <a:spcAft>
                <a:spcPts val="1200"/>
              </a:spcAft>
              <a:buFont typeface="Arial" panose="020B0604020202020204" pitchFamily="34" charset="0"/>
              <a:buChar char="•"/>
            </a:pPr>
            <a:r>
              <a:rPr lang="en-US" sz="2800" dirty="0"/>
              <a:t>AKS cluster identity permissions</a:t>
            </a:r>
          </a:p>
          <a:p>
            <a:pPr marL="285750" indent="-228600">
              <a:lnSpc>
                <a:spcPct val="90000"/>
              </a:lnSpc>
              <a:spcBef>
                <a:spcPts val="600"/>
              </a:spcBef>
              <a:spcAft>
                <a:spcPts val="1200"/>
              </a:spcAft>
              <a:buFont typeface="Arial" panose="020B0604020202020204" pitchFamily="34" charset="0"/>
              <a:buChar char="•"/>
            </a:pPr>
            <a:r>
              <a:rPr lang="en-US" sz="2800" dirty="0"/>
              <a:t>Additional AKS cluster identity permissions</a:t>
            </a:r>
          </a:p>
          <a:p>
            <a:pPr marL="285750" indent="-228600">
              <a:lnSpc>
                <a:spcPct val="90000"/>
              </a:lnSpc>
              <a:spcBef>
                <a:spcPts val="600"/>
              </a:spcBef>
              <a:spcAft>
                <a:spcPts val="1200"/>
              </a:spcAft>
              <a:buFont typeface="Arial" panose="020B0604020202020204" pitchFamily="34" charset="0"/>
              <a:buChar char="•"/>
            </a:pPr>
            <a:r>
              <a:rPr lang="en-US" sz="2800" dirty="0"/>
              <a:t>AKS node mapped identity</a:t>
            </a:r>
          </a:p>
          <a:p>
            <a:pPr marL="742950" lvl="1" indent="-228600">
              <a:lnSpc>
                <a:spcPct val="90000"/>
              </a:lnSpc>
              <a:spcBef>
                <a:spcPts val="600"/>
              </a:spcBef>
              <a:spcAft>
                <a:spcPts val="1200"/>
              </a:spcAft>
              <a:buFont typeface="Arial" panose="020B0604020202020204" pitchFamily="34" charset="0"/>
              <a:buChar char="•"/>
            </a:pPr>
            <a:r>
              <a:rPr lang="en-US" sz="2800" dirty="0"/>
              <a:t>Registries configured with "RBAC Registry Permissions"</a:t>
            </a:r>
          </a:p>
          <a:p>
            <a:pPr marL="742950" lvl="1" indent="-228600">
              <a:lnSpc>
                <a:spcPct val="90000"/>
              </a:lnSpc>
              <a:spcBef>
                <a:spcPts val="600"/>
              </a:spcBef>
              <a:spcAft>
                <a:spcPts val="1200"/>
              </a:spcAft>
              <a:buFont typeface="Arial" panose="020B0604020202020204" pitchFamily="34" charset="0"/>
              <a:buChar char="•"/>
            </a:pPr>
            <a:r>
              <a:rPr lang="en-US" sz="2800" dirty="0"/>
              <a:t>Registries configured with "RBAC Registry + ABAC Repository Permissions"</a:t>
            </a:r>
          </a:p>
        </p:txBody>
      </p:sp>
      <p:sp>
        <p:nvSpPr>
          <p:cNvPr id="4" name="TextBox 3">
            <a:extLst>
              <a:ext uri="{FF2B5EF4-FFF2-40B4-BE49-F238E27FC236}">
                <a16:creationId xmlns:a16="http://schemas.microsoft.com/office/drawing/2014/main" id="{0A9E1DDE-B3AC-1AAC-45C4-890826D8E514}"/>
              </a:ext>
            </a:extLst>
          </p:cNvPr>
          <p:cNvSpPr txBox="1"/>
          <p:nvPr/>
        </p:nvSpPr>
        <p:spPr>
          <a:xfrm>
            <a:off x="1719197" y="6151574"/>
            <a:ext cx="8476008" cy="369332"/>
          </a:xfrm>
          <a:prstGeom prst="rect">
            <a:avLst/>
          </a:prstGeom>
          <a:noFill/>
        </p:spPr>
        <p:txBody>
          <a:bodyPr wrap="square">
            <a:spAutoFit/>
          </a:bodyPr>
          <a:lstStyle/>
          <a:p>
            <a:r>
              <a:rPr lang="en-US" dirty="0">
                <a:hlinkClick r:id="rId3"/>
              </a:rPr>
              <a:t>https://learn.microsoft.com/en-us/azure/aks/aks-service-permissions</a:t>
            </a:r>
            <a:endParaRPr lang="en-US" dirty="0"/>
          </a:p>
        </p:txBody>
      </p:sp>
    </p:spTree>
    <p:extLst>
      <p:ext uri="{BB962C8B-B14F-4D97-AF65-F5344CB8AC3E}">
        <p14:creationId xmlns:p14="http://schemas.microsoft.com/office/powerpoint/2010/main" val="498739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52B49E-9CD1-08E3-F123-977D9B8B02D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BFDDBF-0164-9E48-FC7D-D8CA5E8A8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47FAD9-D32F-BC35-5F53-DBE9DABAB8B4}"/>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Control access to </a:t>
            </a:r>
            <a:r>
              <a:rPr lang="en-US" dirty="0" err="1"/>
              <a:t>kubeconfig</a:t>
            </a:r>
            <a:endParaRPr lang="en-US" dirty="0"/>
          </a:p>
        </p:txBody>
      </p:sp>
      <p:sp>
        <p:nvSpPr>
          <p:cNvPr id="12" name="sketch line">
            <a:extLst>
              <a:ext uri="{FF2B5EF4-FFF2-40B4-BE49-F238E27FC236}">
                <a16:creationId xmlns:a16="http://schemas.microsoft.com/office/drawing/2014/main" id="{25F3C7E4-4F37-4DF0-6F01-486F20545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BFB3DDE-AA18-9AD0-496D-39B371EE675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Available permissions for cluster roles</a:t>
            </a:r>
          </a:p>
          <a:p>
            <a:pPr marL="742950" lvl="1" indent="-228600">
              <a:lnSpc>
                <a:spcPct val="90000"/>
              </a:lnSpc>
              <a:spcBef>
                <a:spcPts val="600"/>
              </a:spcBef>
              <a:spcAft>
                <a:spcPts val="1200"/>
              </a:spcAft>
              <a:buFont typeface="Arial" panose="020B0604020202020204" pitchFamily="34" charset="0"/>
              <a:buChar char="•"/>
            </a:pPr>
            <a:r>
              <a:rPr lang="en-US" sz="2800" dirty="0"/>
              <a:t>Azure Kubernetes Service Cluster Admin Role</a:t>
            </a:r>
          </a:p>
          <a:p>
            <a:pPr marL="742950" lvl="1" indent="-228600">
              <a:lnSpc>
                <a:spcPct val="90000"/>
              </a:lnSpc>
              <a:spcBef>
                <a:spcPts val="600"/>
              </a:spcBef>
              <a:spcAft>
                <a:spcPts val="1200"/>
              </a:spcAft>
              <a:buFont typeface="Arial" panose="020B0604020202020204" pitchFamily="34" charset="0"/>
              <a:buChar char="•"/>
            </a:pPr>
            <a:r>
              <a:rPr lang="en-US" sz="2800" dirty="0"/>
              <a:t>Azure Kubernetes Service Cluster User Role</a:t>
            </a:r>
          </a:p>
        </p:txBody>
      </p:sp>
    </p:spTree>
    <p:extLst>
      <p:ext uri="{BB962C8B-B14F-4D97-AF65-F5344CB8AC3E}">
        <p14:creationId xmlns:p14="http://schemas.microsoft.com/office/powerpoint/2010/main" val="75413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08C900-676C-5D42-0442-F2430222E3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7ED540-2BF5-FBB1-526E-09EF0D94D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E5CB17-FB13-F76E-6266-BAB20B05966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Control access to </a:t>
            </a:r>
            <a:r>
              <a:rPr lang="en-US" dirty="0" err="1"/>
              <a:t>kubeconfig</a:t>
            </a:r>
            <a:endParaRPr lang="en-US" dirty="0"/>
          </a:p>
        </p:txBody>
      </p:sp>
      <p:sp>
        <p:nvSpPr>
          <p:cNvPr id="12" name="sketch line">
            <a:extLst>
              <a:ext uri="{FF2B5EF4-FFF2-40B4-BE49-F238E27FC236}">
                <a16:creationId xmlns:a16="http://schemas.microsoft.com/office/drawing/2014/main" id="{184403D4-F1A6-2A55-9D30-D1DDEB223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109748D-E595-2CAC-BA3F-8C2C7BB4685F}"/>
              </a:ext>
            </a:extLst>
          </p:cNvPr>
          <p:cNvSpPr txBox="1"/>
          <p:nvPr/>
        </p:nvSpPr>
        <p:spPr>
          <a:xfrm>
            <a:off x="215757" y="1929282"/>
            <a:ext cx="11476371" cy="4372125"/>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Assign role permissions to a user or group</a:t>
            </a:r>
          </a:p>
          <a:p>
            <a:pPr>
              <a:lnSpc>
                <a:spcPts val="1425"/>
              </a:lnSpc>
              <a:buNone/>
            </a:pPr>
            <a:r>
              <a:rPr lang="en-US" sz="1600" b="0" dirty="0" err="1">
                <a:solidFill>
                  <a:srgbClr val="C8C8C8"/>
                </a:solidFill>
                <a:effectLst/>
                <a:latin typeface="Consolas" panose="020B0609020204030204" pitchFamily="49" charset="0"/>
              </a:rPr>
              <a:t>az</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role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assignment</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create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--assignee</a:t>
            </a:r>
            <a:r>
              <a:rPr lang="en-US" sz="1600" b="0" dirty="0">
                <a:solidFill>
                  <a:srgbClr val="D4D4D4"/>
                </a:solidFill>
                <a:effectLst/>
                <a:latin typeface="Consolas" panose="020B0609020204030204" pitchFamily="49" charset="0"/>
              </a:rPr>
              <a:t> </a:t>
            </a:r>
            <a:r>
              <a:rPr lang="en-US" sz="1600" b="0" dirty="0">
                <a:solidFill>
                  <a:srgbClr val="C8C8C8"/>
                </a:solidFill>
                <a:effectLst/>
                <a:latin typeface="Consolas" panose="020B0609020204030204" pitchFamily="49" charset="0"/>
              </a:rPr>
              <a:t>$ACCOUNT_ID</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--scope</a:t>
            </a:r>
            <a:r>
              <a:rPr lang="en-US" sz="1600" b="0" dirty="0">
                <a:solidFill>
                  <a:srgbClr val="D4D4D4"/>
                </a:solidFill>
                <a:effectLst/>
                <a:latin typeface="Consolas" panose="020B0609020204030204" pitchFamily="49" charset="0"/>
              </a:rPr>
              <a:t> </a:t>
            </a:r>
            <a:r>
              <a:rPr lang="en-US" sz="1600" b="0" dirty="0">
                <a:solidFill>
                  <a:srgbClr val="C8C8C8"/>
                </a:solidFill>
                <a:effectLst/>
                <a:latin typeface="Consolas" panose="020B0609020204030204" pitchFamily="49" charset="0"/>
              </a:rPr>
              <a:t>$AKS_CLUSTER</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--role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"Azure Kubernetes Service Cluster Admin Role"</a:t>
            </a:r>
            <a:endParaRPr lang="en-US" sz="1600" b="0" dirty="0">
              <a:solidFill>
                <a:srgbClr val="D4D4D4"/>
              </a:solidFill>
              <a:effectLst/>
              <a:latin typeface="Consolas" panose="020B0609020204030204" pitchFamily="49" charset="0"/>
            </a:endParaRPr>
          </a:p>
          <a:p>
            <a:pPr>
              <a:lnSpc>
                <a:spcPts val="1425"/>
              </a:lnSpc>
              <a:buNone/>
            </a:pPr>
            <a:endParaRPr lang="en-US" sz="1600" b="0" dirty="0">
              <a:solidFill>
                <a:srgbClr val="C8C8C8"/>
              </a:solidFill>
              <a:effectLst/>
              <a:latin typeface="Consolas" panose="020B0609020204030204" pitchFamily="49" charset="0"/>
            </a:endParaRPr>
          </a:p>
          <a:p>
            <a:pPr>
              <a:lnSpc>
                <a:spcPts val="1425"/>
              </a:lnSpc>
              <a:buNone/>
            </a:pPr>
            <a:r>
              <a:rPr lang="en-US" sz="1600" b="0" dirty="0" err="1">
                <a:solidFill>
                  <a:srgbClr val="C8C8C8"/>
                </a:solidFill>
                <a:effectLst/>
                <a:latin typeface="Consolas" panose="020B0609020204030204" pitchFamily="49" charset="0"/>
              </a:rPr>
              <a:t>az</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role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assignment</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create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--assignee</a:t>
            </a:r>
            <a:r>
              <a:rPr lang="en-US" sz="1600" b="0" dirty="0">
                <a:solidFill>
                  <a:srgbClr val="D4D4D4"/>
                </a:solidFill>
                <a:effectLst/>
                <a:latin typeface="Consolas" panose="020B0609020204030204" pitchFamily="49" charset="0"/>
              </a:rPr>
              <a:t> </a:t>
            </a:r>
            <a:r>
              <a:rPr lang="en-US" sz="1600" b="0" dirty="0">
                <a:solidFill>
                  <a:srgbClr val="C8C8C8"/>
                </a:solidFill>
                <a:effectLst/>
                <a:latin typeface="Consolas" panose="020B0609020204030204" pitchFamily="49" charset="0"/>
              </a:rPr>
              <a:t>$ACCOUNT_ID</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--scope</a:t>
            </a:r>
            <a:r>
              <a:rPr lang="en-US" sz="1600" b="0" dirty="0">
                <a:solidFill>
                  <a:srgbClr val="D4D4D4"/>
                </a:solidFill>
                <a:effectLst/>
                <a:latin typeface="Consolas" panose="020B0609020204030204" pitchFamily="49" charset="0"/>
              </a:rPr>
              <a:t> </a:t>
            </a:r>
            <a:r>
              <a:rPr lang="en-US" sz="1600" b="0" dirty="0">
                <a:solidFill>
                  <a:srgbClr val="C8C8C8"/>
                </a:solidFill>
                <a:effectLst/>
                <a:latin typeface="Consolas" panose="020B0609020204030204" pitchFamily="49" charset="0"/>
              </a:rPr>
              <a:t>$AKS_CLUSTER</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--role</a:t>
            </a:r>
            <a:r>
              <a:rPr lang="en-US" sz="1600" b="0" dirty="0">
                <a:solidFill>
                  <a:srgbClr val="D4D4D4"/>
                </a:solidFill>
                <a:effectLst/>
                <a:latin typeface="Consolas" panose="020B0609020204030204" pitchFamily="49" charset="0"/>
              </a:rPr>
              <a:t> </a:t>
            </a:r>
            <a:r>
              <a:rPr lang="en-US" sz="1600" b="0" dirty="0">
                <a:solidFill>
                  <a:srgbClr val="CE9178"/>
                </a:solidFill>
                <a:effectLst/>
                <a:latin typeface="Consolas" panose="020B0609020204030204" pitchFamily="49" charset="0"/>
              </a:rPr>
              <a:t>"Azure Kubernetes Service Cluster User Role"</a:t>
            </a:r>
            <a:endParaRPr lang="en-US" sz="1600" b="0" dirty="0">
              <a:solidFill>
                <a:srgbClr val="D4D4D4"/>
              </a:solidFill>
              <a:effectLst/>
              <a:latin typeface="Consolas" panose="020B0609020204030204" pitchFamily="49" charset="0"/>
            </a:endParaRPr>
          </a:p>
          <a:p>
            <a:pPr marL="285750" indent="-228600">
              <a:lnSpc>
                <a:spcPct val="90000"/>
              </a:lnSpc>
              <a:spcBef>
                <a:spcPts val="600"/>
              </a:spcBef>
              <a:spcAft>
                <a:spcPts val="1200"/>
              </a:spcAft>
              <a:buFont typeface="Arial" panose="020B0604020202020204" pitchFamily="34" charset="0"/>
              <a:buChar char="•"/>
            </a:pPr>
            <a:endParaRPr lang="en-US" sz="2800" dirty="0"/>
          </a:p>
          <a:p>
            <a:pPr marL="285750" indent="-228600">
              <a:lnSpc>
                <a:spcPct val="90000"/>
              </a:lnSpc>
              <a:spcBef>
                <a:spcPts val="600"/>
              </a:spcBef>
              <a:spcAft>
                <a:spcPts val="1200"/>
              </a:spcAft>
              <a:buFont typeface="Arial" panose="020B0604020202020204" pitchFamily="34" charset="0"/>
              <a:buChar char="•"/>
            </a:pPr>
            <a:r>
              <a:rPr lang="en-US" sz="2800" dirty="0"/>
              <a:t>Get and verify the configuration information</a:t>
            </a:r>
          </a:p>
          <a:p>
            <a:pPr>
              <a:lnSpc>
                <a:spcPts val="1425"/>
              </a:lnSpc>
              <a:buNone/>
            </a:pPr>
            <a:r>
              <a:rPr lang="en-US" sz="1600" dirty="0" err="1">
                <a:solidFill>
                  <a:srgbClr val="CE9178"/>
                </a:solidFill>
                <a:latin typeface="Consolas" panose="020B0609020204030204" pitchFamily="49" charset="0"/>
              </a:rPr>
              <a:t>az</a:t>
            </a:r>
            <a:r>
              <a:rPr lang="en-US" sz="1600" dirty="0">
                <a:solidFill>
                  <a:srgbClr val="CE9178"/>
                </a:solidFill>
                <a:latin typeface="Consolas" panose="020B0609020204030204" pitchFamily="49" charset="0"/>
              </a:rPr>
              <a:t> role assignment list --assignee $ACCOUNT_ID --scope $AKS_CLUSTER</a:t>
            </a:r>
          </a:p>
          <a:p>
            <a:pPr marL="57150">
              <a:lnSpc>
                <a:spcPct val="90000"/>
              </a:lnSpc>
              <a:spcBef>
                <a:spcPts val="600"/>
              </a:spcBef>
              <a:spcAft>
                <a:spcPts val="1200"/>
              </a:spcAft>
            </a:pPr>
            <a:endParaRPr lang="en-US" sz="2800" dirty="0"/>
          </a:p>
          <a:p>
            <a:pPr marL="285750" indent="-228600">
              <a:lnSpc>
                <a:spcPct val="90000"/>
              </a:lnSpc>
              <a:spcBef>
                <a:spcPts val="600"/>
              </a:spcBef>
              <a:spcAft>
                <a:spcPts val="1200"/>
              </a:spcAft>
              <a:buFont typeface="Arial" panose="020B0604020202020204" pitchFamily="34" charset="0"/>
              <a:buChar char="•"/>
            </a:pPr>
            <a:r>
              <a:rPr lang="en-US" sz="2800" dirty="0"/>
              <a:t>Remove role permissions</a:t>
            </a:r>
          </a:p>
          <a:p>
            <a:pPr>
              <a:lnSpc>
                <a:spcPts val="1425"/>
              </a:lnSpc>
              <a:buNone/>
            </a:pPr>
            <a:r>
              <a:rPr lang="en-US" sz="1600" dirty="0" err="1">
                <a:solidFill>
                  <a:srgbClr val="CE9178"/>
                </a:solidFill>
                <a:latin typeface="Consolas" panose="020B0609020204030204" pitchFamily="49" charset="0"/>
              </a:rPr>
              <a:t>az</a:t>
            </a:r>
            <a:r>
              <a:rPr lang="en-US" sz="1600" dirty="0">
                <a:solidFill>
                  <a:srgbClr val="CE9178"/>
                </a:solidFill>
                <a:latin typeface="Consolas" panose="020B0609020204030204" pitchFamily="49" charset="0"/>
              </a:rPr>
              <a:t> role assignment delete --assignee $ACCOUNT_ID --scope $AKS_CLUSTER</a:t>
            </a:r>
          </a:p>
          <a:p>
            <a:pPr marL="57150">
              <a:lnSpc>
                <a:spcPct val="90000"/>
              </a:lnSpc>
              <a:spcBef>
                <a:spcPts val="600"/>
              </a:spcBef>
              <a:spcAft>
                <a:spcPts val="1200"/>
              </a:spcAft>
            </a:pPr>
            <a:endParaRPr lang="en-US" sz="2800" dirty="0"/>
          </a:p>
        </p:txBody>
      </p:sp>
    </p:spTree>
    <p:extLst>
      <p:ext uri="{BB962C8B-B14F-4D97-AF65-F5344CB8AC3E}">
        <p14:creationId xmlns:p14="http://schemas.microsoft.com/office/powerpoint/2010/main" val="3232768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47247C-8C96-DC78-8DB8-5972A9F74B1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CF996EE-2A33-23F4-A197-60A553DCE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D61612-9AE1-9F09-4E29-E5D857AA104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Control access to </a:t>
            </a:r>
            <a:r>
              <a:rPr lang="en-US" dirty="0" err="1"/>
              <a:t>kubeconfig</a:t>
            </a:r>
            <a:endParaRPr lang="en-US" dirty="0"/>
          </a:p>
        </p:txBody>
      </p:sp>
      <p:sp>
        <p:nvSpPr>
          <p:cNvPr id="12" name="sketch line">
            <a:extLst>
              <a:ext uri="{FF2B5EF4-FFF2-40B4-BE49-F238E27FC236}">
                <a16:creationId xmlns:a16="http://schemas.microsoft.com/office/drawing/2014/main" id="{188A1BAD-7D79-CB3E-D03A-83CA0FDA4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7E30C36-56E7-954E-1CD5-A04E4514A400}"/>
              </a:ext>
            </a:extLst>
          </p:cNvPr>
          <p:cNvPicPr>
            <a:picLocks noChangeAspect="1"/>
          </p:cNvPicPr>
          <p:nvPr/>
        </p:nvPicPr>
        <p:blipFill>
          <a:blip r:embed="rId3"/>
          <a:stretch>
            <a:fillRect/>
          </a:stretch>
        </p:blipFill>
        <p:spPr>
          <a:xfrm>
            <a:off x="1765908" y="2343482"/>
            <a:ext cx="8389261" cy="2837145"/>
          </a:xfrm>
          <a:prstGeom prst="rect">
            <a:avLst/>
          </a:prstGeom>
        </p:spPr>
      </p:pic>
    </p:spTree>
    <p:extLst>
      <p:ext uri="{BB962C8B-B14F-4D97-AF65-F5344CB8AC3E}">
        <p14:creationId xmlns:p14="http://schemas.microsoft.com/office/powerpoint/2010/main" val="3333515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4B1DA-8BD5-7AA7-61BA-52B7EB5C1C1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1D7D33-1EF0-F4E7-FF8B-EDC3CC47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E5515C-F230-BEDB-0CF0-B75DADDB467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Control access to </a:t>
            </a:r>
            <a:r>
              <a:rPr lang="en-US" dirty="0" err="1"/>
              <a:t>kubeconfig</a:t>
            </a:r>
            <a:endParaRPr lang="en-US" dirty="0"/>
          </a:p>
        </p:txBody>
      </p:sp>
      <p:sp>
        <p:nvSpPr>
          <p:cNvPr id="12" name="sketch line">
            <a:extLst>
              <a:ext uri="{FF2B5EF4-FFF2-40B4-BE49-F238E27FC236}">
                <a16:creationId xmlns:a16="http://schemas.microsoft.com/office/drawing/2014/main" id="{1977333B-4C9A-DB1A-4129-FF13066C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BFFF2A6-7F0B-29F4-7B63-B2E3894CA9BC}"/>
              </a:ext>
            </a:extLst>
          </p:cNvPr>
          <p:cNvPicPr>
            <a:picLocks noChangeAspect="1"/>
          </p:cNvPicPr>
          <p:nvPr/>
        </p:nvPicPr>
        <p:blipFill>
          <a:blip r:embed="rId3"/>
          <a:stretch>
            <a:fillRect/>
          </a:stretch>
        </p:blipFill>
        <p:spPr>
          <a:xfrm>
            <a:off x="6483536" y="2065759"/>
            <a:ext cx="5039428" cy="4391638"/>
          </a:xfrm>
          <a:prstGeom prst="rect">
            <a:avLst/>
          </a:prstGeom>
        </p:spPr>
      </p:pic>
      <p:pic>
        <p:nvPicPr>
          <p:cNvPr id="7" name="Picture 6">
            <a:extLst>
              <a:ext uri="{FF2B5EF4-FFF2-40B4-BE49-F238E27FC236}">
                <a16:creationId xmlns:a16="http://schemas.microsoft.com/office/drawing/2014/main" id="{A67D5F02-9AA9-1A84-62B8-0EB0E8997C14}"/>
              </a:ext>
            </a:extLst>
          </p:cNvPr>
          <p:cNvPicPr>
            <a:picLocks noChangeAspect="1"/>
          </p:cNvPicPr>
          <p:nvPr/>
        </p:nvPicPr>
        <p:blipFill>
          <a:blip r:embed="rId4"/>
          <a:stretch>
            <a:fillRect/>
          </a:stretch>
        </p:blipFill>
        <p:spPr>
          <a:xfrm>
            <a:off x="793502" y="2081024"/>
            <a:ext cx="4896533" cy="2695951"/>
          </a:xfrm>
          <a:prstGeom prst="rect">
            <a:avLst/>
          </a:prstGeom>
        </p:spPr>
      </p:pic>
    </p:spTree>
    <p:extLst>
      <p:ext uri="{BB962C8B-B14F-4D97-AF65-F5344CB8AC3E}">
        <p14:creationId xmlns:p14="http://schemas.microsoft.com/office/powerpoint/2010/main" val="3829135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AA5E5-EB5C-08C1-D531-E9390FB6EA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E102D4-9F7F-0770-21B2-7620928D2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4282CB2-6225-671B-E4E1-D94D2BA554B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9393919-908B-35E6-424E-529497964E4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Manage Access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D7417C08-21AB-9232-B313-7B668DD67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9360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7C3B60E-4DD4-7889-9520-FA6B7A7EBF1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Cluster Authentication</a:t>
            </a:r>
          </a:p>
        </p:txBody>
      </p:sp>
    </p:spTree>
    <p:extLst>
      <p:ext uri="{BB962C8B-B14F-4D97-AF65-F5344CB8AC3E}">
        <p14:creationId xmlns:p14="http://schemas.microsoft.com/office/powerpoint/2010/main" val="2809996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0426F-99EF-6FDA-3BFE-83B215BB5EB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680FD5-2C84-8E42-4BB7-BD41774C0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FC62EB-A1A4-B53E-BCF9-2693EB825970}"/>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Cluster Authentication Concepts</a:t>
            </a:r>
          </a:p>
        </p:txBody>
      </p:sp>
      <p:sp>
        <p:nvSpPr>
          <p:cNvPr id="12" name="sketch line">
            <a:extLst>
              <a:ext uri="{FF2B5EF4-FFF2-40B4-BE49-F238E27FC236}">
                <a16:creationId xmlns:a16="http://schemas.microsoft.com/office/drawing/2014/main" id="{CC77FC65-0F03-207C-61DD-FB2676CAD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976F22-C298-1DB5-272D-9121E87A3CF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Microsoft Entra ID authentication to cluster control plane</a:t>
            </a:r>
          </a:p>
          <a:p>
            <a:pPr marL="285750" indent="-228600">
              <a:lnSpc>
                <a:spcPct val="90000"/>
              </a:lnSpc>
              <a:spcBef>
                <a:spcPts val="600"/>
              </a:spcBef>
              <a:spcAft>
                <a:spcPts val="1200"/>
              </a:spcAft>
              <a:buFont typeface="Arial" panose="020B0604020202020204" pitchFamily="34" charset="0"/>
              <a:buChar char="•"/>
            </a:pPr>
            <a:r>
              <a:rPr lang="en-US" sz="2800" dirty="0"/>
              <a:t>External identity provider authentication to cluster (overview)</a:t>
            </a:r>
          </a:p>
          <a:p>
            <a:pPr marL="285750" indent="-228600">
              <a:lnSpc>
                <a:spcPct val="90000"/>
              </a:lnSpc>
              <a:spcBef>
                <a:spcPts val="600"/>
              </a:spcBef>
              <a:spcAft>
                <a:spcPts val="1200"/>
              </a:spcAft>
              <a:buFont typeface="Arial" panose="020B0604020202020204" pitchFamily="34" charset="0"/>
              <a:buChar char="•"/>
            </a:pPr>
            <a:r>
              <a:rPr lang="en-US" sz="2800" dirty="0"/>
              <a:t>Disable local accounts</a:t>
            </a:r>
          </a:p>
          <a:p>
            <a:pPr marL="285750" indent="-228600">
              <a:lnSpc>
                <a:spcPct val="90000"/>
              </a:lnSpc>
              <a:spcBef>
                <a:spcPts val="600"/>
              </a:spcBef>
              <a:spcAft>
                <a:spcPts val="1200"/>
              </a:spcAft>
              <a:buFont typeface="Arial" panose="020B0604020202020204" pitchFamily="34" charset="0"/>
              <a:buChar char="•"/>
            </a:pPr>
            <a:r>
              <a:rPr lang="en-US" sz="2800" dirty="0"/>
              <a:t>Authenticate to cluster nodes</a:t>
            </a:r>
          </a:p>
        </p:txBody>
      </p:sp>
    </p:spTree>
    <p:extLst>
      <p:ext uri="{BB962C8B-B14F-4D97-AF65-F5344CB8AC3E}">
        <p14:creationId xmlns:p14="http://schemas.microsoft.com/office/powerpoint/2010/main" val="206529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D1B8A0-7462-157C-D197-D7AE0CFF7A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24A15B-F819-A7D1-113A-196DB736E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2055C-E62D-E274-596C-E3871F7D106B}"/>
              </a:ext>
            </a:extLst>
          </p:cNvPr>
          <p:cNvSpPr>
            <a:spLocks noGrp="1"/>
          </p:cNvSpPr>
          <p:nvPr>
            <p:ph type="title"/>
          </p:nvPr>
        </p:nvSpPr>
        <p:spPr>
          <a:xfrm>
            <a:off x="669036" y="370098"/>
            <a:ext cx="108539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27512A64-F8C9-7E30-5BC7-D7CCAEBBD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0FF693E-16DA-BBC8-7106-EF7988A6E8DA}"/>
              </a:ext>
            </a:extLst>
          </p:cNvPr>
          <p:cNvSpPr txBox="1"/>
          <p:nvPr/>
        </p:nvSpPr>
        <p:spPr>
          <a:xfrm>
            <a:off x="838200" y="2102336"/>
            <a:ext cx="10853928" cy="4199071"/>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Kubernetes itself doesn't provide an identity directory. Without an external identity provider, you'd need to manage local credentials per cluster, which doesn't scale and creates audit gaps.</a:t>
            </a:r>
          </a:p>
          <a:p>
            <a:pPr marL="285750" indent="-228600">
              <a:lnSpc>
                <a:spcPct val="90000"/>
              </a:lnSpc>
              <a:spcBef>
                <a:spcPts val="600"/>
              </a:spcBef>
              <a:spcAft>
                <a:spcPts val="1200"/>
              </a:spcAft>
              <a:buFont typeface="Arial" panose="020B0604020202020204" pitchFamily="34" charset="0"/>
              <a:buChar char="•"/>
            </a:pPr>
            <a:r>
              <a:rPr lang="en-US" sz="2800" dirty="0"/>
              <a:t>We recommend deploying AKS clusters with Microsoft Entra ID authentication for the control plane. With this integration, the cluster validates incoming Kubernetes API requests against Microsoft Entra ID and uses the caller's Entra identity for authorization decisions. </a:t>
            </a:r>
          </a:p>
          <a:p>
            <a:pPr marL="285750" indent="-228600">
              <a:lnSpc>
                <a:spcPct val="90000"/>
              </a:lnSpc>
              <a:spcBef>
                <a:spcPts val="600"/>
              </a:spcBef>
              <a:spcAft>
                <a:spcPts val="1200"/>
              </a:spcAft>
              <a:buFont typeface="Arial" panose="020B0604020202020204" pitchFamily="34" charset="0"/>
              <a:buChar char="•"/>
            </a:pPr>
            <a:endParaRPr lang="en-US" sz="2800" dirty="0"/>
          </a:p>
        </p:txBody>
      </p:sp>
    </p:spTree>
    <p:extLst>
      <p:ext uri="{BB962C8B-B14F-4D97-AF65-F5344CB8AC3E}">
        <p14:creationId xmlns:p14="http://schemas.microsoft.com/office/powerpoint/2010/main" val="3752080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218D4D-A03E-027D-4FF2-9BFC3761359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4631F7-6887-E4AA-7F6E-B8564EA448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28900D-5DE0-7908-90F1-7BFDF151BB49}"/>
              </a:ext>
            </a:extLst>
          </p:cNvPr>
          <p:cNvSpPr>
            <a:spLocks noGrp="1"/>
          </p:cNvSpPr>
          <p:nvPr>
            <p:ph type="title"/>
          </p:nvPr>
        </p:nvSpPr>
        <p:spPr>
          <a:xfrm>
            <a:off x="669036" y="370098"/>
            <a:ext cx="108539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AE49863A-609B-BC6D-3739-D7E3D6A63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Diagram that shows Microsoft Entra integration with AKS clusters for authentication.">
            <a:extLst>
              <a:ext uri="{FF2B5EF4-FFF2-40B4-BE49-F238E27FC236}">
                <a16:creationId xmlns:a16="http://schemas.microsoft.com/office/drawing/2014/main" id="{188C1C36-20EB-3D36-0AAD-027FF607BED7}"/>
              </a:ext>
            </a:extLst>
          </p:cNvPr>
          <p:cNvPicPr>
            <a:picLocks noChangeAspect="1"/>
          </p:cNvPicPr>
          <p:nvPr/>
        </p:nvPicPr>
        <p:blipFill>
          <a:blip r:embed="rId3"/>
          <a:stretch>
            <a:fillRect/>
          </a:stretch>
        </p:blipFill>
        <p:spPr>
          <a:xfrm>
            <a:off x="1318628" y="2527218"/>
            <a:ext cx="9044461" cy="3226535"/>
          </a:xfrm>
          <a:prstGeom prst="rect">
            <a:avLst/>
          </a:prstGeom>
        </p:spPr>
      </p:pic>
    </p:spTree>
    <p:extLst>
      <p:ext uri="{BB962C8B-B14F-4D97-AF65-F5344CB8AC3E}">
        <p14:creationId xmlns:p14="http://schemas.microsoft.com/office/powerpoint/2010/main" val="355811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62F3F8-2A96-34AE-9F7E-63A684FF74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B3852F-5D46-9BAD-0983-5A3A7E875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C4533-CB66-2335-3210-AEB98C4149E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800D5272-67EB-FA01-B7C7-8769ADEFF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F98B967-82C3-F38D-4ACE-6AB0041FC35B}"/>
              </a:ext>
            </a:extLst>
          </p:cNvPr>
          <p:cNvPicPr>
            <a:picLocks noChangeAspect="1"/>
          </p:cNvPicPr>
          <p:nvPr/>
        </p:nvPicPr>
        <p:blipFill>
          <a:blip r:embed="rId3"/>
          <a:stretch>
            <a:fillRect/>
          </a:stretch>
        </p:blipFill>
        <p:spPr>
          <a:xfrm>
            <a:off x="783473" y="2266834"/>
            <a:ext cx="7440063" cy="885949"/>
          </a:xfrm>
          <a:prstGeom prst="rect">
            <a:avLst/>
          </a:prstGeom>
        </p:spPr>
      </p:pic>
      <p:pic>
        <p:nvPicPr>
          <p:cNvPr id="7" name="Picture 6">
            <a:extLst>
              <a:ext uri="{FF2B5EF4-FFF2-40B4-BE49-F238E27FC236}">
                <a16:creationId xmlns:a16="http://schemas.microsoft.com/office/drawing/2014/main" id="{0CC1169B-A311-EC0C-7955-9D236B710770}"/>
              </a:ext>
            </a:extLst>
          </p:cNvPr>
          <p:cNvPicPr>
            <a:picLocks noChangeAspect="1"/>
          </p:cNvPicPr>
          <p:nvPr/>
        </p:nvPicPr>
        <p:blipFill>
          <a:blip r:embed="rId4"/>
          <a:stretch>
            <a:fillRect/>
          </a:stretch>
        </p:blipFill>
        <p:spPr>
          <a:xfrm>
            <a:off x="3536582" y="3580189"/>
            <a:ext cx="4686954" cy="2019582"/>
          </a:xfrm>
          <a:prstGeom prst="rect">
            <a:avLst/>
          </a:prstGeom>
        </p:spPr>
      </p:pic>
    </p:spTree>
    <p:extLst>
      <p:ext uri="{BB962C8B-B14F-4D97-AF65-F5344CB8AC3E}">
        <p14:creationId xmlns:p14="http://schemas.microsoft.com/office/powerpoint/2010/main" val="3539314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DB5792-E4E0-9C3C-8B74-1F6DA0CAF5B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4A7764-5766-992E-0AC4-C925198C7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D8E101-B1DF-6E0E-1B0D-6CE6384C9F4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F3E24A28-4867-DDDE-584C-B6A870430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B996840-C5F9-3C30-0DFB-F9C05856F99C}"/>
              </a:ext>
            </a:extLst>
          </p:cNvPr>
          <p:cNvPicPr>
            <a:picLocks noChangeAspect="1"/>
          </p:cNvPicPr>
          <p:nvPr/>
        </p:nvPicPr>
        <p:blipFill>
          <a:blip r:embed="rId3"/>
          <a:stretch/>
        </p:blipFill>
        <p:spPr>
          <a:xfrm>
            <a:off x="762666" y="1788562"/>
            <a:ext cx="5936084" cy="4976537"/>
          </a:xfrm>
          <a:prstGeom prst="rect">
            <a:avLst/>
          </a:prstGeom>
        </p:spPr>
      </p:pic>
      <p:sp>
        <p:nvSpPr>
          <p:cNvPr id="6" name="Rectangle 5">
            <a:extLst>
              <a:ext uri="{FF2B5EF4-FFF2-40B4-BE49-F238E27FC236}">
                <a16:creationId xmlns:a16="http://schemas.microsoft.com/office/drawing/2014/main" id="{F5EF5257-6445-4513-D7E7-8A155670FF18}"/>
              </a:ext>
            </a:extLst>
          </p:cNvPr>
          <p:cNvSpPr/>
          <p:nvPr/>
        </p:nvSpPr>
        <p:spPr>
          <a:xfrm>
            <a:off x="2178121" y="5260369"/>
            <a:ext cx="4438436" cy="719191"/>
          </a:xfrm>
          <a:prstGeom prst="rect">
            <a:avLst/>
          </a:prstGeom>
          <a:noFill/>
          <a:ln w="28575">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D1CA349-D5F7-C0F4-1391-BE9072DED22F}"/>
              </a:ext>
            </a:extLst>
          </p:cNvPr>
          <p:cNvPicPr>
            <a:picLocks noChangeAspect="1"/>
          </p:cNvPicPr>
          <p:nvPr/>
        </p:nvPicPr>
        <p:blipFill>
          <a:blip r:embed="rId4"/>
          <a:stretch>
            <a:fillRect/>
          </a:stretch>
        </p:blipFill>
        <p:spPr>
          <a:xfrm>
            <a:off x="7131196" y="2231915"/>
            <a:ext cx="4686954" cy="1305107"/>
          </a:xfrm>
          <a:prstGeom prst="rect">
            <a:avLst/>
          </a:prstGeom>
        </p:spPr>
      </p:pic>
    </p:spTree>
    <p:extLst>
      <p:ext uri="{BB962C8B-B14F-4D97-AF65-F5344CB8AC3E}">
        <p14:creationId xmlns:p14="http://schemas.microsoft.com/office/powerpoint/2010/main" val="3061869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2F282D-7BF3-7CE8-431C-60381CACCAF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9E0615-D97B-6C91-9733-BD7CC470B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54C577-F29D-F7F6-9DEF-B55F71636B0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44FB1049-B21B-2D36-D55B-F89CC0D58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7884DAC-1BCB-0366-993E-DDE0833115BF}"/>
              </a:ext>
            </a:extLst>
          </p:cNvPr>
          <p:cNvPicPr>
            <a:picLocks noChangeAspect="1"/>
          </p:cNvPicPr>
          <p:nvPr/>
        </p:nvPicPr>
        <p:blipFill>
          <a:blip r:embed="rId3"/>
          <a:stretch/>
        </p:blipFill>
        <p:spPr>
          <a:xfrm>
            <a:off x="762666" y="1788562"/>
            <a:ext cx="5936084" cy="4976537"/>
          </a:xfrm>
          <a:prstGeom prst="rect">
            <a:avLst/>
          </a:prstGeom>
        </p:spPr>
      </p:pic>
      <p:sp>
        <p:nvSpPr>
          <p:cNvPr id="6" name="Rectangle 5">
            <a:extLst>
              <a:ext uri="{FF2B5EF4-FFF2-40B4-BE49-F238E27FC236}">
                <a16:creationId xmlns:a16="http://schemas.microsoft.com/office/drawing/2014/main" id="{02288974-7EFF-4E3D-36BE-8F703E690F5C}"/>
              </a:ext>
            </a:extLst>
          </p:cNvPr>
          <p:cNvSpPr/>
          <p:nvPr/>
        </p:nvSpPr>
        <p:spPr>
          <a:xfrm>
            <a:off x="2178121" y="5260369"/>
            <a:ext cx="4438436" cy="719191"/>
          </a:xfrm>
          <a:prstGeom prst="rect">
            <a:avLst/>
          </a:prstGeom>
          <a:noFill/>
          <a:ln w="28575">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DFC7AA6-54D1-3E62-FF73-60020B1D4533}"/>
              </a:ext>
            </a:extLst>
          </p:cNvPr>
          <p:cNvPicPr>
            <a:picLocks noChangeAspect="1"/>
          </p:cNvPicPr>
          <p:nvPr/>
        </p:nvPicPr>
        <p:blipFill>
          <a:blip r:embed="rId4"/>
          <a:stretch>
            <a:fillRect/>
          </a:stretch>
        </p:blipFill>
        <p:spPr>
          <a:xfrm>
            <a:off x="7131196" y="2231915"/>
            <a:ext cx="4686954" cy="1305107"/>
          </a:xfrm>
          <a:prstGeom prst="rect">
            <a:avLst/>
          </a:prstGeom>
        </p:spPr>
      </p:pic>
    </p:spTree>
    <p:extLst>
      <p:ext uri="{BB962C8B-B14F-4D97-AF65-F5344CB8AC3E}">
        <p14:creationId xmlns:p14="http://schemas.microsoft.com/office/powerpoint/2010/main" val="1198856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2D494D-A9EF-74D9-8422-C35DB809E72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FC59C19-2FDB-D8B0-BFDF-C86E782EDC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F6CD30-B94D-734E-21DB-72AFD7C6E42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Microsoft Entra ID authentication to cluster control plane</a:t>
            </a:r>
          </a:p>
        </p:txBody>
      </p:sp>
      <p:sp>
        <p:nvSpPr>
          <p:cNvPr id="12" name="sketch line">
            <a:extLst>
              <a:ext uri="{FF2B5EF4-FFF2-40B4-BE49-F238E27FC236}">
                <a16:creationId xmlns:a16="http://schemas.microsoft.com/office/drawing/2014/main" id="{B550C80B-B892-F3E1-375D-54BEB282D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16735F-3126-408D-A1AE-49024A59F73E}"/>
              </a:ext>
            </a:extLst>
          </p:cNvPr>
          <p:cNvPicPr>
            <a:picLocks noChangeAspect="1"/>
          </p:cNvPicPr>
          <p:nvPr/>
        </p:nvPicPr>
        <p:blipFill>
          <a:blip r:embed="rId3"/>
          <a:stretch>
            <a:fillRect/>
          </a:stretch>
        </p:blipFill>
        <p:spPr>
          <a:xfrm>
            <a:off x="745450" y="2338235"/>
            <a:ext cx="6107413" cy="1869783"/>
          </a:xfrm>
          <a:prstGeom prst="rect">
            <a:avLst/>
          </a:prstGeom>
        </p:spPr>
      </p:pic>
      <p:pic>
        <p:nvPicPr>
          <p:cNvPr id="8" name="Picture 7">
            <a:extLst>
              <a:ext uri="{FF2B5EF4-FFF2-40B4-BE49-F238E27FC236}">
                <a16:creationId xmlns:a16="http://schemas.microsoft.com/office/drawing/2014/main" id="{6937F5D6-1C33-2F03-3770-E1D9FADD954F}"/>
              </a:ext>
            </a:extLst>
          </p:cNvPr>
          <p:cNvPicPr>
            <a:picLocks noChangeAspect="1"/>
          </p:cNvPicPr>
          <p:nvPr/>
        </p:nvPicPr>
        <p:blipFill>
          <a:blip r:embed="rId4"/>
          <a:stretch>
            <a:fillRect/>
          </a:stretch>
        </p:blipFill>
        <p:spPr>
          <a:xfrm>
            <a:off x="6979215" y="3512468"/>
            <a:ext cx="4862933" cy="2557276"/>
          </a:xfrm>
          <a:prstGeom prst="rect">
            <a:avLst/>
          </a:prstGeom>
        </p:spPr>
      </p:pic>
      <p:cxnSp>
        <p:nvCxnSpPr>
          <p:cNvPr id="13" name="Straight Arrow Connector 12">
            <a:extLst>
              <a:ext uri="{FF2B5EF4-FFF2-40B4-BE49-F238E27FC236}">
                <a16:creationId xmlns:a16="http://schemas.microsoft.com/office/drawing/2014/main" id="{4CE30DC7-DB05-1741-2E7C-4B6A7DB71921}"/>
              </a:ext>
            </a:extLst>
          </p:cNvPr>
          <p:cNvCxnSpPr>
            <a:cxnSpLocks/>
          </p:cNvCxnSpPr>
          <p:nvPr/>
        </p:nvCxnSpPr>
        <p:spPr>
          <a:xfrm>
            <a:off x="1777429" y="3512468"/>
            <a:ext cx="5075434" cy="381438"/>
          </a:xfrm>
          <a:prstGeom prst="straightConnector1">
            <a:avLst/>
          </a:prstGeom>
          <a:ln w="57150">
            <a:solidFill>
              <a:srgbClr val="EE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5808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55F4B4-70BC-32C2-54DC-0AA70A1453D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7D332E-5C09-C187-6D53-4A4C6210F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7A8A8-1652-E72B-6F6B-B0A0EBD8339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Control access to </a:t>
            </a:r>
            <a:r>
              <a:rPr lang="en-US" dirty="0" err="1"/>
              <a:t>kubeconfig</a:t>
            </a:r>
            <a:endParaRPr lang="en-US" dirty="0"/>
          </a:p>
        </p:txBody>
      </p:sp>
      <p:sp>
        <p:nvSpPr>
          <p:cNvPr id="12" name="sketch line">
            <a:extLst>
              <a:ext uri="{FF2B5EF4-FFF2-40B4-BE49-F238E27FC236}">
                <a16:creationId xmlns:a16="http://schemas.microsoft.com/office/drawing/2014/main" id="{FB8DA168-DE93-951A-1242-235B05CF5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AFD4E03-ED17-09E0-10B3-CD839CBCDCEB}"/>
              </a:ext>
            </a:extLst>
          </p:cNvPr>
          <p:cNvPicPr>
            <a:picLocks noChangeAspect="1"/>
          </p:cNvPicPr>
          <p:nvPr/>
        </p:nvPicPr>
        <p:blipFill>
          <a:blip r:embed="rId3"/>
          <a:stretch>
            <a:fillRect/>
          </a:stretch>
        </p:blipFill>
        <p:spPr>
          <a:xfrm>
            <a:off x="270649" y="1642813"/>
            <a:ext cx="11650701" cy="3572374"/>
          </a:xfrm>
          <a:prstGeom prst="rect">
            <a:avLst/>
          </a:prstGeom>
        </p:spPr>
      </p:pic>
      <p:pic>
        <p:nvPicPr>
          <p:cNvPr id="8" name="Picture 7">
            <a:extLst>
              <a:ext uri="{FF2B5EF4-FFF2-40B4-BE49-F238E27FC236}">
                <a16:creationId xmlns:a16="http://schemas.microsoft.com/office/drawing/2014/main" id="{DE186D40-CF16-0B1D-E7A3-CA3D218664BF}"/>
              </a:ext>
            </a:extLst>
          </p:cNvPr>
          <p:cNvPicPr>
            <a:picLocks noChangeAspect="1"/>
          </p:cNvPicPr>
          <p:nvPr/>
        </p:nvPicPr>
        <p:blipFill>
          <a:blip r:embed="rId4"/>
          <a:stretch>
            <a:fillRect/>
          </a:stretch>
        </p:blipFill>
        <p:spPr>
          <a:xfrm>
            <a:off x="280175" y="5374513"/>
            <a:ext cx="11641175" cy="1324160"/>
          </a:xfrm>
          <a:prstGeom prst="rect">
            <a:avLst/>
          </a:prstGeom>
        </p:spPr>
      </p:pic>
    </p:spTree>
    <p:extLst>
      <p:ext uri="{BB962C8B-B14F-4D97-AF65-F5344CB8AC3E}">
        <p14:creationId xmlns:p14="http://schemas.microsoft.com/office/powerpoint/2010/main" val="1961258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F9DDD9-28A3-219B-86A1-0788AB517A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E3A9F3-9AB7-1C42-7773-EA019E3E9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9281A7E-9929-042C-E678-F9DFFB1A638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611E782-248F-7624-9A58-81B55054FFC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Enable Entra ID Authentication</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321A2F15-1411-8B41-89CE-7FD2645BC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0161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66CE41-B0DF-B92E-BAE5-03EE57390D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2C43DA7-EE17-7705-B2C8-44232C16F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5D1D0D-4186-6485-F73B-AEF65FECE4C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Authenticate with </a:t>
            </a:r>
            <a:r>
              <a:rPr lang="en-US" dirty="0" err="1"/>
              <a:t>kubelogin</a:t>
            </a:r>
            <a:endParaRPr lang="en-US" dirty="0"/>
          </a:p>
        </p:txBody>
      </p:sp>
      <p:sp>
        <p:nvSpPr>
          <p:cNvPr id="12" name="sketch line">
            <a:extLst>
              <a:ext uri="{FF2B5EF4-FFF2-40B4-BE49-F238E27FC236}">
                <a16:creationId xmlns:a16="http://schemas.microsoft.com/office/drawing/2014/main" id="{72A6DC1F-1292-CFFA-4972-BDB7095C9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A59D54-7627-A46C-D320-0065906B579D}"/>
              </a:ext>
            </a:extLst>
          </p:cNvPr>
          <p:cNvSpPr txBox="1"/>
          <p:nvPr/>
        </p:nvSpPr>
        <p:spPr>
          <a:xfrm>
            <a:off x="380144" y="1931542"/>
            <a:ext cx="11311984" cy="2871011"/>
          </a:xfrm>
          <a:prstGeom prst="rect">
            <a:avLst/>
          </a:prstGeom>
        </p:spPr>
        <p:txBody>
          <a:bodyPr vert="horz" lIns="91440" tIns="45720" rIns="91440" bIns="45720" rtlCol="0">
            <a:normAutofit/>
          </a:bodyPr>
          <a:lstStyle/>
          <a:p>
            <a:pPr marL="514350" indent="-457200">
              <a:lnSpc>
                <a:spcPct val="90000"/>
              </a:lnSpc>
              <a:spcBef>
                <a:spcPts val="600"/>
              </a:spcBef>
              <a:spcAft>
                <a:spcPts val="1200"/>
              </a:spcAft>
              <a:buFont typeface="Arial" panose="020B0604020202020204" pitchFamily="34" charset="0"/>
              <a:buChar char="•"/>
            </a:pPr>
            <a:r>
              <a:rPr lang="en-US" sz="2400" dirty="0"/>
              <a:t>The </a:t>
            </a:r>
            <a:r>
              <a:rPr lang="en-US" sz="2400" dirty="0" err="1"/>
              <a:t>kubelogin</a:t>
            </a:r>
            <a:r>
              <a:rPr lang="en-US" sz="2400" dirty="0"/>
              <a:t> plugin in Azure is a client-go credential plugin that implements Microsoft Entra authentication. The </a:t>
            </a:r>
            <a:r>
              <a:rPr lang="en-US" sz="2400" dirty="0" err="1"/>
              <a:t>kubelogin</a:t>
            </a:r>
            <a:r>
              <a:rPr lang="en-US" sz="2400" dirty="0"/>
              <a:t> plugin offers features that aren't available in the </a:t>
            </a:r>
            <a:r>
              <a:rPr lang="en-US" sz="2400" dirty="0" err="1"/>
              <a:t>kubectl</a:t>
            </a:r>
            <a:r>
              <a:rPr lang="en-US" sz="2400" dirty="0"/>
              <a:t> command-line tool.</a:t>
            </a:r>
          </a:p>
          <a:p>
            <a:pPr marL="514350" indent="-457200">
              <a:lnSpc>
                <a:spcPct val="90000"/>
              </a:lnSpc>
              <a:spcBef>
                <a:spcPts val="600"/>
              </a:spcBef>
              <a:spcAft>
                <a:spcPts val="1200"/>
              </a:spcAft>
              <a:buFont typeface="Arial" panose="020B0604020202020204" pitchFamily="34" charset="0"/>
              <a:buChar char="•"/>
            </a:pPr>
            <a:r>
              <a:rPr lang="en-US" sz="2400" dirty="0"/>
              <a:t>Download </a:t>
            </a:r>
            <a:r>
              <a:rPr lang="en-US" sz="2400" dirty="0" err="1"/>
              <a:t>kubectl</a:t>
            </a:r>
            <a:r>
              <a:rPr lang="en-US" sz="2400" dirty="0"/>
              <a:t> and </a:t>
            </a:r>
            <a:r>
              <a:rPr lang="en-US" sz="2400" dirty="0" err="1"/>
              <a:t>kubelogin</a:t>
            </a:r>
            <a:r>
              <a:rPr lang="en-US" sz="2400" dirty="0"/>
              <a:t> and keep them at the same location</a:t>
            </a:r>
          </a:p>
          <a:p>
            <a:pPr marL="514350" lvl="1">
              <a:lnSpc>
                <a:spcPct val="90000"/>
              </a:lnSpc>
              <a:spcBef>
                <a:spcPts val="600"/>
              </a:spcBef>
              <a:spcAft>
                <a:spcPts val="1200"/>
              </a:spcAft>
            </a:pPr>
            <a:r>
              <a:rPr lang="en-US" sz="2400" dirty="0">
                <a:hlinkClick r:id="rId3"/>
              </a:rPr>
              <a:t>https://github.com/Azure/kubelogin/releases</a:t>
            </a:r>
            <a:r>
              <a:rPr lang="en-US" sz="2400" dirty="0"/>
              <a:t> </a:t>
            </a:r>
          </a:p>
          <a:p>
            <a:pPr marL="514350" lvl="1">
              <a:lnSpc>
                <a:spcPct val="90000"/>
              </a:lnSpc>
              <a:spcBef>
                <a:spcPts val="600"/>
              </a:spcBef>
              <a:spcAft>
                <a:spcPts val="1200"/>
              </a:spcAft>
            </a:pPr>
            <a:r>
              <a:rPr lang="en-US" sz="2400" dirty="0">
                <a:hlinkClick r:id="rId4"/>
              </a:rPr>
              <a:t>https://kubernetes.io/releases/download/#binaries</a:t>
            </a:r>
            <a:r>
              <a:rPr lang="en-US" sz="2400" dirty="0"/>
              <a:t> </a:t>
            </a:r>
          </a:p>
        </p:txBody>
      </p:sp>
      <p:pic>
        <p:nvPicPr>
          <p:cNvPr id="4" name="Picture 3">
            <a:extLst>
              <a:ext uri="{FF2B5EF4-FFF2-40B4-BE49-F238E27FC236}">
                <a16:creationId xmlns:a16="http://schemas.microsoft.com/office/drawing/2014/main" id="{63EA3EA1-A1A0-FF5B-FA80-FAA09029B9A9}"/>
              </a:ext>
            </a:extLst>
          </p:cNvPr>
          <p:cNvPicPr>
            <a:picLocks noChangeAspect="1"/>
          </p:cNvPicPr>
          <p:nvPr/>
        </p:nvPicPr>
        <p:blipFill>
          <a:blip r:embed="rId5"/>
          <a:stretch>
            <a:fillRect/>
          </a:stretch>
        </p:blipFill>
        <p:spPr>
          <a:xfrm>
            <a:off x="1022079" y="4944328"/>
            <a:ext cx="6144482" cy="1771897"/>
          </a:xfrm>
          <a:prstGeom prst="rect">
            <a:avLst/>
          </a:prstGeom>
        </p:spPr>
      </p:pic>
      <p:sp>
        <p:nvSpPr>
          <p:cNvPr id="7" name="TextBox 6">
            <a:extLst>
              <a:ext uri="{FF2B5EF4-FFF2-40B4-BE49-F238E27FC236}">
                <a16:creationId xmlns:a16="http://schemas.microsoft.com/office/drawing/2014/main" id="{EC692676-8187-5685-21EC-4260F448C6EF}"/>
              </a:ext>
            </a:extLst>
          </p:cNvPr>
          <p:cNvSpPr txBox="1"/>
          <p:nvPr/>
        </p:nvSpPr>
        <p:spPr>
          <a:xfrm>
            <a:off x="7717793" y="5180627"/>
            <a:ext cx="4148859" cy="1200329"/>
          </a:xfrm>
          <a:prstGeom prst="rect">
            <a:avLst/>
          </a:prstGeom>
          <a:noFill/>
        </p:spPr>
        <p:txBody>
          <a:bodyPr wrap="square">
            <a:spAutoFit/>
          </a:bodyPr>
          <a:lstStyle/>
          <a:p>
            <a:r>
              <a:rPr lang="en-US" sz="2400" b="1" dirty="0"/>
              <a:t>Add the path of these binaries to the environment variable "Path" !!!</a:t>
            </a:r>
          </a:p>
        </p:txBody>
      </p:sp>
    </p:spTree>
    <p:extLst>
      <p:ext uri="{BB962C8B-B14F-4D97-AF65-F5344CB8AC3E}">
        <p14:creationId xmlns:p14="http://schemas.microsoft.com/office/powerpoint/2010/main" val="1221777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D3C2EB-6394-F4C5-9581-2EB47E48C23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90D3F-BBD3-E082-4995-E8F82E43E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2F0ED1-9B6C-9E74-A4B0-75E201D2666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Disable local cluster admin accounts</a:t>
            </a:r>
          </a:p>
        </p:txBody>
      </p:sp>
      <p:sp>
        <p:nvSpPr>
          <p:cNvPr id="12" name="sketch line">
            <a:extLst>
              <a:ext uri="{FF2B5EF4-FFF2-40B4-BE49-F238E27FC236}">
                <a16:creationId xmlns:a16="http://schemas.microsoft.com/office/drawing/2014/main" id="{CCD82C0A-8E09-559F-2690-C359BF6EC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4E83E90-E567-788D-CEE5-F46D44F265EE}"/>
              </a:ext>
            </a:extLst>
          </p:cNvPr>
          <p:cNvSpPr txBox="1"/>
          <p:nvPr/>
        </p:nvSpPr>
        <p:spPr>
          <a:xfrm>
            <a:off x="585627" y="2065760"/>
            <a:ext cx="11106501" cy="4235648"/>
          </a:xfrm>
          <a:prstGeom prst="rect">
            <a:avLst/>
          </a:prstGeom>
        </p:spPr>
        <p:txBody>
          <a:bodyPr vert="horz" lIns="91440" tIns="45720" rIns="91440" bIns="45720" rtlCol="0">
            <a:normAutofit fontScale="92500" lnSpcReduction="10000"/>
          </a:bodyPr>
          <a:lstStyle/>
          <a:p>
            <a:pPr marL="285750" indent="-228600">
              <a:lnSpc>
                <a:spcPct val="90000"/>
              </a:lnSpc>
              <a:spcBef>
                <a:spcPts val="600"/>
              </a:spcBef>
              <a:spcAft>
                <a:spcPts val="1200"/>
              </a:spcAft>
              <a:buFont typeface="Arial" panose="020B0604020202020204" pitchFamily="34" charset="0"/>
              <a:buChar char="•"/>
            </a:pPr>
            <a:r>
              <a:rPr lang="en-US" sz="2800" dirty="0"/>
              <a:t>Local accounts use a built-in cluster admin certificate that bypasses Microsoft Entra ID. Any caller who can list this credential gets full cluster admin access without going through Entra ID, which breaks centralized audit, Conditional Access, and Privileged Identity Management. In production, disable local accounts so that all access flows through Microsoft Entra ID.</a:t>
            </a:r>
          </a:p>
          <a:p>
            <a:pPr marL="285750" indent="-228600">
              <a:lnSpc>
                <a:spcPct val="90000"/>
              </a:lnSpc>
              <a:spcBef>
                <a:spcPts val="600"/>
              </a:spcBef>
              <a:spcAft>
                <a:spcPts val="1200"/>
              </a:spcAft>
              <a:buFont typeface="Arial" panose="020B0604020202020204" pitchFamily="34" charset="0"/>
              <a:buChar char="•"/>
            </a:pPr>
            <a:r>
              <a:rPr lang="en-US" sz="2800" dirty="0"/>
              <a:t>To enforce this at scale across many clusters, assign the built-in Azure Policy Azure Kubernetes Service Clusters should have local authentication methods disabled at a subscription or management group scope. The policy audits or denies clusters that are created or updated with local accounts enabled.</a:t>
            </a:r>
          </a:p>
        </p:txBody>
      </p:sp>
    </p:spTree>
    <p:extLst>
      <p:ext uri="{BB962C8B-B14F-4D97-AF65-F5344CB8AC3E}">
        <p14:creationId xmlns:p14="http://schemas.microsoft.com/office/powerpoint/2010/main" val="1071198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BDE913-E12E-1D55-8785-35BF414FDD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EC310C-003C-9620-1F0E-84DEE7873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0EDA239-356E-DA34-EF0D-F9ED46FE383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096A03C-5377-3674-1816-277E9B8378B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Disable local cluster admin accounts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0A6E9C36-8B6F-245F-CDD9-2C045871B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13910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486E4C-DA2E-B80E-AC24-9AA0F80888C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753EDA-D9A5-422E-556D-8A00F5D53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BEFEA2-9372-F863-CD82-A4370271A78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Manage SSH access to nodes</a:t>
            </a:r>
          </a:p>
        </p:txBody>
      </p:sp>
      <p:sp>
        <p:nvSpPr>
          <p:cNvPr id="12" name="sketch line">
            <a:extLst>
              <a:ext uri="{FF2B5EF4-FFF2-40B4-BE49-F238E27FC236}">
                <a16:creationId xmlns:a16="http://schemas.microsoft.com/office/drawing/2014/main" id="{7CC326AB-7E8B-B808-03CD-C996C2153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BBFBA41-B4BA-80D8-BB86-0B08928D4345}"/>
              </a:ext>
            </a:extLst>
          </p:cNvPr>
          <p:cNvSpPr txBox="1"/>
          <p:nvPr/>
        </p:nvSpPr>
        <p:spPr>
          <a:xfrm>
            <a:off x="667512" y="2065759"/>
            <a:ext cx="10853928" cy="1180875"/>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400" dirty="0"/>
              <a:t>Beyond authenticating to the Kubernetes API, you might also need to authenticate directly to a node over SSH for troubleshooting. AKS supports three SSH access modes that you set per cluster or node pool:</a:t>
            </a:r>
          </a:p>
        </p:txBody>
      </p:sp>
      <p:sp>
        <p:nvSpPr>
          <p:cNvPr id="7" name="TextBox 6">
            <a:extLst>
              <a:ext uri="{FF2B5EF4-FFF2-40B4-BE49-F238E27FC236}">
                <a16:creationId xmlns:a16="http://schemas.microsoft.com/office/drawing/2014/main" id="{8287F2C3-4621-7376-2C54-082EDDE1FFC6}"/>
              </a:ext>
            </a:extLst>
          </p:cNvPr>
          <p:cNvSpPr txBox="1"/>
          <p:nvPr/>
        </p:nvSpPr>
        <p:spPr>
          <a:xfrm>
            <a:off x="667513" y="3429000"/>
            <a:ext cx="10853927" cy="3170099"/>
          </a:xfrm>
          <a:prstGeom prst="rect">
            <a:avLst/>
          </a:prstGeom>
          <a:noFill/>
        </p:spPr>
        <p:txBody>
          <a:bodyPr wrap="square">
            <a:spAutoFit/>
          </a:bodyPr>
          <a:lstStyle/>
          <a:p>
            <a:r>
              <a:rPr lang="en-US" sz="2000" b="1" dirty="0"/>
              <a:t>Disabled SSH (preview): </a:t>
            </a:r>
            <a:r>
              <a:rPr lang="en-US" sz="2000" dirty="0"/>
              <a:t>Block SSH access to nodes entirely. Recommended for production where node-level access is governed only through </a:t>
            </a:r>
            <a:r>
              <a:rPr lang="en-US" sz="2000" dirty="0" err="1"/>
              <a:t>kubectl</a:t>
            </a:r>
            <a:r>
              <a:rPr lang="en-US" sz="2000" dirty="0"/>
              <a:t> debug or other Kubernetes-native paths.</a:t>
            </a:r>
          </a:p>
          <a:p>
            <a:r>
              <a:rPr lang="en-US" sz="2000" b="1" dirty="0"/>
              <a:t>Local user SSH:</a:t>
            </a:r>
            <a:r>
              <a:rPr lang="en-US" sz="2000" dirty="0"/>
              <a:t> Traditional SSH key–based access. Use this only when Entra ID based SSH isn't an option, and rotate keys regularly.</a:t>
            </a:r>
          </a:p>
          <a:p>
            <a:r>
              <a:rPr lang="en-US" sz="2000" b="1" dirty="0"/>
              <a:t>Microsoft Entra ID based SSH (preview):</a:t>
            </a:r>
            <a:r>
              <a:rPr lang="en-US" sz="2000" dirty="0"/>
              <a:t> Sign in to nodes using Microsoft Entra identities, with no SSH keys to manage. This mode is consistent with the rest of cluster authentication: it inherits Conditional Access and multifactor authentication from Entra ID, supports just-in-time elevation through Azure RBAC and Privileged Identity Management, and centralizes audit through Entra ID sign-in logs.</a:t>
            </a:r>
          </a:p>
        </p:txBody>
      </p:sp>
    </p:spTree>
    <p:extLst>
      <p:ext uri="{BB962C8B-B14F-4D97-AF65-F5344CB8AC3E}">
        <p14:creationId xmlns:p14="http://schemas.microsoft.com/office/powerpoint/2010/main" val="2944174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BF5016-9A1E-D20B-86B5-EF246AEAF5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4094B16-C389-AD70-7031-78636CBD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4F41FE-FA8A-858C-9074-7551ECC5EA9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342C2E7-C099-396A-1259-0EE806EF759C}"/>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Manage SSH access to nodes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6EB601A7-DC43-50E2-DC45-798D92E18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2330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99D622-AD30-EEF2-D5F1-EB6DD89B2F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A39F6E-B38F-43A8-1BB3-50D4039D89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A3712-8F57-E628-C8DA-FE493682B8A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Conditional Access for cluster and node access</a:t>
            </a:r>
          </a:p>
        </p:txBody>
      </p:sp>
      <p:sp>
        <p:nvSpPr>
          <p:cNvPr id="12" name="sketch line">
            <a:extLst>
              <a:ext uri="{FF2B5EF4-FFF2-40B4-BE49-F238E27FC236}">
                <a16:creationId xmlns:a16="http://schemas.microsoft.com/office/drawing/2014/main" id="{4E2B70D0-CEB9-5056-9728-B524D9EA0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424BD83-41DE-648F-0A67-7199D5CB987F}"/>
              </a:ext>
            </a:extLst>
          </p:cNvPr>
          <p:cNvSpPr txBox="1"/>
          <p:nvPr/>
        </p:nvSpPr>
        <p:spPr>
          <a:xfrm>
            <a:off x="478603" y="2249026"/>
            <a:ext cx="11570095" cy="2294928"/>
          </a:xfrm>
          <a:prstGeom prst="rect">
            <a:avLst/>
          </a:prstGeom>
        </p:spPr>
        <p:txBody>
          <a:bodyPr vert="horz" lIns="91440" tIns="45720" rIns="91440" bIns="45720" rtlCol="0">
            <a:normAutofit fontScale="92500" lnSpcReduction="20000"/>
          </a:bodyPr>
          <a:lstStyle/>
          <a:p>
            <a:pPr marL="285750" indent="-228600">
              <a:lnSpc>
                <a:spcPct val="90000"/>
              </a:lnSpc>
              <a:spcBef>
                <a:spcPts val="600"/>
              </a:spcBef>
              <a:spcAft>
                <a:spcPts val="1200"/>
              </a:spcAft>
              <a:buFont typeface="Arial" panose="020B0604020202020204" pitchFamily="34" charset="0"/>
              <a:buChar char="•"/>
            </a:pPr>
            <a:r>
              <a:rPr lang="en-US" sz="2800" dirty="0"/>
              <a:t>When you integrate Microsoft Entra ID with your AKS cluster, you can use Conditional Access to control access to your cluster control plane and cluster nodes.</a:t>
            </a:r>
          </a:p>
          <a:p>
            <a:pPr marL="285750" indent="-228600">
              <a:lnSpc>
                <a:spcPct val="90000"/>
              </a:lnSpc>
              <a:spcBef>
                <a:spcPts val="600"/>
              </a:spcBef>
              <a:spcAft>
                <a:spcPts val="1200"/>
              </a:spcAft>
              <a:buFont typeface="Arial" panose="020B0604020202020204" pitchFamily="34" charset="0"/>
              <a:buChar char="•"/>
            </a:pPr>
            <a:r>
              <a:rPr lang="en-US" sz="2800" dirty="0"/>
              <a:t>When you enable Entra ID based SSH access on your AKS cluster nodes, you can apply Conditional Access policies to control SSH access to the nodes. This provides additional security by enforcing device compliance, multifactor authentication, or other conditions before users can SSH into cluster nodes.</a:t>
            </a:r>
          </a:p>
        </p:txBody>
      </p:sp>
      <p:pic>
        <p:nvPicPr>
          <p:cNvPr id="4" name="Picture 3">
            <a:extLst>
              <a:ext uri="{FF2B5EF4-FFF2-40B4-BE49-F238E27FC236}">
                <a16:creationId xmlns:a16="http://schemas.microsoft.com/office/drawing/2014/main" id="{C2371561-BC2A-A7C9-3CCC-B3385B03FEAC}"/>
              </a:ext>
            </a:extLst>
          </p:cNvPr>
          <p:cNvPicPr>
            <a:picLocks noChangeAspect="1"/>
          </p:cNvPicPr>
          <p:nvPr/>
        </p:nvPicPr>
        <p:blipFill>
          <a:blip r:embed="rId3"/>
          <a:stretch>
            <a:fillRect/>
          </a:stretch>
        </p:blipFill>
        <p:spPr>
          <a:xfrm>
            <a:off x="124376" y="4757092"/>
            <a:ext cx="5896798" cy="1371791"/>
          </a:xfrm>
          <a:prstGeom prst="rect">
            <a:avLst/>
          </a:prstGeom>
        </p:spPr>
      </p:pic>
      <p:pic>
        <p:nvPicPr>
          <p:cNvPr id="7" name="Picture 6">
            <a:extLst>
              <a:ext uri="{FF2B5EF4-FFF2-40B4-BE49-F238E27FC236}">
                <a16:creationId xmlns:a16="http://schemas.microsoft.com/office/drawing/2014/main" id="{2A6CF8A5-F946-C69F-3FE5-5511F36B0A7C}"/>
              </a:ext>
            </a:extLst>
          </p:cNvPr>
          <p:cNvPicPr>
            <a:picLocks noChangeAspect="1"/>
          </p:cNvPicPr>
          <p:nvPr/>
        </p:nvPicPr>
        <p:blipFill>
          <a:blip r:embed="rId4"/>
          <a:stretch>
            <a:fillRect/>
          </a:stretch>
        </p:blipFill>
        <p:spPr>
          <a:xfrm>
            <a:off x="6161427" y="4766618"/>
            <a:ext cx="5887272" cy="1362265"/>
          </a:xfrm>
          <a:prstGeom prst="rect">
            <a:avLst/>
          </a:prstGeom>
        </p:spPr>
      </p:pic>
    </p:spTree>
    <p:extLst>
      <p:ext uri="{BB962C8B-B14F-4D97-AF65-F5344CB8AC3E}">
        <p14:creationId xmlns:p14="http://schemas.microsoft.com/office/powerpoint/2010/main" val="1969933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9F27C3-0670-3FF1-E928-262FBC7CB3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235A18-2704-40F3-205A-C67A90815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AEC8EAB-4C1D-5BC2-DC0D-F8E54E3DC1E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EDD8979-005E-7D07-55B4-436F68C90E2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Conditional Access for cluster and node access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5672EC4D-07B3-15AE-FA1D-F14FECEB6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8363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68CC1-EBA8-48B8-22D8-ADD3D5CCE6A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C071D4A-EBAE-18B7-C022-07C740AC3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3A443A-A607-BA9A-08AA-4AD4C8A51EE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Privileged Identity Management for cluster and node access</a:t>
            </a:r>
          </a:p>
        </p:txBody>
      </p:sp>
      <p:sp>
        <p:nvSpPr>
          <p:cNvPr id="12" name="sketch line">
            <a:extLst>
              <a:ext uri="{FF2B5EF4-FFF2-40B4-BE49-F238E27FC236}">
                <a16:creationId xmlns:a16="http://schemas.microsoft.com/office/drawing/2014/main" id="{1199914E-C5B5-55E0-7F7F-CE4DA3B0C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B51EB33-3F28-F58F-CF60-B51400A792E2}"/>
              </a:ext>
            </a:extLst>
          </p:cNvPr>
          <p:cNvSpPr txBox="1"/>
          <p:nvPr/>
        </p:nvSpPr>
        <p:spPr>
          <a:xfrm>
            <a:off x="359595" y="1922232"/>
            <a:ext cx="11722813" cy="244079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When setting up permissions for different teams, you might want to set default permissions for specified teams, then grant privileged access to specific users when needed. Using Azure Kubernetes Service (AKS) with Microsoft Entra ID allows you to set up Privileged Identity Management (PIM) for just-in-time (JIT) requests for both cluster control plane access and SSH access to nodes.</a:t>
            </a:r>
          </a:p>
        </p:txBody>
      </p:sp>
      <p:pic>
        <p:nvPicPr>
          <p:cNvPr id="4" name="Picture 3">
            <a:extLst>
              <a:ext uri="{FF2B5EF4-FFF2-40B4-BE49-F238E27FC236}">
                <a16:creationId xmlns:a16="http://schemas.microsoft.com/office/drawing/2014/main" id="{EDE2ADA2-D168-7939-37F0-99D264002DEF}"/>
              </a:ext>
            </a:extLst>
          </p:cNvPr>
          <p:cNvPicPr>
            <a:picLocks noChangeAspect="1"/>
          </p:cNvPicPr>
          <p:nvPr/>
        </p:nvPicPr>
        <p:blipFill>
          <a:blip r:embed="rId3"/>
          <a:stretch>
            <a:fillRect/>
          </a:stretch>
        </p:blipFill>
        <p:spPr>
          <a:xfrm>
            <a:off x="2812568" y="4589596"/>
            <a:ext cx="5868219" cy="1371791"/>
          </a:xfrm>
          <a:prstGeom prst="rect">
            <a:avLst/>
          </a:prstGeom>
        </p:spPr>
      </p:pic>
    </p:spTree>
    <p:extLst>
      <p:ext uri="{BB962C8B-B14F-4D97-AF65-F5344CB8AC3E}">
        <p14:creationId xmlns:p14="http://schemas.microsoft.com/office/powerpoint/2010/main" val="1150335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4FFC14-14DB-8B24-6AF8-2FCE7BB0E0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D2A8C7-3A8D-25B8-76C9-68278B2EB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1DADCC3-3B09-019F-0363-0E85FBC81E4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B69FC05-D067-2872-CC78-AACDAD43409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dirty="0"/>
              <a:t>Privileged Identity Management for cluster and node access</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E1155842-E2F6-EECF-7787-DA1A31D3EE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2783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F6EEA0-D4F7-CFB3-BCB5-2976CC21D1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26E982-5952-A650-ADA6-C4F34C6DA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E89ED7-5DB8-68E0-2A08-A2C6906F5C74}"/>
              </a:ext>
            </a:extLst>
          </p:cNvPr>
          <p:cNvSpPr>
            <a:spLocks noGrp="1"/>
          </p:cNvSpPr>
          <p:nvPr>
            <p:ph type="title"/>
          </p:nvPr>
        </p:nvSpPr>
        <p:spPr>
          <a:xfrm>
            <a:off x="236305" y="370098"/>
            <a:ext cx="11476233" cy="1325563"/>
          </a:xfrm>
        </p:spPr>
        <p:txBody>
          <a:bodyPr vert="horz" lIns="91440" tIns="45720" rIns="91440" bIns="45720" rtlCol="0" anchor="ctr">
            <a:normAutofit/>
          </a:bodyPr>
          <a:lstStyle/>
          <a:p>
            <a:r>
              <a:rPr lang="en-US" dirty="0"/>
              <a:t>External identity provider authentication to cluster</a:t>
            </a:r>
          </a:p>
        </p:txBody>
      </p:sp>
      <p:sp>
        <p:nvSpPr>
          <p:cNvPr id="12" name="sketch line">
            <a:extLst>
              <a:ext uri="{FF2B5EF4-FFF2-40B4-BE49-F238E27FC236}">
                <a16:creationId xmlns:a16="http://schemas.microsoft.com/office/drawing/2014/main" id="{5DEB4AA2-3585-D715-470A-C01B4E8BF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967393-4068-1718-35A2-11F11048B9A6}"/>
              </a:ext>
            </a:extLst>
          </p:cNvPr>
          <p:cNvSpPr txBox="1"/>
          <p:nvPr/>
        </p:nvSpPr>
        <p:spPr>
          <a:xfrm>
            <a:off x="359595" y="1993188"/>
            <a:ext cx="11620071" cy="4308220"/>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Some organizations need to authenticate cluster users with an OIDC-compliant identity provider other than Microsoft Entra ID — for example, GitHub, Google Workspace, Okta, or a self-hosted IdP. AKS supports this through structured authentication, which configures the Kubernetes API server's JWT authenticators to validate tokens issued by your external provider.</a:t>
            </a:r>
          </a:p>
          <a:p>
            <a:pPr marL="285750" indent="-228600">
              <a:lnSpc>
                <a:spcPct val="90000"/>
              </a:lnSpc>
              <a:spcBef>
                <a:spcPts val="600"/>
              </a:spcBef>
              <a:spcAft>
                <a:spcPts val="1200"/>
              </a:spcAft>
              <a:buFont typeface="Arial" panose="020B0604020202020204" pitchFamily="34" charset="0"/>
              <a:buChar char="•"/>
            </a:pPr>
            <a:r>
              <a:rPr lang="en-US" sz="2800" dirty="0"/>
              <a:t>Use this option only when you have a hard requirement to keep cluster identity outside Microsoft Entra ID. Otherwise, prefer the Microsoft Entra ID path for richer integration with Conditional Access, multifactor authentication, and Privileged Identity Management.</a:t>
            </a:r>
          </a:p>
        </p:txBody>
      </p:sp>
    </p:spTree>
    <p:extLst>
      <p:ext uri="{BB962C8B-B14F-4D97-AF65-F5344CB8AC3E}">
        <p14:creationId xmlns:p14="http://schemas.microsoft.com/office/powerpoint/2010/main" val="1092800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D0C41B-BFE9-5F72-162A-4964863E5B0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2ACF39-7073-2E1D-5F90-D26059F5D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1ED0F-79D9-BA8B-2ED4-3F060BD1487F}"/>
              </a:ext>
            </a:extLst>
          </p:cNvPr>
          <p:cNvSpPr>
            <a:spLocks noGrp="1"/>
          </p:cNvSpPr>
          <p:nvPr>
            <p:ph type="title"/>
          </p:nvPr>
        </p:nvSpPr>
        <p:spPr>
          <a:xfrm>
            <a:off x="246580" y="370098"/>
            <a:ext cx="11620070" cy="1325563"/>
          </a:xfrm>
        </p:spPr>
        <p:txBody>
          <a:bodyPr vert="horz" lIns="91440" tIns="45720" rIns="91440" bIns="45720" rtlCol="0" anchor="ctr">
            <a:normAutofit/>
          </a:bodyPr>
          <a:lstStyle/>
          <a:p>
            <a:r>
              <a:rPr lang="en-US" dirty="0"/>
              <a:t>External identity provider authentication to cluster</a:t>
            </a:r>
          </a:p>
        </p:txBody>
      </p:sp>
      <p:sp>
        <p:nvSpPr>
          <p:cNvPr id="12" name="sketch line">
            <a:extLst>
              <a:ext uri="{FF2B5EF4-FFF2-40B4-BE49-F238E27FC236}">
                <a16:creationId xmlns:a16="http://schemas.microsoft.com/office/drawing/2014/main" id="{912C1652-7993-C1F1-9066-CB176D1B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37AC652-0C79-3E9C-1EE0-D345BD309945}"/>
              </a:ext>
            </a:extLst>
          </p:cNvPr>
          <p:cNvSpPr txBox="1"/>
          <p:nvPr/>
        </p:nvSpPr>
        <p:spPr>
          <a:xfrm>
            <a:off x="390417" y="2270590"/>
            <a:ext cx="11620071" cy="4308220"/>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Azure Kubernetes Service (AKS) supports structured authentication, which allows you to configure external identity providers for authenticating users to the Kubernetes API server. </a:t>
            </a:r>
          </a:p>
          <a:p>
            <a:pPr marL="57150">
              <a:lnSpc>
                <a:spcPct val="90000"/>
              </a:lnSpc>
              <a:spcBef>
                <a:spcPts val="600"/>
              </a:spcBef>
              <a:spcAft>
                <a:spcPts val="1200"/>
              </a:spcAft>
            </a:pPr>
            <a:r>
              <a:rPr lang="en-US" sz="2800" dirty="0"/>
              <a:t>This feature is based on the upstream Kubernetes structured authentication configuration. AKS implements this functionality through JSON Web Token (JWT) authenticators that validate tokens from external identity providers according to your configuration. </a:t>
            </a:r>
          </a:p>
          <a:p>
            <a:pPr marL="57150">
              <a:lnSpc>
                <a:spcPct val="90000"/>
              </a:lnSpc>
              <a:spcBef>
                <a:spcPts val="600"/>
              </a:spcBef>
              <a:spcAft>
                <a:spcPts val="1200"/>
              </a:spcAft>
            </a:pPr>
            <a:r>
              <a:rPr lang="en-US" sz="2800" dirty="0"/>
              <a:t>With structured authentication, organizations can integrate AKS with their existing identity infrastructure beyond Microsoft Entra ID.</a:t>
            </a:r>
          </a:p>
        </p:txBody>
      </p:sp>
    </p:spTree>
    <p:extLst>
      <p:ext uri="{BB962C8B-B14F-4D97-AF65-F5344CB8AC3E}">
        <p14:creationId xmlns:p14="http://schemas.microsoft.com/office/powerpoint/2010/main" val="376606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550708-0995-A679-866A-A257BB075A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426825-43BF-BBBD-F8A6-7E2680B332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9E8ACF-C651-6376-C44B-16E0631D71CF}"/>
              </a:ext>
            </a:extLst>
          </p:cNvPr>
          <p:cNvSpPr>
            <a:spLocks noGrp="1"/>
          </p:cNvSpPr>
          <p:nvPr>
            <p:ph type="title"/>
          </p:nvPr>
        </p:nvSpPr>
        <p:spPr>
          <a:xfrm>
            <a:off x="102743" y="370098"/>
            <a:ext cx="11907745" cy="1325563"/>
          </a:xfrm>
        </p:spPr>
        <p:txBody>
          <a:bodyPr vert="horz" lIns="91440" tIns="45720" rIns="91440" bIns="45720" rtlCol="0" anchor="ctr">
            <a:normAutofit/>
          </a:bodyPr>
          <a:lstStyle/>
          <a:p>
            <a:r>
              <a:rPr lang="en-US" dirty="0"/>
              <a:t>External identity provider authentication to cluster</a:t>
            </a:r>
          </a:p>
        </p:txBody>
      </p:sp>
      <p:sp>
        <p:nvSpPr>
          <p:cNvPr id="12" name="sketch line">
            <a:extLst>
              <a:ext uri="{FF2B5EF4-FFF2-40B4-BE49-F238E27FC236}">
                <a16:creationId xmlns:a16="http://schemas.microsoft.com/office/drawing/2014/main" id="{8582071B-569F-21C9-3056-70D0D6D94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0FE795-EB89-F669-69FD-99B05AEDFE84}"/>
              </a:ext>
            </a:extLst>
          </p:cNvPr>
          <p:cNvSpPr txBox="1"/>
          <p:nvPr/>
        </p:nvSpPr>
        <p:spPr>
          <a:xfrm>
            <a:off x="102743" y="2029763"/>
            <a:ext cx="11907746" cy="4403275"/>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dirty="0"/>
              <a:t>Structured authentication extends AKS beyond traditional Microsoft Entra ID integration by supporting industry-standard OpenID Connect (OIDC) identity providers. This feature allows you to:</a:t>
            </a:r>
          </a:p>
          <a:p>
            <a:pPr marL="514350" indent="-457200">
              <a:lnSpc>
                <a:spcPct val="90000"/>
              </a:lnSpc>
              <a:spcBef>
                <a:spcPts val="600"/>
              </a:spcBef>
              <a:spcAft>
                <a:spcPts val="1200"/>
              </a:spcAft>
              <a:buFont typeface="Arial" panose="020B0604020202020204" pitchFamily="34" charset="0"/>
              <a:buChar char="•"/>
            </a:pPr>
            <a:r>
              <a:rPr lang="en-US" sz="2800" dirty="0"/>
              <a:t>Authenticate users with external identity providers like Google, GitHub, or any OIDC-compliant provider.</a:t>
            </a:r>
          </a:p>
          <a:p>
            <a:pPr marL="514350" indent="-457200">
              <a:lnSpc>
                <a:spcPct val="90000"/>
              </a:lnSpc>
              <a:spcBef>
                <a:spcPts val="600"/>
              </a:spcBef>
              <a:spcAft>
                <a:spcPts val="1200"/>
              </a:spcAft>
              <a:buFont typeface="Arial" panose="020B0604020202020204" pitchFamily="34" charset="0"/>
              <a:buChar char="•"/>
            </a:pPr>
            <a:r>
              <a:rPr lang="en-US" sz="2800" dirty="0"/>
              <a:t>Maintain centralized identity management across your organization.</a:t>
            </a:r>
          </a:p>
          <a:p>
            <a:pPr marL="514350" indent="-457200">
              <a:lnSpc>
                <a:spcPct val="90000"/>
              </a:lnSpc>
              <a:spcBef>
                <a:spcPts val="600"/>
              </a:spcBef>
              <a:spcAft>
                <a:spcPts val="1200"/>
              </a:spcAft>
              <a:buFont typeface="Arial" panose="020B0604020202020204" pitchFamily="34" charset="0"/>
              <a:buChar char="•"/>
            </a:pPr>
            <a:r>
              <a:rPr lang="en-US" sz="2800" dirty="0"/>
              <a:t>Implement custom claim validation and user mapping rules.</a:t>
            </a:r>
          </a:p>
          <a:p>
            <a:pPr marL="514350" indent="-457200">
              <a:lnSpc>
                <a:spcPct val="90000"/>
              </a:lnSpc>
              <a:spcBef>
                <a:spcPts val="600"/>
              </a:spcBef>
              <a:spcAft>
                <a:spcPts val="1200"/>
              </a:spcAft>
              <a:buFont typeface="Arial" panose="020B0604020202020204" pitchFamily="34" charset="0"/>
              <a:buChar char="•"/>
            </a:pPr>
            <a:r>
              <a:rPr lang="en-US" sz="2800" dirty="0"/>
              <a:t>Support multiple identity providers simultaneously on a single cluster.</a:t>
            </a:r>
          </a:p>
        </p:txBody>
      </p:sp>
    </p:spTree>
    <p:extLst>
      <p:ext uri="{BB962C8B-B14F-4D97-AF65-F5344CB8AC3E}">
        <p14:creationId xmlns:p14="http://schemas.microsoft.com/office/powerpoint/2010/main" val="1830456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2B2088-EFC8-B086-4FD6-5E12E29FFB6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445AA-86E9-08F4-620E-DE9B20C67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22B6B2-D841-9EB8-F291-367CA42D0F6A}"/>
              </a:ext>
            </a:extLst>
          </p:cNvPr>
          <p:cNvSpPr>
            <a:spLocks noGrp="1"/>
          </p:cNvSpPr>
          <p:nvPr>
            <p:ph type="title"/>
          </p:nvPr>
        </p:nvSpPr>
        <p:spPr>
          <a:xfrm>
            <a:off x="669035" y="370098"/>
            <a:ext cx="10611989" cy="1325563"/>
          </a:xfrm>
        </p:spPr>
        <p:txBody>
          <a:bodyPr vert="horz" lIns="91440" tIns="45720" rIns="91440" bIns="45720" rtlCol="0" anchor="ctr">
            <a:normAutofit/>
          </a:bodyPr>
          <a:lstStyle/>
          <a:p>
            <a:r>
              <a:rPr lang="en-US" dirty="0"/>
              <a:t>External identity provider authentication flow</a:t>
            </a:r>
          </a:p>
        </p:txBody>
      </p:sp>
      <p:sp>
        <p:nvSpPr>
          <p:cNvPr id="12" name="sketch line">
            <a:extLst>
              <a:ext uri="{FF2B5EF4-FFF2-40B4-BE49-F238E27FC236}">
                <a16:creationId xmlns:a16="http://schemas.microsoft.com/office/drawing/2014/main" id="{B6C791A8-4617-9030-FE41-297F364A5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onceptual diagram showing how external identity provider-based authentication works with AKS clusters.">
            <a:extLst>
              <a:ext uri="{FF2B5EF4-FFF2-40B4-BE49-F238E27FC236}">
                <a16:creationId xmlns:a16="http://schemas.microsoft.com/office/drawing/2014/main" id="{B9181626-A0C6-61C5-F3CB-CC9880FFA184}"/>
              </a:ext>
            </a:extLst>
          </p:cNvPr>
          <p:cNvPicPr>
            <a:picLocks noChangeAspect="1"/>
          </p:cNvPicPr>
          <p:nvPr/>
        </p:nvPicPr>
        <p:blipFill>
          <a:blip r:embed="rId3"/>
          <a:stretch>
            <a:fillRect/>
          </a:stretch>
        </p:blipFill>
        <p:spPr>
          <a:xfrm>
            <a:off x="1894691" y="1762453"/>
            <a:ext cx="7002729" cy="5028755"/>
          </a:xfrm>
          <a:prstGeom prst="rect">
            <a:avLst/>
          </a:prstGeom>
        </p:spPr>
      </p:pic>
    </p:spTree>
    <p:extLst>
      <p:ext uri="{BB962C8B-B14F-4D97-AF65-F5344CB8AC3E}">
        <p14:creationId xmlns:p14="http://schemas.microsoft.com/office/powerpoint/2010/main" val="737296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A375FB-33E9-F61C-164F-8D7BD2BB9FF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6D1BAD-FF8B-4754-F74A-EF87A8F1CE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C86ED0-C6C4-D900-8179-76F1E5469AF9}"/>
              </a:ext>
            </a:extLst>
          </p:cNvPr>
          <p:cNvSpPr>
            <a:spLocks noGrp="1"/>
          </p:cNvSpPr>
          <p:nvPr>
            <p:ph type="title"/>
          </p:nvPr>
        </p:nvSpPr>
        <p:spPr>
          <a:xfrm>
            <a:off x="123290" y="370098"/>
            <a:ext cx="11763909" cy="1325563"/>
          </a:xfrm>
        </p:spPr>
        <p:txBody>
          <a:bodyPr vert="horz" lIns="91440" tIns="45720" rIns="91440" bIns="45720" rtlCol="0" anchor="ctr">
            <a:normAutofit/>
          </a:bodyPr>
          <a:lstStyle/>
          <a:p>
            <a:r>
              <a:rPr lang="en-US" dirty="0"/>
              <a:t>External identity provider authentication to cluster</a:t>
            </a:r>
          </a:p>
        </p:txBody>
      </p:sp>
      <p:sp>
        <p:nvSpPr>
          <p:cNvPr id="12" name="sketch line">
            <a:extLst>
              <a:ext uri="{FF2B5EF4-FFF2-40B4-BE49-F238E27FC236}">
                <a16:creationId xmlns:a16="http://schemas.microsoft.com/office/drawing/2014/main" id="{C87EAF0B-3BFF-0518-6321-6009383BF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77C431-BC91-574F-BB23-422C3AE87191}"/>
              </a:ext>
            </a:extLst>
          </p:cNvPr>
          <p:cNvSpPr txBox="1"/>
          <p:nvPr/>
        </p:nvSpPr>
        <p:spPr>
          <a:xfrm>
            <a:off x="669036" y="1987273"/>
            <a:ext cx="8690721" cy="1477328"/>
          </a:xfrm>
          <a:prstGeom prst="rect">
            <a:avLst/>
          </a:prstGeom>
          <a:noFill/>
        </p:spPr>
        <p:txBody>
          <a:bodyPr wrap="square">
            <a:spAutoFit/>
          </a:bodyPr>
          <a:lstStyle/>
          <a:p>
            <a:r>
              <a:rPr lang="en-US" dirty="0"/>
              <a:t>Supported identity providers</a:t>
            </a:r>
          </a:p>
          <a:p>
            <a:pPr marL="285750" indent="-285750">
              <a:buFont typeface="Arial" panose="020B0604020202020204" pitchFamily="34" charset="0"/>
              <a:buChar char="•"/>
            </a:pPr>
            <a:r>
              <a:rPr lang="en-US" dirty="0"/>
              <a:t>GitHub: Authenticate using GitHub identities or GitHub Actions.</a:t>
            </a:r>
          </a:p>
          <a:p>
            <a:pPr marL="285750" indent="-285750">
              <a:buFont typeface="Arial" panose="020B0604020202020204" pitchFamily="34" charset="0"/>
              <a:buChar char="•"/>
            </a:pPr>
            <a:r>
              <a:rPr lang="en-US" dirty="0"/>
              <a:t>Google OAuth 2.0: Use Google accounts for authentication.</a:t>
            </a:r>
          </a:p>
          <a:p>
            <a:pPr marL="285750" indent="-285750">
              <a:buFont typeface="Arial" panose="020B0604020202020204" pitchFamily="34" charset="0"/>
              <a:buChar char="•"/>
            </a:pPr>
            <a:r>
              <a:rPr lang="en-US" dirty="0"/>
              <a:t>Generic OIDC providers: Any provider implementing OIDC standards.</a:t>
            </a:r>
          </a:p>
          <a:p>
            <a:pPr marL="285750" indent="-285750">
              <a:buFont typeface="Arial" panose="020B0604020202020204" pitchFamily="34" charset="0"/>
              <a:buChar char="•"/>
            </a:pPr>
            <a:r>
              <a:rPr lang="en-US" dirty="0"/>
              <a:t>Custom identity solutions: Organization-specific OIDC implementations.</a:t>
            </a:r>
          </a:p>
        </p:txBody>
      </p:sp>
      <p:sp>
        <p:nvSpPr>
          <p:cNvPr id="7" name="TextBox 6">
            <a:extLst>
              <a:ext uri="{FF2B5EF4-FFF2-40B4-BE49-F238E27FC236}">
                <a16:creationId xmlns:a16="http://schemas.microsoft.com/office/drawing/2014/main" id="{6F51EFEC-6654-605A-B583-0759819EC25A}"/>
              </a:ext>
            </a:extLst>
          </p:cNvPr>
          <p:cNvSpPr txBox="1"/>
          <p:nvPr/>
        </p:nvSpPr>
        <p:spPr>
          <a:xfrm>
            <a:off x="669035" y="4310210"/>
            <a:ext cx="7735225" cy="1477328"/>
          </a:xfrm>
          <a:prstGeom prst="rect">
            <a:avLst/>
          </a:prstGeom>
          <a:noFill/>
        </p:spPr>
        <p:txBody>
          <a:bodyPr wrap="square">
            <a:spAutoFit/>
          </a:bodyPr>
          <a:lstStyle/>
          <a:p>
            <a:r>
              <a:rPr lang="en-US" dirty="0"/>
              <a:t>Requirements for external identity providers</a:t>
            </a:r>
          </a:p>
          <a:p>
            <a:pPr marL="285750" indent="-285750">
              <a:buFont typeface="Arial" panose="020B0604020202020204" pitchFamily="34" charset="0"/>
              <a:buChar char="•"/>
            </a:pPr>
            <a:r>
              <a:rPr lang="en-US" dirty="0"/>
              <a:t>Support OIDC standards.</a:t>
            </a:r>
          </a:p>
          <a:p>
            <a:pPr marL="285750" indent="-285750">
              <a:buFont typeface="Arial" panose="020B0604020202020204" pitchFamily="34" charset="0"/>
              <a:buChar char="•"/>
            </a:pPr>
            <a:r>
              <a:rPr lang="en-US" dirty="0"/>
              <a:t>Provide publicly accessible OIDC discovery endpoints.</a:t>
            </a:r>
          </a:p>
          <a:p>
            <a:pPr marL="285750" indent="-285750">
              <a:buFont typeface="Arial" panose="020B0604020202020204" pitchFamily="34" charset="0"/>
              <a:buChar char="•"/>
            </a:pPr>
            <a:r>
              <a:rPr lang="en-US" dirty="0"/>
              <a:t>Issue JWT tokens with appropriate claims.</a:t>
            </a:r>
          </a:p>
          <a:p>
            <a:pPr marL="285750" indent="-285750">
              <a:buFont typeface="Arial" panose="020B0604020202020204" pitchFamily="34" charset="0"/>
              <a:buChar char="•"/>
            </a:pPr>
            <a:r>
              <a:rPr lang="en-US" dirty="0"/>
              <a:t>Be accessible from AKS cluster nodes for token validation.</a:t>
            </a:r>
          </a:p>
        </p:txBody>
      </p:sp>
    </p:spTree>
    <p:extLst>
      <p:ext uri="{BB962C8B-B14F-4D97-AF65-F5344CB8AC3E}">
        <p14:creationId xmlns:p14="http://schemas.microsoft.com/office/powerpoint/2010/main" val="2111743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A9E75E-B515-4E60-33EA-69C31F60379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77FA68-5316-418B-57F4-635A110B3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A9DCA0-5EBA-29C6-1970-92A512D1C771}"/>
              </a:ext>
            </a:extLst>
          </p:cNvPr>
          <p:cNvSpPr>
            <a:spLocks noGrp="1"/>
          </p:cNvSpPr>
          <p:nvPr>
            <p:ph type="title"/>
          </p:nvPr>
        </p:nvSpPr>
        <p:spPr>
          <a:xfrm>
            <a:off x="123290" y="370098"/>
            <a:ext cx="12647488" cy="1325563"/>
          </a:xfrm>
        </p:spPr>
        <p:txBody>
          <a:bodyPr vert="horz" lIns="91440" tIns="45720" rIns="91440" bIns="45720" rtlCol="0" anchor="ctr">
            <a:normAutofit/>
          </a:bodyPr>
          <a:lstStyle/>
          <a:p>
            <a:r>
              <a:rPr lang="en-US" dirty="0"/>
              <a:t>JWT authenticators for AKS structured authentication</a:t>
            </a:r>
          </a:p>
        </p:txBody>
      </p:sp>
      <p:sp>
        <p:nvSpPr>
          <p:cNvPr id="12" name="sketch line">
            <a:extLst>
              <a:ext uri="{FF2B5EF4-FFF2-40B4-BE49-F238E27FC236}">
                <a16:creationId xmlns:a16="http://schemas.microsoft.com/office/drawing/2014/main" id="{D11F8D46-3411-1BB8-0F58-14A991901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7D1852F-2863-F1A0-DB54-C5E84DA2881B}"/>
              </a:ext>
            </a:extLst>
          </p:cNvPr>
          <p:cNvSpPr txBox="1"/>
          <p:nvPr/>
        </p:nvSpPr>
        <p:spPr>
          <a:xfrm>
            <a:off x="329988" y="1987273"/>
            <a:ext cx="11279809" cy="3139321"/>
          </a:xfrm>
          <a:prstGeom prst="rect">
            <a:avLst/>
          </a:prstGeom>
          <a:noFill/>
        </p:spPr>
        <p:txBody>
          <a:bodyPr wrap="square">
            <a:spAutoFit/>
          </a:bodyPr>
          <a:lstStyle/>
          <a:p>
            <a:r>
              <a:rPr lang="en-US" dirty="0"/>
              <a:t>A JWT authenticator is a configuration object that defines how AKS validates and processes tokens from an external identity provider. For example, AKS expects an ID token (JWT) whose </a:t>
            </a:r>
            <a:r>
              <a:rPr lang="en-US" dirty="0" err="1"/>
              <a:t>aud</a:t>
            </a:r>
            <a:r>
              <a:rPr lang="en-US" dirty="0"/>
              <a:t> (audience) claim matches the audience value you configure for the authenticator, such as "my-</a:t>
            </a:r>
            <a:r>
              <a:rPr lang="en-US" dirty="0" err="1"/>
              <a:t>api</a:t>
            </a:r>
            <a:r>
              <a:rPr lang="en-US" dirty="0"/>
              <a:t>", or an OAuth client ID. Each JWT authenticator includes the following components:</a:t>
            </a:r>
          </a:p>
          <a:p>
            <a:endParaRPr lang="en-US" dirty="0"/>
          </a:p>
          <a:p>
            <a:pPr marL="285750" indent="-285750">
              <a:buFont typeface="Arial" panose="020B0604020202020204" pitchFamily="34" charset="0"/>
              <a:buChar char="•"/>
            </a:pPr>
            <a:r>
              <a:rPr lang="en-US" b="1" dirty="0"/>
              <a:t>Issuer configuration:</a:t>
            </a:r>
            <a:r>
              <a:rPr lang="en-US" dirty="0"/>
              <a:t> Specifies the OIDC issuer URL and the expected audience values for tokens.</a:t>
            </a:r>
          </a:p>
          <a:p>
            <a:pPr marL="285750" indent="-285750">
              <a:buFont typeface="Arial" panose="020B0604020202020204" pitchFamily="34" charset="0"/>
              <a:buChar char="•"/>
            </a:pPr>
            <a:r>
              <a:rPr lang="en-US" b="1" dirty="0"/>
              <a:t>Claim validation rules:</a:t>
            </a:r>
            <a:r>
              <a:rPr lang="en-US" dirty="0"/>
              <a:t> Uses CEL (Common Expression Language) expressions to enforce custom validation logic on token claims.</a:t>
            </a:r>
          </a:p>
          <a:p>
            <a:pPr marL="285750" indent="-285750">
              <a:buFont typeface="Arial" panose="020B0604020202020204" pitchFamily="34" charset="0"/>
              <a:buChar char="•"/>
            </a:pPr>
            <a:r>
              <a:rPr lang="en-US" b="1" dirty="0"/>
              <a:t>Claim mappings:</a:t>
            </a:r>
            <a:r>
              <a:rPr lang="en-US" dirty="0"/>
              <a:t> Defines how JWT claims are mapped to Kubernetes user attributes such as username, groups, and extra fields.</a:t>
            </a:r>
          </a:p>
          <a:p>
            <a:pPr marL="285750" indent="-285750">
              <a:buFont typeface="Arial" panose="020B0604020202020204" pitchFamily="34" charset="0"/>
              <a:buChar char="•"/>
            </a:pPr>
            <a:r>
              <a:rPr lang="en-US" b="1" dirty="0"/>
              <a:t>User validation rules:</a:t>
            </a:r>
            <a:r>
              <a:rPr lang="en-US" dirty="0"/>
              <a:t> Applies extra validation logic after claim mapping to further restrict or allow access.</a:t>
            </a:r>
          </a:p>
        </p:txBody>
      </p:sp>
    </p:spTree>
    <p:extLst>
      <p:ext uri="{BB962C8B-B14F-4D97-AF65-F5344CB8AC3E}">
        <p14:creationId xmlns:p14="http://schemas.microsoft.com/office/powerpoint/2010/main" val="363534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704504-2E8F-2865-65F6-EF25DD05955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764509-E6B7-460E-FD79-0F29B9C9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1C694E-8D04-2BA5-70FA-B9B3EB5742B6}"/>
              </a:ext>
            </a:extLst>
          </p:cNvPr>
          <p:cNvSpPr>
            <a:spLocks noGrp="1"/>
          </p:cNvSpPr>
          <p:nvPr>
            <p:ph type="title"/>
          </p:nvPr>
        </p:nvSpPr>
        <p:spPr>
          <a:xfrm>
            <a:off x="123290" y="370098"/>
            <a:ext cx="12647488" cy="1325563"/>
          </a:xfrm>
        </p:spPr>
        <p:txBody>
          <a:bodyPr vert="horz" lIns="91440" tIns="45720" rIns="91440" bIns="45720" rtlCol="0" anchor="ctr">
            <a:normAutofit/>
          </a:bodyPr>
          <a:lstStyle/>
          <a:p>
            <a:r>
              <a:rPr lang="en-US" dirty="0"/>
              <a:t>CEL expressions for claim validation and mapping</a:t>
            </a:r>
          </a:p>
        </p:txBody>
      </p:sp>
      <p:sp>
        <p:nvSpPr>
          <p:cNvPr id="12" name="sketch line">
            <a:extLst>
              <a:ext uri="{FF2B5EF4-FFF2-40B4-BE49-F238E27FC236}">
                <a16:creationId xmlns:a16="http://schemas.microsoft.com/office/drawing/2014/main" id="{3ADC1D8D-1B64-3A89-AB41-901C23ACA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085330-BA87-C83D-B1CF-00966EAB32F5}"/>
              </a:ext>
            </a:extLst>
          </p:cNvPr>
          <p:cNvSpPr txBox="1"/>
          <p:nvPr/>
        </p:nvSpPr>
        <p:spPr>
          <a:xfrm>
            <a:off x="329988" y="1987273"/>
            <a:ext cx="11279809" cy="646331"/>
          </a:xfrm>
          <a:prstGeom prst="rect">
            <a:avLst/>
          </a:prstGeom>
          <a:noFill/>
        </p:spPr>
        <p:txBody>
          <a:bodyPr wrap="square">
            <a:spAutoFit/>
          </a:bodyPr>
          <a:lstStyle/>
          <a:p>
            <a:r>
              <a:rPr lang="en-US" dirty="0"/>
              <a:t>Structured authentication uses CEL expressions (Common Expression Language) for flexible claim validation and mapping. CEL provides a secure sandbox environment for evaluating custom logic against JWT claims.</a:t>
            </a:r>
          </a:p>
        </p:txBody>
      </p:sp>
      <p:sp>
        <p:nvSpPr>
          <p:cNvPr id="4" name="TextBox 3">
            <a:extLst>
              <a:ext uri="{FF2B5EF4-FFF2-40B4-BE49-F238E27FC236}">
                <a16:creationId xmlns:a16="http://schemas.microsoft.com/office/drawing/2014/main" id="{FD2AEBFE-31EC-D8BF-9F89-EDD87701BE95}"/>
              </a:ext>
            </a:extLst>
          </p:cNvPr>
          <p:cNvSpPr txBox="1"/>
          <p:nvPr/>
        </p:nvSpPr>
        <p:spPr>
          <a:xfrm>
            <a:off x="329987" y="2925216"/>
            <a:ext cx="9677041" cy="3139321"/>
          </a:xfrm>
          <a:prstGeom prst="rect">
            <a:avLst/>
          </a:prstGeom>
          <a:noFill/>
        </p:spPr>
        <p:txBody>
          <a:bodyPr wrap="square">
            <a:spAutoFit/>
          </a:bodyPr>
          <a:lstStyle/>
          <a:p>
            <a:r>
              <a:rPr lang="en-US" dirty="0"/>
              <a:t>// Validate that the 'sub' claim exists</a:t>
            </a:r>
          </a:p>
          <a:p>
            <a:r>
              <a:rPr lang="en-US" dirty="0">
                <a:latin typeface="Consolas" panose="020B0609020204030204" pitchFamily="49" charset="0"/>
              </a:rPr>
              <a:t>has(</a:t>
            </a:r>
            <a:r>
              <a:rPr lang="en-US" dirty="0" err="1">
                <a:latin typeface="Consolas" panose="020B0609020204030204" pitchFamily="49" charset="0"/>
              </a:rPr>
              <a:t>claims.sub</a:t>
            </a:r>
            <a:r>
              <a:rPr lang="en-US" dirty="0">
                <a:latin typeface="Consolas" panose="020B0609020204030204" pitchFamily="49" charset="0"/>
              </a:rPr>
              <a:t>)</a:t>
            </a:r>
          </a:p>
          <a:p>
            <a:endParaRPr lang="en-US" dirty="0"/>
          </a:p>
          <a:p>
            <a:r>
              <a:rPr lang="en-US" dirty="0"/>
              <a:t>// Map username with AKS prefix</a:t>
            </a:r>
          </a:p>
          <a:p>
            <a:r>
              <a:rPr lang="en-US" dirty="0">
                <a:latin typeface="Consolas" panose="020B0609020204030204" pitchFamily="49" charset="0"/>
              </a:rPr>
              <a:t>'</a:t>
            </a:r>
            <a:r>
              <a:rPr lang="en-US" dirty="0" err="1">
                <a:latin typeface="Consolas" panose="020B0609020204030204" pitchFamily="49" charset="0"/>
              </a:rPr>
              <a:t>aks:jwt</a:t>
            </a:r>
            <a:r>
              <a:rPr lang="en-US" dirty="0">
                <a:latin typeface="Consolas" panose="020B0609020204030204" pitchFamily="49" charset="0"/>
              </a:rPr>
              <a:t>:' + </a:t>
            </a:r>
            <a:r>
              <a:rPr lang="en-US" dirty="0" err="1">
                <a:latin typeface="Consolas" panose="020B0609020204030204" pitchFamily="49" charset="0"/>
              </a:rPr>
              <a:t>claims.sub</a:t>
            </a:r>
            <a:endParaRPr lang="en-US" dirty="0">
              <a:latin typeface="Consolas" panose="020B0609020204030204" pitchFamily="49" charset="0"/>
            </a:endParaRPr>
          </a:p>
          <a:p>
            <a:endParaRPr lang="en-US" dirty="0"/>
          </a:p>
          <a:p>
            <a:r>
              <a:rPr lang="en-US" dirty="0"/>
              <a:t>// Map groups from comma-separated string</a:t>
            </a:r>
          </a:p>
          <a:p>
            <a:r>
              <a:rPr lang="en-US" dirty="0" err="1">
                <a:latin typeface="Consolas" panose="020B0609020204030204" pitchFamily="49" charset="0"/>
              </a:rPr>
              <a:t>claims.groups.split</a:t>
            </a:r>
            <a:r>
              <a:rPr lang="en-US" dirty="0">
                <a:latin typeface="Consolas" panose="020B0609020204030204" pitchFamily="49" charset="0"/>
              </a:rPr>
              <a:t>(',').map(g, '</a:t>
            </a:r>
            <a:r>
              <a:rPr lang="en-US" dirty="0" err="1">
                <a:latin typeface="Consolas" panose="020B0609020204030204" pitchFamily="49" charset="0"/>
              </a:rPr>
              <a:t>aks:jwt</a:t>
            </a:r>
            <a:r>
              <a:rPr lang="en-US" dirty="0">
                <a:latin typeface="Consolas" panose="020B0609020204030204" pitchFamily="49" charset="0"/>
              </a:rPr>
              <a:t>:' + g)</a:t>
            </a:r>
          </a:p>
          <a:p>
            <a:endParaRPr lang="en-US" dirty="0"/>
          </a:p>
          <a:p>
            <a:r>
              <a:rPr lang="en-US" dirty="0"/>
              <a:t>// Conditional mapping based on claim verification</a:t>
            </a:r>
          </a:p>
          <a:p>
            <a:r>
              <a:rPr lang="en-US" dirty="0">
                <a:latin typeface="Consolas" panose="020B0609020204030204" pitchFamily="49" charset="0"/>
              </a:rPr>
              <a:t>'</a:t>
            </a:r>
            <a:r>
              <a:rPr lang="en-US" dirty="0" err="1">
                <a:latin typeface="Consolas" panose="020B0609020204030204" pitchFamily="49" charset="0"/>
              </a:rPr>
              <a:t>aks:jwt</a:t>
            </a:r>
            <a:r>
              <a:rPr lang="en-US" dirty="0">
                <a:latin typeface="Consolas" panose="020B0609020204030204" pitchFamily="49" charset="0"/>
              </a:rPr>
              <a:t>:' + (</a:t>
            </a:r>
            <a:r>
              <a:rPr lang="en-US" dirty="0" err="1">
                <a:latin typeface="Consolas" panose="020B0609020204030204" pitchFamily="49" charset="0"/>
              </a:rPr>
              <a:t>claims.email_verified</a:t>
            </a:r>
            <a:r>
              <a:rPr lang="en-US" dirty="0">
                <a:latin typeface="Consolas" panose="020B0609020204030204" pitchFamily="49" charset="0"/>
              </a:rPr>
              <a:t> ? </a:t>
            </a:r>
            <a:r>
              <a:rPr lang="en-US" dirty="0" err="1">
                <a:latin typeface="Consolas" panose="020B0609020204030204" pitchFamily="49" charset="0"/>
              </a:rPr>
              <a:t>claims.email</a:t>
            </a:r>
            <a:r>
              <a:rPr lang="en-US" dirty="0">
                <a:latin typeface="Consolas" panose="020B0609020204030204" pitchFamily="49" charset="0"/>
              </a:rPr>
              <a:t> : </a:t>
            </a:r>
            <a:r>
              <a:rPr lang="en-US" dirty="0" err="1">
                <a:latin typeface="Consolas" panose="020B0609020204030204" pitchFamily="49" charset="0"/>
              </a:rPr>
              <a:t>claims.sub</a:t>
            </a:r>
            <a:r>
              <a:rPr lang="en-US" dirty="0">
                <a:latin typeface="Consolas" panose="020B0609020204030204" pitchFamily="49" charset="0"/>
              </a:rPr>
              <a:t>)</a:t>
            </a:r>
          </a:p>
        </p:txBody>
      </p:sp>
    </p:spTree>
    <p:extLst>
      <p:ext uri="{BB962C8B-B14F-4D97-AF65-F5344CB8AC3E}">
        <p14:creationId xmlns:p14="http://schemas.microsoft.com/office/powerpoint/2010/main" val="1161941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63D3B8-A76A-DDE9-86FA-F450940E889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4BB64CE-72AD-3A46-5BED-001FFB933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602FD6-4CAD-399F-8BFC-736F54B7CB60}"/>
              </a:ext>
            </a:extLst>
          </p:cNvPr>
          <p:cNvSpPr>
            <a:spLocks noGrp="1"/>
          </p:cNvSpPr>
          <p:nvPr>
            <p:ph type="title"/>
          </p:nvPr>
        </p:nvSpPr>
        <p:spPr>
          <a:xfrm>
            <a:off x="123290" y="370098"/>
            <a:ext cx="12647488" cy="1325563"/>
          </a:xfrm>
        </p:spPr>
        <p:txBody>
          <a:bodyPr vert="horz" lIns="91440" tIns="45720" rIns="91440" bIns="45720" rtlCol="0" anchor="ctr">
            <a:normAutofit/>
          </a:bodyPr>
          <a:lstStyle/>
          <a:p>
            <a:r>
              <a:rPr lang="en-US" dirty="0"/>
              <a:t>Security best practices</a:t>
            </a:r>
          </a:p>
        </p:txBody>
      </p:sp>
      <p:sp>
        <p:nvSpPr>
          <p:cNvPr id="12" name="sketch line">
            <a:extLst>
              <a:ext uri="{FF2B5EF4-FFF2-40B4-BE49-F238E27FC236}">
                <a16:creationId xmlns:a16="http://schemas.microsoft.com/office/drawing/2014/main" id="{9E7C7C2E-316B-E234-F9F4-54F5962CC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4A0F7F-6AF9-BF63-DAAB-E52CB34C1608}"/>
              </a:ext>
            </a:extLst>
          </p:cNvPr>
          <p:cNvSpPr txBox="1"/>
          <p:nvPr/>
        </p:nvSpPr>
        <p:spPr>
          <a:xfrm>
            <a:off x="329988" y="1987273"/>
            <a:ext cx="11639405" cy="3170099"/>
          </a:xfrm>
          <a:prstGeom prst="rect">
            <a:avLst/>
          </a:prstGeom>
          <a:noFill/>
        </p:spPr>
        <p:txBody>
          <a:bodyPr wrap="square">
            <a:spAutoFit/>
          </a:bodyPr>
          <a:lstStyle/>
          <a:p>
            <a:pPr>
              <a:lnSpc>
                <a:spcPct val="150000"/>
              </a:lnSpc>
            </a:pPr>
            <a:r>
              <a:rPr lang="en-US" sz="2000" b="1" dirty="0"/>
              <a:t>Use strong claim validation: </a:t>
            </a:r>
            <a:r>
              <a:rPr lang="en-US" sz="2000" dirty="0"/>
              <a:t>Implement comprehensive validation rules to ensure only authorized tokens are accepted.</a:t>
            </a:r>
          </a:p>
          <a:p>
            <a:pPr>
              <a:lnSpc>
                <a:spcPct val="150000"/>
              </a:lnSpc>
            </a:pPr>
            <a:r>
              <a:rPr lang="en-US" sz="2000" b="1" dirty="0"/>
              <a:t>Limit token scope: </a:t>
            </a:r>
            <a:r>
              <a:rPr lang="en-US" sz="2000" dirty="0"/>
              <a:t>Configure your identity provider to issue tokens with minimal necessary claims.</a:t>
            </a:r>
          </a:p>
          <a:p>
            <a:pPr>
              <a:lnSpc>
                <a:spcPct val="150000"/>
              </a:lnSpc>
            </a:pPr>
            <a:r>
              <a:rPr lang="en-US" sz="2000" b="1" dirty="0"/>
              <a:t>Regular rotation: </a:t>
            </a:r>
            <a:r>
              <a:rPr lang="en-US" sz="2000" dirty="0"/>
              <a:t>Rotate client secrets and certificates regularly.</a:t>
            </a:r>
          </a:p>
          <a:p>
            <a:pPr>
              <a:lnSpc>
                <a:spcPct val="150000"/>
              </a:lnSpc>
            </a:pPr>
            <a:r>
              <a:rPr lang="en-US" sz="2000" b="1" dirty="0"/>
              <a:t>Monitor access: </a:t>
            </a:r>
            <a:r>
              <a:rPr lang="en-US" sz="2000" dirty="0"/>
              <a:t>Enable resource logs and turn on </a:t>
            </a:r>
            <a:r>
              <a:rPr lang="en-US" sz="2000" dirty="0" err="1"/>
              <a:t>kube-apiserver</a:t>
            </a:r>
            <a:r>
              <a:rPr lang="en-US" sz="2000" dirty="0"/>
              <a:t> logs to inspect any potential issues with the configured JWT authenticators and track authentication events.</a:t>
            </a:r>
          </a:p>
          <a:p>
            <a:r>
              <a:rPr lang="en-US" sz="2000" b="1" dirty="0"/>
              <a:t>Test configurations: </a:t>
            </a:r>
            <a:r>
              <a:rPr lang="en-US" sz="2000" dirty="0"/>
              <a:t>Validate your JWT authenticator configuration in a nonproduction environment first.</a:t>
            </a:r>
          </a:p>
        </p:txBody>
      </p:sp>
    </p:spTree>
    <p:extLst>
      <p:ext uri="{BB962C8B-B14F-4D97-AF65-F5344CB8AC3E}">
        <p14:creationId xmlns:p14="http://schemas.microsoft.com/office/powerpoint/2010/main" val="2289067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845518-6DE9-7636-8F8C-614F228D15D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597DFA-818C-79AA-BBC2-583305706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DD0E79-4F4A-4661-EF7F-190AA8B4DCF7}"/>
              </a:ext>
            </a:extLst>
          </p:cNvPr>
          <p:cNvSpPr>
            <a:spLocks noGrp="1"/>
          </p:cNvSpPr>
          <p:nvPr>
            <p:ph type="title"/>
          </p:nvPr>
        </p:nvSpPr>
        <p:spPr>
          <a:xfrm>
            <a:off x="123290" y="370098"/>
            <a:ext cx="12647488" cy="1325563"/>
          </a:xfrm>
        </p:spPr>
        <p:txBody>
          <a:bodyPr vert="horz" lIns="91440" tIns="45720" rIns="91440" bIns="45720" rtlCol="0" anchor="ctr">
            <a:normAutofit/>
          </a:bodyPr>
          <a:lstStyle/>
          <a:p>
            <a:r>
              <a:rPr lang="en-US" dirty="0"/>
              <a:t>Security considerations</a:t>
            </a:r>
          </a:p>
        </p:txBody>
      </p:sp>
      <p:sp>
        <p:nvSpPr>
          <p:cNvPr id="12" name="sketch line">
            <a:extLst>
              <a:ext uri="{FF2B5EF4-FFF2-40B4-BE49-F238E27FC236}">
                <a16:creationId xmlns:a16="http://schemas.microsoft.com/office/drawing/2014/main" id="{CC65BDB6-3581-82B7-7497-7B8FA2427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E04F8F-F590-0894-F30F-0A95422AD0C4}"/>
              </a:ext>
            </a:extLst>
          </p:cNvPr>
          <p:cNvSpPr txBox="1"/>
          <p:nvPr/>
        </p:nvSpPr>
        <p:spPr>
          <a:xfrm>
            <a:off x="511139" y="2065759"/>
            <a:ext cx="10554128" cy="3293209"/>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b="1" dirty="0"/>
              <a:t>Prefix requirements:</a:t>
            </a:r>
            <a:r>
              <a:rPr lang="en-US" dirty="0"/>
              <a:t> All usernames and groups mapped through structured authentication must be prefixed with </a:t>
            </a:r>
            <a:r>
              <a:rPr lang="en-US" dirty="0" err="1">
                <a:highlight>
                  <a:srgbClr val="C0C0C0"/>
                </a:highlight>
                <a:latin typeface="Consolas" panose="020B0609020204030204" pitchFamily="49" charset="0"/>
              </a:rPr>
              <a:t>aks:jwt</a:t>
            </a:r>
            <a:r>
              <a:rPr lang="en-US" dirty="0">
                <a:highlight>
                  <a:srgbClr val="C0C0C0"/>
                </a:highlight>
                <a:latin typeface="Consolas" panose="020B0609020204030204" pitchFamily="49" charset="0"/>
              </a:rPr>
              <a:t>: </a:t>
            </a:r>
            <a:r>
              <a:rPr lang="en-US" dirty="0"/>
              <a:t>to prevent conflicts with other authentication methods and system accounts.</a:t>
            </a:r>
          </a:p>
          <a:p>
            <a:pPr marL="285750" indent="-285750">
              <a:buFont typeface="Arial" panose="020B0604020202020204" pitchFamily="34" charset="0"/>
              <a:buChar char="•"/>
            </a:pPr>
            <a:r>
              <a:rPr lang="en-US" b="1" dirty="0"/>
              <a:t>Network access: </a:t>
            </a:r>
            <a:r>
              <a:rPr lang="en-US" dirty="0"/>
              <a:t>Identity provider endpoints must be accessible from:</a:t>
            </a:r>
          </a:p>
          <a:p>
            <a:pPr marL="742950" lvl="1" indent="-285750">
              <a:buFont typeface="Arial" panose="020B0604020202020204" pitchFamily="34" charset="0"/>
              <a:buChar char="•"/>
            </a:pPr>
            <a:r>
              <a:rPr lang="en-US" dirty="0"/>
              <a:t>AKS cluster nodes for token validation.</a:t>
            </a:r>
          </a:p>
          <a:p>
            <a:pPr marL="742950" lvl="1" indent="-285750">
              <a:buFont typeface="Arial" panose="020B0604020202020204" pitchFamily="34" charset="0"/>
              <a:buChar char="•"/>
            </a:pPr>
            <a:r>
              <a:rPr lang="en-US" dirty="0"/>
              <a:t>Client systems for token acquisition.</a:t>
            </a:r>
          </a:p>
          <a:p>
            <a:pPr marL="742950" lvl="1" indent="-285750">
              <a:spcAft>
                <a:spcPts val="600"/>
              </a:spcAft>
              <a:buFont typeface="Arial" panose="020B0604020202020204" pitchFamily="34" charset="0"/>
              <a:buChar char="•"/>
            </a:pPr>
            <a:r>
              <a:rPr lang="en-US" dirty="0"/>
              <a:t>Any network paths involved in the authentication flow.</a:t>
            </a:r>
          </a:p>
          <a:p>
            <a:pPr marL="285750" indent="-285750">
              <a:buFont typeface="Arial" panose="020B0604020202020204" pitchFamily="34" charset="0"/>
              <a:buChar char="•"/>
            </a:pPr>
            <a:r>
              <a:rPr lang="en-US" b="1" dirty="0"/>
              <a:t>Validation layers:</a:t>
            </a:r>
            <a:r>
              <a:rPr lang="en-US" dirty="0"/>
              <a:t> Structured authentication provides multiple validation layers:</a:t>
            </a:r>
          </a:p>
          <a:p>
            <a:pPr marL="742950" lvl="1" indent="-285750">
              <a:buFont typeface="Arial" panose="020B0604020202020204" pitchFamily="34" charset="0"/>
              <a:buChar char="•"/>
            </a:pPr>
            <a:r>
              <a:rPr lang="en-US" b="1" dirty="0"/>
              <a:t>Token signature validation</a:t>
            </a:r>
            <a:r>
              <a:rPr lang="en-US" dirty="0"/>
              <a:t> ensures token authenticity.</a:t>
            </a:r>
          </a:p>
          <a:p>
            <a:pPr marL="742950" lvl="1" indent="-285750">
              <a:buFont typeface="Arial" panose="020B0604020202020204" pitchFamily="34" charset="0"/>
              <a:buChar char="•"/>
            </a:pPr>
            <a:r>
              <a:rPr lang="en-US" b="1" dirty="0"/>
              <a:t>Standard claim validation</a:t>
            </a:r>
            <a:r>
              <a:rPr lang="en-US" dirty="0"/>
              <a:t> verifies issuer, audience, and expiration.</a:t>
            </a:r>
          </a:p>
          <a:p>
            <a:pPr marL="742950" lvl="1" indent="-285750">
              <a:buFont typeface="Arial" panose="020B0604020202020204" pitchFamily="34" charset="0"/>
              <a:buChar char="•"/>
            </a:pPr>
            <a:r>
              <a:rPr lang="en-US" b="1" dirty="0"/>
              <a:t>Custom claim validation</a:t>
            </a:r>
            <a:r>
              <a:rPr lang="en-US" dirty="0"/>
              <a:t> applies your organization's specific requirements.</a:t>
            </a:r>
          </a:p>
          <a:p>
            <a:pPr marL="742950" lvl="1" indent="-285750">
              <a:buFont typeface="Arial" panose="020B0604020202020204" pitchFamily="34" charset="0"/>
              <a:buChar char="•"/>
            </a:pPr>
            <a:r>
              <a:rPr lang="en-US" b="1" dirty="0"/>
              <a:t>User validation</a:t>
            </a:r>
            <a:r>
              <a:rPr lang="en-US" dirty="0"/>
              <a:t> final checks after claim mapping.</a:t>
            </a:r>
          </a:p>
        </p:txBody>
      </p:sp>
    </p:spTree>
    <p:extLst>
      <p:ext uri="{BB962C8B-B14F-4D97-AF65-F5344CB8AC3E}">
        <p14:creationId xmlns:p14="http://schemas.microsoft.com/office/powerpoint/2010/main" val="3599541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F0FEF1-3484-016D-648A-42A6260685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184A222-430F-8D1D-BBE1-D5A449A67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BF88ED-21C6-92F9-1175-8DF324FD60A6}"/>
              </a:ext>
            </a:extLst>
          </p:cNvPr>
          <p:cNvSpPr>
            <a:spLocks noGrp="1"/>
          </p:cNvSpPr>
          <p:nvPr>
            <p:ph type="title"/>
          </p:nvPr>
        </p:nvSpPr>
        <p:spPr>
          <a:xfrm>
            <a:off x="236306" y="370098"/>
            <a:ext cx="11455822" cy="1325563"/>
          </a:xfrm>
        </p:spPr>
        <p:txBody>
          <a:bodyPr vert="horz" lIns="91440" tIns="45720" rIns="91440" bIns="45720" rtlCol="0" anchor="ctr">
            <a:normAutofit/>
          </a:bodyPr>
          <a:lstStyle/>
          <a:p>
            <a:r>
              <a:rPr lang="en-US" dirty="0"/>
              <a:t>External identity provider authentication to cluster</a:t>
            </a:r>
          </a:p>
        </p:txBody>
      </p:sp>
      <p:sp>
        <p:nvSpPr>
          <p:cNvPr id="12" name="sketch line">
            <a:extLst>
              <a:ext uri="{FF2B5EF4-FFF2-40B4-BE49-F238E27FC236}">
                <a16:creationId xmlns:a16="http://schemas.microsoft.com/office/drawing/2014/main" id="{A9C771BE-07B7-6E3E-A501-A22333EDE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05F96F-77E4-7646-2A64-7EEA3DBAC1F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455961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606E1A-7320-03C3-5AED-F040E4FFCCD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9542D62-ACBE-507E-A090-919C8CD3A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971955E-16CB-B0C4-32DA-7EF47BFAE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22CA7A4-3A29-1DBC-C256-384CED731E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967366-F022-733B-7C58-A0774F4500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BBFD1E8-F3A1-0DF5-01F8-2A97A2837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D91C07-D921-9053-54D4-5A8B968AE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4F78226-B466-62A5-6AEA-43CA2166FCD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Cluster Authorization</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71427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0CBBE-9E2A-8D35-1F0F-A56C368C22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A97B1D-1D3E-4CE6-CC61-C1945CA8E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289715-8037-6B23-9189-8DF176888ACE}"/>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Cluster authorization concepts</a:t>
            </a:r>
          </a:p>
        </p:txBody>
      </p:sp>
      <p:sp>
        <p:nvSpPr>
          <p:cNvPr id="12" name="sketch line">
            <a:extLst>
              <a:ext uri="{FF2B5EF4-FFF2-40B4-BE49-F238E27FC236}">
                <a16:creationId xmlns:a16="http://schemas.microsoft.com/office/drawing/2014/main" id="{FFE391A0-5A10-9697-567F-5F9B2FB97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A4E3BEB-25F7-7751-8C77-972371973C7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662268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D0A97-64BC-6569-07BB-3FA9D0F952B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183FE0-88F2-7956-DE76-611963BF5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6AD86F-D679-C449-A49B-FE05946E209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Microsoft Entra ID authorization for the Kubernetes API</a:t>
            </a:r>
          </a:p>
        </p:txBody>
      </p:sp>
      <p:sp>
        <p:nvSpPr>
          <p:cNvPr id="12" name="sketch line">
            <a:extLst>
              <a:ext uri="{FF2B5EF4-FFF2-40B4-BE49-F238E27FC236}">
                <a16:creationId xmlns:a16="http://schemas.microsoft.com/office/drawing/2014/main" id="{2E1E5CD2-7FD5-A6AE-0F20-0C3EDDA88F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37C4FD6-D0D1-C2AC-8E5D-62C25B1D731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5830043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582A24-5B16-0260-7570-9480FDF43A3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3A4D9B-5626-8404-5AC0-6AE5CCDF8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2FDB2-BD75-923C-EFB2-8818DD84DC8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Kubernetes RBAC with Microsoft Entra Integration</a:t>
            </a:r>
          </a:p>
        </p:txBody>
      </p:sp>
      <p:sp>
        <p:nvSpPr>
          <p:cNvPr id="12" name="sketch line">
            <a:extLst>
              <a:ext uri="{FF2B5EF4-FFF2-40B4-BE49-F238E27FC236}">
                <a16:creationId xmlns:a16="http://schemas.microsoft.com/office/drawing/2014/main" id="{FB06E881-4F8D-8C5D-795F-A6B804E8F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94DB6F-543C-170D-921B-1752C7CB136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057838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BBE547-8DEF-D273-ACC2-4DBF9BC867A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FC43466-6B6A-FAD4-FB99-7BAAB6257C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2554CF3-1279-9C35-B905-6FE611614F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E1F1E0F-61EC-BAE3-C8D2-68E88CFD52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3E57F8-12BC-AD89-C72F-6242B147D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7DC339-0AB7-353F-3639-EE3E90CF0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6D5561F-A432-0A71-6FDA-0B986C672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539988E-EED9-EFDE-9FF0-0317E90BB03D}"/>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Cluster Identity</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2735760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3FF68D-C920-8C45-FCDA-0CFDFE20024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F9C223-07BF-A171-4E00-9DA91EBFF5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2FE321-07E8-3F6F-F912-335124D6F393}"/>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Managed identities overview</a:t>
            </a:r>
          </a:p>
        </p:txBody>
      </p:sp>
      <p:sp>
        <p:nvSpPr>
          <p:cNvPr id="12" name="sketch line">
            <a:extLst>
              <a:ext uri="{FF2B5EF4-FFF2-40B4-BE49-F238E27FC236}">
                <a16:creationId xmlns:a16="http://schemas.microsoft.com/office/drawing/2014/main" id="{941340EA-C9EF-4DAB-7F17-760BE38CB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04093A9-D1E4-FBF8-43D7-9C6A478AD26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379430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62635A-CF68-7A8E-3464-F250770200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91A026-121F-1C1B-9D56-43AB197F6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C5BF3D-7A29-387C-1E7A-CDD26839EE54}"/>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a system-assigned managed identity</a:t>
            </a:r>
          </a:p>
        </p:txBody>
      </p:sp>
      <p:sp>
        <p:nvSpPr>
          <p:cNvPr id="12" name="sketch line">
            <a:extLst>
              <a:ext uri="{FF2B5EF4-FFF2-40B4-BE49-F238E27FC236}">
                <a16:creationId xmlns:a16="http://schemas.microsoft.com/office/drawing/2014/main" id="{C63E2467-BEF3-D2BF-B44C-28EF71997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D4DB14-49D7-3E41-2157-47B5589FBCE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923838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C95628-EAFF-3ABB-DE18-2FDAF275FD1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976884-4CC2-1519-4973-620D2E3E1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CFF963-35B7-9EC7-9207-70A6D2BEA7B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a user-assigned managed identity</a:t>
            </a:r>
          </a:p>
        </p:txBody>
      </p:sp>
      <p:sp>
        <p:nvSpPr>
          <p:cNvPr id="12" name="sketch line">
            <a:extLst>
              <a:ext uri="{FF2B5EF4-FFF2-40B4-BE49-F238E27FC236}">
                <a16:creationId xmlns:a16="http://schemas.microsoft.com/office/drawing/2014/main" id="{6EB94EAB-437E-15BA-534C-64BA791E6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C13BA7-3929-A2CD-3612-90C5DB1262F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4928654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13EFA5-08A9-36E2-EF56-8CD6C179D5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E182CC0-7CCA-181D-63DD-DA28C1390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44B488-42AD-F636-DEB2-93220FD5B921}"/>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a pre-created </a:t>
            </a:r>
            <a:r>
              <a:rPr lang="en-US" dirty="0" err="1"/>
              <a:t>kubelet</a:t>
            </a:r>
            <a:r>
              <a:rPr lang="en-US" dirty="0"/>
              <a:t> managed identity</a:t>
            </a:r>
          </a:p>
        </p:txBody>
      </p:sp>
      <p:sp>
        <p:nvSpPr>
          <p:cNvPr id="12" name="sketch line">
            <a:extLst>
              <a:ext uri="{FF2B5EF4-FFF2-40B4-BE49-F238E27FC236}">
                <a16:creationId xmlns:a16="http://schemas.microsoft.com/office/drawing/2014/main" id="{D778C418-A3A0-87C0-3802-C8EFDAA58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085020-8526-07FA-929A-541E2CBFB2D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08153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44F17-F00E-5D25-6FB9-FC7A825E688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DF7CCE-422B-42D4-E359-2E02415D19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7ADCF-C74F-F5AF-4FC6-74BCF4F1604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Service principal as cluster identity</a:t>
            </a:r>
          </a:p>
        </p:txBody>
      </p:sp>
      <p:sp>
        <p:nvSpPr>
          <p:cNvPr id="12" name="sketch line">
            <a:extLst>
              <a:ext uri="{FF2B5EF4-FFF2-40B4-BE49-F238E27FC236}">
                <a16:creationId xmlns:a16="http://schemas.microsoft.com/office/drawing/2014/main" id="{3ED4C7D6-2AD8-1383-ADE6-81B5A5EF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757438D-5347-F150-AC47-16F74919B95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3614147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120F2D-21AD-0189-8E84-4BF6FA6037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C41B7A-677F-23DD-93B3-8062DB6A3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C544E-8317-E4B7-05B9-19E37DAB247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Rotate cluster credentials</a:t>
            </a:r>
          </a:p>
        </p:txBody>
      </p:sp>
      <p:sp>
        <p:nvSpPr>
          <p:cNvPr id="12" name="sketch line">
            <a:extLst>
              <a:ext uri="{FF2B5EF4-FFF2-40B4-BE49-F238E27FC236}">
                <a16:creationId xmlns:a16="http://schemas.microsoft.com/office/drawing/2014/main" id="{0F45FB08-87CC-27F0-0D63-CE0A75E6D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CFB2AA-E4B8-D9AD-34D0-BD122042DDF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4488958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00BC10-D65E-0A16-9A72-5E11117EF74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A1B404A-6BA8-4912-7F66-8C0FBC78F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F08444D-956F-13B2-C6AB-F26C5D3A6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6423CD-F2CD-21F7-B9C5-60FAD2B59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4E12309-B02C-1A0F-873B-A80294E11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A9F387-9850-74E8-2413-88FA69E3A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EC8E217-FDEE-6410-2FD0-66CD10F95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34A4CFC-B8C7-FC46-52FC-4D41F012190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Workload Identity (Pod to Azure)</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235452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8AB96F-C914-6794-4BA9-D32D1CB4C26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4A639C7-669B-31C5-AA80-685C7D463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EFE27-8E86-CB25-E806-6C4DFF6CE17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Workload identity overview</a:t>
            </a:r>
          </a:p>
        </p:txBody>
      </p:sp>
      <p:sp>
        <p:nvSpPr>
          <p:cNvPr id="12" name="sketch line">
            <a:extLst>
              <a:ext uri="{FF2B5EF4-FFF2-40B4-BE49-F238E27FC236}">
                <a16:creationId xmlns:a16="http://schemas.microsoft.com/office/drawing/2014/main" id="{87017876-C9C4-C257-59EB-1BD905D28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D6004CA-44A7-426E-5EC9-CAE764EC45C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5092160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965A6E-F8A3-6F6D-9953-F3953010C38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10894E-E513-5943-0B59-7F19A83A0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F85E1-3927-2085-3124-07636037E21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Create an OIDC issuer for your cluster</a:t>
            </a:r>
          </a:p>
        </p:txBody>
      </p:sp>
      <p:sp>
        <p:nvSpPr>
          <p:cNvPr id="12" name="sketch line">
            <a:extLst>
              <a:ext uri="{FF2B5EF4-FFF2-40B4-BE49-F238E27FC236}">
                <a16:creationId xmlns:a16="http://schemas.microsoft.com/office/drawing/2014/main" id="{CBD23940-F623-C476-5EDD-63E4EBA59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F5411A9-E9C8-F7F0-4BF6-581D464560B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935885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15D7C-C424-B047-9300-965C34E29CF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08E106-1CA1-81B6-8611-4785C7D4C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CBA23A-00A1-66F0-C018-A96D98B7C14E}"/>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Deploy and configure workload identity for a cluster</a:t>
            </a:r>
          </a:p>
        </p:txBody>
      </p:sp>
      <p:sp>
        <p:nvSpPr>
          <p:cNvPr id="12" name="sketch line">
            <a:extLst>
              <a:ext uri="{FF2B5EF4-FFF2-40B4-BE49-F238E27FC236}">
                <a16:creationId xmlns:a16="http://schemas.microsoft.com/office/drawing/2014/main" id="{7E7C4209-7EE1-7F52-7E36-ADE2D597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5DCA69-6339-F681-A4A3-EE6E0566C95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8122492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118FC3-E713-14E1-CBDD-B5A4C85B725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D478C2-8F17-FDF9-FFF2-08B17B93F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9DA033-33CF-C9C9-4D6B-DC49BE7F7F1E}"/>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Configure cross-tenant workload identity</a:t>
            </a:r>
          </a:p>
        </p:txBody>
      </p:sp>
      <p:sp>
        <p:nvSpPr>
          <p:cNvPr id="12" name="sketch line">
            <a:extLst>
              <a:ext uri="{FF2B5EF4-FFF2-40B4-BE49-F238E27FC236}">
                <a16:creationId xmlns:a16="http://schemas.microsoft.com/office/drawing/2014/main" id="{2532A020-6991-B40F-9B15-256F7C114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C8F0E51-C43E-ACEF-BFE6-A7A8B048DF3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0394368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AAC173-A1A4-6639-20E0-FA987193C6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2A6B8E-4410-5C05-0E6F-7621318664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87236F-C3B9-F2A7-E53A-0ED922D7764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Identity Bindings for scalable workload identity (overview)</a:t>
            </a:r>
          </a:p>
        </p:txBody>
      </p:sp>
      <p:sp>
        <p:nvSpPr>
          <p:cNvPr id="12" name="sketch line">
            <a:extLst>
              <a:ext uri="{FF2B5EF4-FFF2-40B4-BE49-F238E27FC236}">
                <a16:creationId xmlns:a16="http://schemas.microsoft.com/office/drawing/2014/main" id="{D99091A4-678B-BDE5-DB0D-73E53EA86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7977E08-DE03-B9FF-7673-FE31A682EC7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820321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2C263F-6377-C0F9-8341-CE87867E100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2A5002-865E-26B2-902D-5EB423B46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6E81C-9E79-7A58-A766-6BB3BB0ABFD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Set up identity bindings for scalable workload identity</a:t>
            </a:r>
          </a:p>
        </p:txBody>
      </p:sp>
      <p:sp>
        <p:nvSpPr>
          <p:cNvPr id="12" name="sketch line">
            <a:extLst>
              <a:ext uri="{FF2B5EF4-FFF2-40B4-BE49-F238E27FC236}">
                <a16:creationId xmlns:a16="http://schemas.microsoft.com/office/drawing/2014/main" id="{46EEC553-7E6D-6E3D-69A7-6873C5FD8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6E6FD5-200F-1562-3BF1-26C7652D29E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2568196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7AEA9A-A4E3-D71D-8060-DF04CD56029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3C4D97-18E7-8FB7-5376-48A5D938B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FBB63D-4BFE-7F10-1D44-893D041C033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Migrate from pod identity to workload identity</a:t>
            </a:r>
          </a:p>
        </p:txBody>
      </p:sp>
      <p:sp>
        <p:nvSpPr>
          <p:cNvPr id="12" name="sketch line">
            <a:extLst>
              <a:ext uri="{FF2B5EF4-FFF2-40B4-BE49-F238E27FC236}">
                <a16:creationId xmlns:a16="http://schemas.microsoft.com/office/drawing/2014/main" id="{F102A373-5840-45B6-40FE-B026E4B7A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F9645C1-A1FC-DFF1-6F66-ACEDA628B40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7527973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EFC6D2-CD6B-F08C-C7C9-6D699861F2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198F8E-C3E3-D3FF-FE06-DEEED3083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EE598-3276-5151-8DD2-7F034A0A1550}"/>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Microsoft Entra pod identity (legacy)</a:t>
            </a:r>
          </a:p>
        </p:txBody>
      </p:sp>
      <p:sp>
        <p:nvSpPr>
          <p:cNvPr id="12" name="sketch line">
            <a:extLst>
              <a:ext uri="{FF2B5EF4-FFF2-40B4-BE49-F238E27FC236}">
                <a16:creationId xmlns:a16="http://schemas.microsoft.com/office/drawing/2014/main" id="{3C3A2D49-E892-33A5-48DF-79E23ABA1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0AB497-D8E5-B364-35B5-6B012EA961B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1042362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38883E-111D-B53D-C7DB-97E1198431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B9C6FA1-901A-B510-2412-591121D2F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4437E-6D93-4845-0F65-26B31ADE9FD1}"/>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2</a:t>
            </a:r>
          </a:p>
        </p:txBody>
      </p:sp>
      <p:sp>
        <p:nvSpPr>
          <p:cNvPr id="3" name="Content Placeholder 2">
            <a:extLst>
              <a:ext uri="{FF2B5EF4-FFF2-40B4-BE49-F238E27FC236}">
                <a16:creationId xmlns:a16="http://schemas.microsoft.com/office/drawing/2014/main" id="{CE724B90-B035-F713-8280-970B0731F6F1}"/>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Cluster Hardening</a:t>
            </a:r>
          </a:p>
        </p:txBody>
      </p:sp>
    </p:spTree>
    <p:extLst>
      <p:ext uri="{BB962C8B-B14F-4D97-AF65-F5344CB8AC3E}">
        <p14:creationId xmlns:p14="http://schemas.microsoft.com/office/powerpoint/2010/main" val="35690554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E47A3-46B0-F285-55EE-89AEACBB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7352E-AD00-6A52-7D6A-D6969A7163A9}"/>
              </a:ext>
            </a:extLst>
          </p:cNvPr>
          <p:cNvSpPr>
            <a:spLocks noGrp="1"/>
          </p:cNvSpPr>
          <p:nvPr>
            <p:ph type="title"/>
          </p:nvPr>
        </p:nvSpPr>
        <p:spPr/>
        <p:txBody>
          <a:bodyPr/>
          <a:lstStyle/>
          <a:p>
            <a:r>
              <a:rPr lang="en-US" dirty="0"/>
              <a:t>Cluster Hardening</a:t>
            </a:r>
          </a:p>
        </p:txBody>
      </p:sp>
      <p:sp>
        <p:nvSpPr>
          <p:cNvPr id="3" name="Content Placeholder 2">
            <a:extLst>
              <a:ext uri="{FF2B5EF4-FFF2-40B4-BE49-F238E27FC236}">
                <a16:creationId xmlns:a16="http://schemas.microsoft.com/office/drawing/2014/main" id="{07851E04-8A01-6DAB-10FD-A4FB03237B51}"/>
              </a:ext>
            </a:extLst>
          </p:cNvPr>
          <p:cNvSpPr>
            <a:spLocks noGrp="1"/>
          </p:cNvSpPr>
          <p:nvPr>
            <p:ph idx="1"/>
          </p:nvPr>
        </p:nvSpPr>
        <p:spPr/>
        <p:txBody>
          <a:bodyPr/>
          <a:lstStyle/>
          <a:p>
            <a:r>
              <a:rPr lang="en-US" dirty="0"/>
              <a:t>Cluster security best practices</a:t>
            </a:r>
          </a:p>
          <a:p>
            <a:r>
              <a:rPr lang="en-US" dirty="0"/>
              <a:t>Control plane access</a:t>
            </a:r>
          </a:p>
          <a:p>
            <a:r>
              <a:rPr lang="en-US" dirty="0"/>
              <a:t>Certificates</a:t>
            </a:r>
          </a:p>
          <a:p>
            <a:r>
              <a:rPr lang="en-US" dirty="0"/>
              <a:t>Encryption at rest (KMS </a:t>
            </a:r>
            <a:r>
              <a:rPr lang="en-US" dirty="0" err="1"/>
              <a:t>etcd</a:t>
            </a:r>
            <a:r>
              <a:rPr lang="en-US" dirty="0"/>
              <a:t>)</a:t>
            </a:r>
          </a:p>
          <a:p>
            <a:r>
              <a:rPr lang="en-US" dirty="0"/>
              <a:t>Node hardening</a:t>
            </a:r>
          </a:p>
          <a:p>
            <a:r>
              <a:rPr lang="en-US" dirty="0"/>
              <a:t>Policy and governance</a:t>
            </a:r>
          </a:p>
        </p:txBody>
      </p:sp>
    </p:spTree>
    <p:extLst>
      <p:ext uri="{BB962C8B-B14F-4D97-AF65-F5344CB8AC3E}">
        <p14:creationId xmlns:p14="http://schemas.microsoft.com/office/powerpoint/2010/main" val="17886659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761B58-D42B-D448-53CF-AF810D33E85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D0CC16D-682D-4350-CC1C-BCCE33B02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5947B8E-DFA4-F43C-05A8-A25921E06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8D3D86-40B9-78D1-8C00-587B944B3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F921A02-B3D0-A3AD-BFB0-329C7DDFF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2493AD4-1F29-4D43-5A83-35F1B2425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7D1EF72-ED4C-5FED-7BCA-A5278AF90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EFE781A-0FE6-C763-8179-4891BA00C89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Cluster security best practices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81794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E4AE20-62EF-B1FC-5899-2AECBEAF6E8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E3D35D9-171A-4233-4D57-CAD8A10499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A0E70D4-6A7F-4CCE-3D64-555581842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A9FDE4-B929-EC1B-ADA7-9A9E08853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3B9FC99-8405-61CA-2D65-1D0F720C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2576123-595B-63AC-1AEF-2246F4C44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A02D8B5-AFF0-9DDB-D4D7-3F6EAD3CF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09AE99A-EB33-4D79-BB0A-FCEFBBB12AB3}"/>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Control plane access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5293602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C0A8EA-F479-24B2-3868-2613C6F8C10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FAD72B-74C7-C923-C00C-EC8584C02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CD81D-4D82-B080-3862-B7B3C609AC01}"/>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Define API server authorized IP ranges</a:t>
            </a:r>
          </a:p>
        </p:txBody>
      </p:sp>
      <p:sp>
        <p:nvSpPr>
          <p:cNvPr id="12" name="sketch line">
            <a:extLst>
              <a:ext uri="{FF2B5EF4-FFF2-40B4-BE49-F238E27FC236}">
                <a16:creationId xmlns:a16="http://schemas.microsoft.com/office/drawing/2014/main" id="{881A8D11-DBC4-FF3A-A385-DE0F7AC39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3AFCA8-0CFF-359F-3D68-5005127B64E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5148326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07DA6-A6BF-BFB8-1032-0E81B15DB70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85C63D-EEB9-119C-EEED-E4D923FB6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C14267-63DA-BE31-2F60-0C31F19B7F93}"/>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service tags for API server authorized IP ranges</a:t>
            </a:r>
          </a:p>
        </p:txBody>
      </p:sp>
      <p:sp>
        <p:nvSpPr>
          <p:cNvPr id="12" name="sketch line">
            <a:extLst>
              <a:ext uri="{FF2B5EF4-FFF2-40B4-BE49-F238E27FC236}">
                <a16:creationId xmlns:a16="http://schemas.microsoft.com/office/drawing/2014/main" id="{F0C093A7-C521-5D82-2C91-F4EFDD7D7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3F012D-EAA5-A89D-3665-B0AD9B2393D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263134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C4AB8D-343D-E526-35D4-C5451DBB674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172D602-B8A3-F1CB-1BBC-9515844A8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13C8F7-881E-2669-3E8C-B41A1DF08741}"/>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Trusted Access for Azure services</a:t>
            </a:r>
          </a:p>
        </p:txBody>
      </p:sp>
      <p:sp>
        <p:nvSpPr>
          <p:cNvPr id="12" name="sketch line">
            <a:extLst>
              <a:ext uri="{FF2B5EF4-FFF2-40B4-BE49-F238E27FC236}">
                <a16:creationId xmlns:a16="http://schemas.microsoft.com/office/drawing/2014/main" id="{42036C18-5775-6074-297A-D9F6868D6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028141-0C46-EC35-80BF-A5A50E11345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1618395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AD43F3-023D-0D9C-6586-BCCCB4CA9D5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89BB12F-1959-B1C8-7351-3E8654DFE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3995113-331D-D57D-E1DF-5AAD5F134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83A7C34-68BC-EC47-CFA8-6F20194D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DD2747C-DD0A-251A-0A13-42B685FDC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6C0A07-C715-4F0D-6AB9-AE6A725FE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9082E43-A3FC-A896-D33A-CF6D5F21F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FC509F5-9821-E654-8BCD-19E939CD69F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Certificates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6412397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78BD6A-7DC9-C64C-4C47-F2F338D783D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91C3D10-9CB5-43D2-3985-7A1510BB7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2A1B02-4E68-83BF-F395-EDB8D6CA7DE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Manage cluster certificates and rotation</a:t>
            </a:r>
          </a:p>
        </p:txBody>
      </p:sp>
      <p:sp>
        <p:nvSpPr>
          <p:cNvPr id="12" name="sketch line">
            <a:extLst>
              <a:ext uri="{FF2B5EF4-FFF2-40B4-BE49-F238E27FC236}">
                <a16:creationId xmlns:a16="http://schemas.microsoft.com/office/drawing/2014/main" id="{2DCA0F3D-18A0-AF72-E00D-1C48F11E3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397C7A-D53A-ECB8-B728-0DA683C3383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5357287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991E68-55D8-B822-75AC-B7488AAA46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38D56B-417A-41A3-6359-A94510923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BEE119-EC84-3D40-FFF8-5BE12A148A7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Custom certificate authorities on nodes</a:t>
            </a:r>
          </a:p>
        </p:txBody>
      </p:sp>
      <p:sp>
        <p:nvSpPr>
          <p:cNvPr id="12" name="sketch line">
            <a:extLst>
              <a:ext uri="{FF2B5EF4-FFF2-40B4-BE49-F238E27FC236}">
                <a16:creationId xmlns:a16="http://schemas.microsoft.com/office/drawing/2014/main" id="{BBA36A50-CDD4-472A-7DF3-F04B285D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A3ED98-C58E-18E5-31F2-1B3CD36829E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7838820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80B4AA-65A5-7CBC-7E06-A8006DD3214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886CC66-5F3E-E9BE-D750-642B5600E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4D04D1-90A4-F315-E7FC-B444B3D11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131D8B-16D8-08C1-D3A5-ACCA3E393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E356741-3017-1F8F-2CBC-396634B07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E7D69FF-DB76-8D06-368F-A3B235B0B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C622199-F07F-DBE9-D35D-0D43F7494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421698E-CB73-919D-3774-3A1D9FF32D1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Encryption at rest (KMS </a:t>
            </a:r>
            <a:r>
              <a:rPr lang="en-US" sz="4800" dirty="0" err="1">
                <a:solidFill>
                  <a:srgbClr val="FFFFFF"/>
                </a:solidFill>
              </a:rPr>
              <a:t>etcd</a:t>
            </a:r>
            <a:r>
              <a:rPr lang="en-US" sz="4800" dirty="0">
                <a:solidFill>
                  <a:srgbClr val="FFFFFF"/>
                </a:solidFill>
              </a:rPr>
              <a:t>)</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4658137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D37210-79B9-DCE9-63EA-D1B603DD160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D9F5C1D-6A8C-0BF5-917C-ECB910E42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0A85FC-FE2C-BF4C-0C52-50341413A9F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KMS encryption at rest of K8s API resources (overview)</a:t>
            </a:r>
          </a:p>
        </p:txBody>
      </p:sp>
      <p:sp>
        <p:nvSpPr>
          <p:cNvPr id="12" name="sketch line">
            <a:extLst>
              <a:ext uri="{FF2B5EF4-FFF2-40B4-BE49-F238E27FC236}">
                <a16:creationId xmlns:a16="http://schemas.microsoft.com/office/drawing/2014/main" id="{5B32CA0C-478F-4E37-D23A-C9429EA64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7772057-8741-D1F0-50E8-68EF6AB226B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8351745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570AF5-EEBA-072A-4F40-4362239EE7F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72A265B-B4CA-610B-40AC-72CDA4DB9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7C423-2901-48BD-94BC-5E8345795FE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Configure KMS encryption at rest of K8s API resources</a:t>
            </a:r>
          </a:p>
        </p:txBody>
      </p:sp>
      <p:sp>
        <p:nvSpPr>
          <p:cNvPr id="12" name="sketch line">
            <a:extLst>
              <a:ext uri="{FF2B5EF4-FFF2-40B4-BE49-F238E27FC236}">
                <a16:creationId xmlns:a16="http://schemas.microsoft.com/office/drawing/2014/main" id="{E4D7A169-EBEE-76E3-05B9-9A3DABB21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F141A1-AFB2-ABCA-8756-7BAD338F9AB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1317309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57F36B-5E65-D47B-DA51-56660D7A3EF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81819F-A4C1-5F00-FA2A-1C7BC6DEB0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759F42-EEFA-1689-4018-574B4D487603}"/>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Update key vault mode for legacy KMS</a:t>
            </a:r>
          </a:p>
        </p:txBody>
      </p:sp>
      <p:sp>
        <p:nvSpPr>
          <p:cNvPr id="12" name="sketch line">
            <a:extLst>
              <a:ext uri="{FF2B5EF4-FFF2-40B4-BE49-F238E27FC236}">
                <a16:creationId xmlns:a16="http://schemas.microsoft.com/office/drawing/2014/main" id="{DBCDB215-E624-C4B3-FB10-7708ADDD6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120248-3478-F5D6-36C1-DD6D5DE21F2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2205018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746E1E-7CED-210D-2E32-B2DE318AE1A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56DB17C-3CE3-6F9A-3208-A4DC1FB6A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19916E-D843-90BD-9142-D842D3F743D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Migrate to KMS v2 (legacy)</a:t>
            </a:r>
          </a:p>
        </p:txBody>
      </p:sp>
      <p:sp>
        <p:nvSpPr>
          <p:cNvPr id="12" name="sketch line">
            <a:extLst>
              <a:ext uri="{FF2B5EF4-FFF2-40B4-BE49-F238E27FC236}">
                <a16:creationId xmlns:a16="http://schemas.microsoft.com/office/drawing/2014/main" id="{AF88AD66-4B9E-7D30-DB26-D0D214E29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9F4327-2BED-4723-7666-B471B61DF8A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4239416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2B7E05-4CAB-9DC5-6AA4-2CF5F6A6851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EFF7F9-6774-6689-19FA-8D321F33C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847C6-A2F0-6A32-32C8-EE28C4FB910E}"/>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Migrate to KMS with platform-managed or customer-managed keys</a:t>
            </a:r>
          </a:p>
        </p:txBody>
      </p:sp>
      <p:sp>
        <p:nvSpPr>
          <p:cNvPr id="12" name="sketch line">
            <a:extLst>
              <a:ext uri="{FF2B5EF4-FFF2-40B4-BE49-F238E27FC236}">
                <a16:creationId xmlns:a16="http://schemas.microsoft.com/office/drawing/2014/main" id="{5F70E213-18FB-1040-E2BC-3FBE1E210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A326ED-4E22-675E-ACC2-92FEA042696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1429528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C595C1-245C-8D34-AB67-E932BEE37C7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44E959-3BBD-AEE3-8380-C12BB63E0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05B9C6-6F2D-E3BB-1AF4-4EA79D6F34F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KMS observability (legacy)</a:t>
            </a:r>
          </a:p>
        </p:txBody>
      </p:sp>
      <p:sp>
        <p:nvSpPr>
          <p:cNvPr id="12" name="sketch line">
            <a:extLst>
              <a:ext uri="{FF2B5EF4-FFF2-40B4-BE49-F238E27FC236}">
                <a16:creationId xmlns:a16="http://schemas.microsoft.com/office/drawing/2014/main" id="{20022095-CE84-975E-BE57-A73E4D9C8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E0ABA3-8095-1FBF-DA0F-2EDB55B1717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0214490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1598E9-86C4-B66A-866A-CA48D5328C5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009B7F-1E32-03B4-6EAA-D1E0D8328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F4F62D-B0F9-AED6-08CA-6EDEBA8DEF6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KMS </a:t>
            </a:r>
            <a:r>
              <a:rPr lang="en-US" dirty="0" err="1"/>
              <a:t>etcd</a:t>
            </a:r>
            <a:r>
              <a:rPr lang="en-US" dirty="0"/>
              <a:t> encryption (legacy)</a:t>
            </a:r>
          </a:p>
        </p:txBody>
      </p:sp>
      <p:sp>
        <p:nvSpPr>
          <p:cNvPr id="12" name="sketch line">
            <a:extLst>
              <a:ext uri="{FF2B5EF4-FFF2-40B4-BE49-F238E27FC236}">
                <a16:creationId xmlns:a16="http://schemas.microsoft.com/office/drawing/2014/main" id="{F05958AF-F766-1065-7D3B-EC8620634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A1D41E4-B28E-3DA9-C3C1-8978AEFAA6C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6166640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4165B1-726D-774D-5D55-9251D63C57D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91E7B6D-7A8C-EC3C-9F5B-E98C53CE8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BE2D005-56A5-F11D-CDCE-637E14BA0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88D3EE-2712-645C-423E-B092C6122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C7F700F-4D77-D7C7-24E7-C094CDC17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5DAEC2-B6A3-5371-BD00-6202FDCC1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F8995A2-3DB4-1D15-D285-4B5144B0E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137585B-8A0C-3344-5F95-C67721221FC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Node hardening</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6164141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7322A7-BCB4-755D-2175-C16353BD099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EA928B3-F024-E690-0E03-DF96406E6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89194B-2BF8-12BD-2291-17AC1130983F}"/>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Encrypt Azure managed disks using customer-managed keys</a:t>
            </a:r>
          </a:p>
        </p:txBody>
      </p:sp>
      <p:sp>
        <p:nvSpPr>
          <p:cNvPr id="12" name="sketch line">
            <a:extLst>
              <a:ext uri="{FF2B5EF4-FFF2-40B4-BE49-F238E27FC236}">
                <a16:creationId xmlns:a16="http://schemas.microsoft.com/office/drawing/2014/main" id="{7D3408A7-4E54-1FCD-AC12-610143118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2C4C9C-7542-6716-9B0B-73B199913D4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1417383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D1A9A-99C8-95E0-D9F3-18E8DABCB0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A2D7EE9-BD27-6C4E-889F-477BE1482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A18341-D315-911F-42BF-A70B5A2E9394}"/>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Host-based encryption</a:t>
            </a:r>
          </a:p>
        </p:txBody>
      </p:sp>
      <p:sp>
        <p:nvSpPr>
          <p:cNvPr id="12" name="sketch line">
            <a:extLst>
              <a:ext uri="{FF2B5EF4-FFF2-40B4-BE49-F238E27FC236}">
                <a16:creationId xmlns:a16="http://schemas.microsoft.com/office/drawing/2014/main" id="{8C6B72CC-EE09-0D53-9785-976ECF5B8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970799-DC5B-B427-B294-7C174BF2E53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3335019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34EB2F-B513-7AAE-36C5-B3DCBD7311A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294EC0-484F-1F6B-0D53-A528D8674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E4C3D-1A1D-45C1-5DF4-2DD72D876DB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FIPS-compliant node pools</a:t>
            </a:r>
          </a:p>
        </p:txBody>
      </p:sp>
      <p:sp>
        <p:nvSpPr>
          <p:cNvPr id="12" name="sketch line">
            <a:extLst>
              <a:ext uri="{FF2B5EF4-FFF2-40B4-BE49-F238E27FC236}">
                <a16:creationId xmlns:a16="http://schemas.microsoft.com/office/drawing/2014/main" id="{535E40C7-973D-3695-2F64-898AE566C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4B006D3-7317-E358-ABC7-AE43AAF3C54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6618835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ADD9E5-7FC8-4F2A-FCAB-C9EA12B0F07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B42364-8392-2E6A-0ECF-9818D2E28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8C3A94-5022-8A32-8D75-3160D33AB6E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Azure dedicated Hosts for AKS nodes</a:t>
            </a:r>
          </a:p>
        </p:txBody>
      </p:sp>
      <p:sp>
        <p:nvSpPr>
          <p:cNvPr id="12" name="sketch line">
            <a:extLst>
              <a:ext uri="{FF2B5EF4-FFF2-40B4-BE49-F238E27FC236}">
                <a16:creationId xmlns:a16="http://schemas.microsoft.com/office/drawing/2014/main" id="{6FE71B03-72AC-1DE1-BFC8-71140E148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1C570BD-D601-8EF8-7D0E-B6837989C8E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991129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3118CE-A5A2-8974-096C-09423D7C3FD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98CBF7F-E837-8625-6C0D-B32D58B26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4C6682-1946-C46E-D6C0-ED8DFA7D82D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Restrict access to IMDS</a:t>
            </a:r>
          </a:p>
        </p:txBody>
      </p:sp>
      <p:sp>
        <p:nvSpPr>
          <p:cNvPr id="12" name="sketch line">
            <a:extLst>
              <a:ext uri="{FF2B5EF4-FFF2-40B4-BE49-F238E27FC236}">
                <a16:creationId xmlns:a16="http://schemas.microsoft.com/office/drawing/2014/main" id="{BD36DD83-7334-1C4B-289B-2C596510E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DC86693-B4A7-740F-3F75-84FBFEC2C55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7715774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8CC05F-60E2-9581-CC2E-37720DB1FA8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2C9EABD-C4E0-31FB-750E-54E4D138B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9C892A5-BAD7-BA83-0082-41CCC7FC00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D71DEB-E2D8-CFF0-A863-EF2DA3DED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EF127FF-A597-801A-D2BA-9A989996C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B174F7-5BDF-224C-636E-5FE707258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FF360CC-BBC0-2FC2-F129-F0E953663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6EA4AF3-59E1-2413-AE7D-5F7D73F05F0A}"/>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Policy and governance</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7836461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8B6ACB-F020-7487-3EBC-FA4F17883C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752450-F3EC-02D7-510E-4F5946604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BD7C4E-FECE-88C5-CDA4-DEC2F1734778}"/>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Enforce compliance with Azure Policy</a:t>
            </a:r>
          </a:p>
        </p:txBody>
      </p:sp>
      <p:sp>
        <p:nvSpPr>
          <p:cNvPr id="12" name="sketch line">
            <a:extLst>
              <a:ext uri="{FF2B5EF4-FFF2-40B4-BE49-F238E27FC236}">
                <a16:creationId xmlns:a16="http://schemas.microsoft.com/office/drawing/2014/main" id="{32868297-DBED-EC3A-5D48-6091B3280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5E7664-92CE-8184-38ED-F4D08107D05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5653964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3AFD62-0579-8696-0729-F159C265E03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8422D0-D8F3-06CB-557F-2BB3F1F32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0C73B4-BD7E-F9F7-4C74-7366D790267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Azure Policy for Kubernetes (concepts)</a:t>
            </a:r>
          </a:p>
        </p:txBody>
      </p:sp>
      <p:sp>
        <p:nvSpPr>
          <p:cNvPr id="12" name="sketch line">
            <a:extLst>
              <a:ext uri="{FF2B5EF4-FFF2-40B4-BE49-F238E27FC236}">
                <a16:creationId xmlns:a16="http://schemas.microsoft.com/office/drawing/2014/main" id="{B8FE55B2-AAF1-E5E4-34F8-F7ECE2A66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6927BAD-7B1B-6A27-7A65-6E5AF42F748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7716046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D0CA16-66A7-F387-BC23-B1D9116BE22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3C7A6D4-9B5B-EC50-3875-FDF2A6B71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10F148-7598-13A3-190C-7435F8AC690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Enforce best practices with deployment safeguards</a:t>
            </a:r>
          </a:p>
        </p:txBody>
      </p:sp>
      <p:sp>
        <p:nvSpPr>
          <p:cNvPr id="12" name="sketch line">
            <a:extLst>
              <a:ext uri="{FF2B5EF4-FFF2-40B4-BE49-F238E27FC236}">
                <a16:creationId xmlns:a16="http://schemas.microsoft.com/office/drawing/2014/main" id="{0EE5FCDE-3D79-0D07-AA6E-0B890D7F1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5751389-29E5-8285-65DF-B85D177A248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445145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604BD0-9C9D-9A91-AE90-7895C96AAE1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4B4499-2219-0E10-E521-8AB603AD02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E4288-CFDD-E01F-E2F7-7219326FFB7D}"/>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Security controls by Azure Policy</a:t>
            </a:r>
          </a:p>
        </p:txBody>
      </p:sp>
      <p:sp>
        <p:nvSpPr>
          <p:cNvPr id="12" name="sketch line">
            <a:extLst>
              <a:ext uri="{FF2B5EF4-FFF2-40B4-BE49-F238E27FC236}">
                <a16:creationId xmlns:a16="http://schemas.microsoft.com/office/drawing/2014/main" id="{DB61B4BF-A160-4197-4DBE-85A9DCED9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AE3A8F0-B12E-F06E-8F4D-63E72DF8B23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4743675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4F5F7D-EBB4-9825-FBB2-F161804F4E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FF497A-F437-0C2E-0D45-DA501B275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397C8D-FA6B-1EF1-5ED2-5D9CA98EA761}"/>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3</a:t>
            </a:r>
          </a:p>
        </p:txBody>
      </p:sp>
      <p:sp>
        <p:nvSpPr>
          <p:cNvPr id="3" name="Content Placeholder 2">
            <a:extLst>
              <a:ext uri="{FF2B5EF4-FFF2-40B4-BE49-F238E27FC236}">
                <a16:creationId xmlns:a16="http://schemas.microsoft.com/office/drawing/2014/main" id="{6898CEF5-8A1C-C252-E92A-D65D2F2FE8F4}"/>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Workload Hardening</a:t>
            </a:r>
          </a:p>
        </p:txBody>
      </p:sp>
    </p:spTree>
    <p:extLst>
      <p:ext uri="{BB962C8B-B14F-4D97-AF65-F5344CB8AC3E}">
        <p14:creationId xmlns:p14="http://schemas.microsoft.com/office/powerpoint/2010/main" val="6121895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0779-72A1-2BBD-DEB8-2944D25F6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AEC83-0675-29BD-B8FE-CC70C1DF2349}"/>
              </a:ext>
            </a:extLst>
          </p:cNvPr>
          <p:cNvSpPr>
            <a:spLocks noGrp="1"/>
          </p:cNvSpPr>
          <p:nvPr>
            <p:ph type="title"/>
          </p:nvPr>
        </p:nvSpPr>
        <p:spPr/>
        <p:txBody>
          <a:bodyPr/>
          <a:lstStyle/>
          <a:p>
            <a:r>
              <a:rPr lang="en-US" dirty="0"/>
              <a:t>Workload Hardening</a:t>
            </a:r>
          </a:p>
        </p:txBody>
      </p:sp>
      <p:sp>
        <p:nvSpPr>
          <p:cNvPr id="3" name="Content Placeholder 2">
            <a:extLst>
              <a:ext uri="{FF2B5EF4-FFF2-40B4-BE49-F238E27FC236}">
                <a16:creationId xmlns:a16="http://schemas.microsoft.com/office/drawing/2014/main" id="{B644B371-5863-D357-C02F-AA92E08021D6}"/>
              </a:ext>
            </a:extLst>
          </p:cNvPr>
          <p:cNvSpPr>
            <a:spLocks noGrp="1"/>
          </p:cNvSpPr>
          <p:nvPr>
            <p:ph idx="1"/>
          </p:nvPr>
        </p:nvSpPr>
        <p:spPr/>
        <p:txBody>
          <a:bodyPr/>
          <a:lstStyle/>
          <a:p>
            <a:r>
              <a:rPr lang="en-US" dirty="0"/>
              <a:t>Pod Security</a:t>
            </a:r>
          </a:p>
          <a:p>
            <a:r>
              <a:rPr lang="en-US" dirty="0"/>
              <a:t>Pod Sandboxing</a:t>
            </a:r>
          </a:p>
          <a:p>
            <a:r>
              <a:rPr lang="en-US" dirty="0"/>
              <a:t>Network Policies</a:t>
            </a:r>
          </a:p>
          <a:p>
            <a:r>
              <a:rPr lang="en-US" dirty="0"/>
              <a:t>Secrets Management</a:t>
            </a:r>
          </a:p>
        </p:txBody>
      </p:sp>
    </p:spTree>
    <p:extLst>
      <p:ext uri="{BB962C8B-B14F-4D97-AF65-F5344CB8AC3E}">
        <p14:creationId xmlns:p14="http://schemas.microsoft.com/office/powerpoint/2010/main" val="16109053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5AEDE3-3380-E39B-A4F2-88AAAE7F62F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C5F2D29-FF37-D869-E38B-EFC083767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0219D15-AE0E-757B-02A3-9EA7683F0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35C4C66-64DC-0901-56AF-EAED3A7B2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AFD90D-6677-6881-710D-A88E2D600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65F8EEA-0C67-54E1-9C30-C8EEE3F9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4924F55-357A-C39A-EC4C-D4034182F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27EE3F3-0BF7-99B3-7278-10FF25E1AF99}"/>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Pod Security</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13641999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EE095-D1D5-6A42-3AC2-60DC6D5252C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713DD0-0F14-3F9F-6AC4-8D61F27A1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99A340-823E-A74C-150C-CC56A3ACF82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Pod Security Best Practices</a:t>
            </a:r>
          </a:p>
        </p:txBody>
      </p:sp>
      <p:sp>
        <p:nvSpPr>
          <p:cNvPr id="12" name="sketch line">
            <a:extLst>
              <a:ext uri="{FF2B5EF4-FFF2-40B4-BE49-F238E27FC236}">
                <a16:creationId xmlns:a16="http://schemas.microsoft.com/office/drawing/2014/main" id="{D7147ADB-7E17-05E5-FF29-24EEFF35E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618081E-9F28-2008-AACA-E8D635A3E37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2266254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5BBFAD-DB8A-A5B3-0B9E-622EBB494DC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C2E5D4D-3A31-CF3F-D5C0-3ACC8C95B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74A736-BBC6-D066-FEA0-B6F2632F6CE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Pod Security Admission</a:t>
            </a:r>
          </a:p>
        </p:txBody>
      </p:sp>
      <p:sp>
        <p:nvSpPr>
          <p:cNvPr id="12" name="sketch line">
            <a:extLst>
              <a:ext uri="{FF2B5EF4-FFF2-40B4-BE49-F238E27FC236}">
                <a16:creationId xmlns:a16="http://schemas.microsoft.com/office/drawing/2014/main" id="{A80414AB-DDDD-C1FF-BA34-DB491C24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483830-4E39-1BBF-2523-D9AEF1A1214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3052139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483759-5EC0-B2C2-968B-AE0DD06D2E4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486A67-3383-EAC4-685A-6B9983179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BB8DA-473F-CEB7-0327-88614CCDDAE8}"/>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Pod security policies (legacy)</a:t>
            </a:r>
          </a:p>
        </p:txBody>
      </p:sp>
      <p:sp>
        <p:nvSpPr>
          <p:cNvPr id="12" name="sketch line">
            <a:extLst>
              <a:ext uri="{FF2B5EF4-FFF2-40B4-BE49-F238E27FC236}">
                <a16:creationId xmlns:a16="http://schemas.microsoft.com/office/drawing/2014/main" id="{7DC0AB70-1014-2497-7D18-27B2D410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703016-EF46-48BE-624E-9733018C7BF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4097056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CBEC98-37E5-C9DC-FBC0-79EE9C6F764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6BD033-0528-2633-FA0E-E55C241E1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AF7A90-318D-60E7-DA20-C4509842D191}"/>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Container privilege hardening (Linux)</a:t>
            </a:r>
          </a:p>
        </p:txBody>
      </p:sp>
      <p:sp>
        <p:nvSpPr>
          <p:cNvPr id="12" name="sketch line">
            <a:extLst>
              <a:ext uri="{FF2B5EF4-FFF2-40B4-BE49-F238E27FC236}">
                <a16:creationId xmlns:a16="http://schemas.microsoft.com/office/drawing/2014/main" id="{AE6128BE-868C-0908-C97D-842F00516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7C81C2-600B-811F-2D53-B8C29D0C7B5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0310066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66D370-938E-F234-7BA8-DB0A8081FA38}"/>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719D08C-F105-3BC0-EA47-8097B1CEE6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4DA9259-2044-8769-0232-28713F428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01BBDFA-B7DE-5EC3-FEA5-9EB8ADBFB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1E82D7-5793-8A6C-3F3A-C59C4033B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A8A23D9-7499-FB69-CCD9-8B5083D3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B1F5ECE-E85D-BFF7-9995-9575CCB23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821E032-A033-1BDE-5C46-B6631C036CD0}"/>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Pod Sandboxing</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3840975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FE6A97-FD1A-C575-8F5E-116781057CF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BCA48E-3E7D-E8D5-3A86-A4BC0031F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18C73F-30E7-47C6-D0B5-840C1F0095FD}"/>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Pod Sandboxing overview</a:t>
            </a:r>
          </a:p>
        </p:txBody>
      </p:sp>
      <p:sp>
        <p:nvSpPr>
          <p:cNvPr id="12" name="sketch line">
            <a:extLst>
              <a:ext uri="{FF2B5EF4-FFF2-40B4-BE49-F238E27FC236}">
                <a16:creationId xmlns:a16="http://schemas.microsoft.com/office/drawing/2014/main" id="{9378B43D-FAE8-DF32-630D-7DABBBE974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B5857C-2EAB-2C97-3CA7-192A5B9D526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2163676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2565D5-5531-D4F7-3A6B-7E5CC914E01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34189B-967B-A9C6-8FD9-E3C2CD5A7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E734EA-3117-09FF-E547-0F7595541DC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Pod Sandboxing considerations</a:t>
            </a:r>
          </a:p>
        </p:txBody>
      </p:sp>
      <p:sp>
        <p:nvSpPr>
          <p:cNvPr id="12" name="sketch line">
            <a:extLst>
              <a:ext uri="{FF2B5EF4-FFF2-40B4-BE49-F238E27FC236}">
                <a16:creationId xmlns:a16="http://schemas.microsoft.com/office/drawing/2014/main" id="{E754323D-3D5A-69E1-8A53-F93CDE895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DA9ACC-8E7E-67A0-DAAA-973C2A38432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713643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8AD9B0-7A57-7947-E869-5FB09012526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74F3E1-63F2-0976-1036-6368DAD38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8FB4E6-9CCB-1CD3-2AE6-8D4BE470D82D}"/>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Deploy Pod Sandboxing</a:t>
            </a:r>
          </a:p>
        </p:txBody>
      </p:sp>
      <p:sp>
        <p:nvSpPr>
          <p:cNvPr id="12" name="sketch line">
            <a:extLst>
              <a:ext uri="{FF2B5EF4-FFF2-40B4-BE49-F238E27FC236}">
                <a16:creationId xmlns:a16="http://schemas.microsoft.com/office/drawing/2014/main" id="{0F3FE8EC-D356-4265-D80C-DC5733D95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3758007-34D2-9E2E-A4EC-63A4502EBC6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660504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168DCE-3631-045E-652F-0024E322A25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6C36F0D-9D3D-E13C-0B57-81B112677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95BBF08-B930-5479-2175-D0D4E8673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BE01AB-0C03-99B2-E036-AC4C14CCE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BCBFC-C00E-D24D-ADB5-AD4DA53B5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3D09824-91CF-611F-B4E4-68F41233D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F6BB59-75A1-4AF2-DABB-F078C299F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231EF5A-D6FE-A599-B6A4-80C4B653AF2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Network Policies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292477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3501ED-D443-EE14-CBA5-D9D7D6DFFEB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EFA5650-C733-08F6-E7A3-B09C8C51EA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C60D34-B178-D90F-CC1C-6D771B0259F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Secure pod traffic with network policies</a:t>
            </a:r>
          </a:p>
        </p:txBody>
      </p:sp>
      <p:sp>
        <p:nvSpPr>
          <p:cNvPr id="12" name="sketch line">
            <a:extLst>
              <a:ext uri="{FF2B5EF4-FFF2-40B4-BE49-F238E27FC236}">
                <a16:creationId xmlns:a16="http://schemas.microsoft.com/office/drawing/2014/main" id="{49FC4C37-61F1-80EF-51E7-CDB66B17D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EB46EF-9486-901D-A2DE-F386BA80788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7177078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1BE154-0474-683E-434C-86777B04863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D0F6B7-9E50-333E-A1A0-27696DAFC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0037EB-EE8D-C6E7-DCD6-370A593BEA5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Network policy best practices</a:t>
            </a:r>
          </a:p>
        </p:txBody>
      </p:sp>
      <p:sp>
        <p:nvSpPr>
          <p:cNvPr id="12" name="sketch line">
            <a:extLst>
              <a:ext uri="{FF2B5EF4-FFF2-40B4-BE49-F238E27FC236}">
                <a16:creationId xmlns:a16="http://schemas.microsoft.com/office/drawing/2014/main" id="{E13E88FE-C6E0-543F-CC39-061858C55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3FFB7E-852B-7C9C-A6EC-9E545125E03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382880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BDF801-E931-8EB2-B556-64B16628DE5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52E1A5-8631-B6AF-1482-9EC1BD737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9D81EB-1330-609C-65D6-1E8500C7288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Use network policies in the Azure portal</a:t>
            </a:r>
          </a:p>
        </p:txBody>
      </p:sp>
      <p:sp>
        <p:nvSpPr>
          <p:cNvPr id="12" name="sketch line">
            <a:extLst>
              <a:ext uri="{FF2B5EF4-FFF2-40B4-BE49-F238E27FC236}">
                <a16:creationId xmlns:a16="http://schemas.microsoft.com/office/drawing/2014/main" id="{0E7DDA9B-EC80-D1F0-C345-55BC4DF99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009F01F-3CFE-5A6F-F809-8C8F2862DC2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2690379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85B620-4480-E326-0D85-0A1668B220A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A7F2D7-3520-36C3-2B79-8DE880F947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59E7B57-01E4-464D-6C67-D4F3CD3AE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37283F-C04B-842B-80F5-74833A61F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2A1B4A-5EAA-74EC-60EC-1D6AC00BA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9F727-41A7-17A8-FB8F-CCEDC45E4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FE4EF6A-ABAC-25AE-253C-9E92FE669E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EB5BB2C-0866-D57D-8FB4-6FCE1EEC8BC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Secrets Management</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7206359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6849C7-9D5C-8299-4D2F-197F22736FB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D6F335-1105-1B5B-EA0A-859F1E653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CCDE7-FC34-D6E3-B38B-B7166B2EBD1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Serve NGINX TLS certs from Key Vault</a:t>
            </a:r>
          </a:p>
        </p:txBody>
      </p:sp>
      <p:sp>
        <p:nvSpPr>
          <p:cNvPr id="12" name="sketch line">
            <a:extLst>
              <a:ext uri="{FF2B5EF4-FFF2-40B4-BE49-F238E27FC236}">
                <a16:creationId xmlns:a16="http://schemas.microsoft.com/office/drawing/2014/main" id="{B7B7C4B5-DAFD-00D5-09E2-37BA9B28A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556E815-69B9-8D24-399C-5F96104FC86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5814887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D35DEB-3D46-C97C-E303-449802CD18E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E363D1D-618A-9DF5-7405-59D84C82B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48509-7594-2D95-6D03-54BC952A969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Configure the Azure Key Vault provider for Secrets Store CSI Driver</a:t>
            </a:r>
          </a:p>
        </p:txBody>
      </p:sp>
      <p:sp>
        <p:nvSpPr>
          <p:cNvPr id="12" name="sketch line">
            <a:extLst>
              <a:ext uri="{FF2B5EF4-FFF2-40B4-BE49-F238E27FC236}">
                <a16:creationId xmlns:a16="http://schemas.microsoft.com/office/drawing/2014/main" id="{7DBDCCEC-21AA-FBE7-EB77-4B4722D20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69B00B-965F-8980-7FFD-620D75361EB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7624248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2B0CA4-BDFF-BBD2-C2AF-57278B28703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65D0AB-4717-0FD7-ADE4-941C44F65A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3205A7-A52F-361B-167A-A8A2DBAF0988}"/>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Provide access to Azure Key Vault from Secrets Store CSI Driver</a:t>
            </a:r>
          </a:p>
        </p:txBody>
      </p:sp>
      <p:sp>
        <p:nvSpPr>
          <p:cNvPr id="12" name="sketch line">
            <a:extLst>
              <a:ext uri="{FF2B5EF4-FFF2-40B4-BE49-F238E27FC236}">
                <a16:creationId xmlns:a16="http://schemas.microsoft.com/office/drawing/2014/main" id="{807C7339-E10E-9E3B-7BE3-FE88AD74C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A468AA-78E2-7B96-5F6E-85873D7CFFE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553601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A030F1-CC69-6F75-584A-A18A2BB8F30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C2ABB8-C937-06B8-A283-AED426068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BAAE7D-2BF8-8B0A-9A7D-BA5FEC4ACDF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Configure and troubleshoot the Azure Key Vault provider for Secrets Store CSI Driver</a:t>
            </a:r>
          </a:p>
        </p:txBody>
      </p:sp>
      <p:sp>
        <p:nvSpPr>
          <p:cNvPr id="12" name="sketch line">
            <a:extLst>
              <a:ext uri="{FF2B5EF4-FFF2-40B4-BE49-F238E27FC236}">
                <a16:creationId xmlns:a16="http://schemas.microsoft.com/office/drawing/2014/main" id="{3784B2F3-273E-BC7D-9CD9-6C4247BCC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6A1286-AF92-1746-D46D-2CF1A392691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13384267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EDD519-6B31-0581-A6DD-78FCF2E05B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17A3E5-FFF8-E5CB-DC65-E4AA7D5C4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47A920-7779-7074-DB3C-276DC7A01F0E}"/>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4</a:t>
            </a:r>
          </a:p>
        </p:txBody>
      </p:sp>
      <p:sp>
        <p:nvSpPr>
          <p:cNvPr id="3" name="Content Placeholder 2">
            <a:extLst>
              <a:ext uri="{FF2B5EF4-FFF2-40B4-BE49-F238E27FC236}">
                <a16:creationId xmlns:a16="http://schemas.microsoft.com/office/drawing/2014/main" id="{B582913D-92F2-56C1-7BC5-6F739BAEA729}"/>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Confidential Workloads</a:t>
            </a:r>
          </a:p>
        </p:txBody>
      </p:sp>
    </p:spTree>
    <p:extLst>
      <p:ext uri="{BB962C8B-B14F-4D97-AF65-F5344CB8AC3E}">
        <p14:creationId xmlns:p14="http://schemas.microsoft.com/office/powerpoint/2010/main" val="41645990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1B604-7568-972B-F092-CFB8FB503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4BB0F-4BE9-2F63-FC8C-A90FDFF38A1F}"/>
              </a:ext>
            </a:extLst>
          </p:cNvPr>
          <p:cNvSpPr>
            <a:spLocks noGrp="1"/>
          </p:cNvSpPr>
          <p:nvPr>
            <p:ph type="title"/>
          </p:nvPr>
        </p:nvSpPr>
        <p:spPr/>
        <p:txBody>
          <a:bodyPr/>
          <a:lstStyle/>
          <a:p>
            <a:r>
              <a:rPr lang="en-US" dirty="0"/>
              <a:t>Confidential </a:t>
            </a:r>
            <a:r>
              <a:rPr lang="en-US" dirty="0" err="1"/>
              <a:t>Wworkloads</a:t>
            </a:r>
            <a:endParaRPr lang="en-US" dirty="0"/>
          </a:p>
        </p:txBody>
      </p:sp>
      <p:sp>
        <p:nvSpPr>
          <p:cNvPr id="3" name="Content Placeholder 2">
            <a:extLst>
              <a:ext uri="{FF2B5EF4-FFF2-40B4-BE49-F238E27FC236}">
                <a16:creationId xmlns:a16="http://schemas.microsoft.com/office/drawing/2014/main" id="{37299436-3D3F-039C-B6CA-71115F45559A}"/>
              </a:ext>
            </a:extLst>
          </p:cNvPr>
          <p:cNvSpPr>
            <a:spLocks noGrp="1"/>
          </p:cNvSpPr>
          <p:nvPr>
            <p:ph idx="1"/>
          </p:nvPr>
        </p:nvSpPr>
        <p:spPr/>
        <p:txBody>
          <a:bodyPr/>
          <a:lstStyle/>
          <a:p>
            <a:r>
              <a:rPr lang="en-US" dirty="0"/>
              <a:t>Confidential VM nodes</a:t>
            </a:r>
          </a:p>
          <a:p>
            <a:r>
              <a:rPr lang="en-US" dirty="0"/>
              <a:t>Confidential containers</a:t>
            </a:r>
          </a:p>
        </p:txBody>
      </p:sp>
    </p:spTree>
    <p:extLst>
      <p:ext uri="{BB962C8B-B14F-4D97-AF65-F5344CB8AC3E}">
        <p14:creationId xmlns:p14="http://schemas.microsoft.com/office/powerpoint/2010/main" val="39379831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BD760-ECE5-3A6C-0EE7-854E9F78622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B5518B-BBC0-7EA1-C2CF-2BE1D480B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73CBF47-694A-4F15-2EBE-82E7910B8A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2B9D61-8FE7-FDEB-46EF-7FDDE76F6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AF113FE-B01C-67BB-18EA-2D979E96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DD1E035-D609-3C0D-A461-21B9453C3E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86AB21C-760A-0144-0843-A8398D4927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7D0087-3DC4-7145-FCC7-C410ECEE5464}"/>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Confidential VM nodes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0882796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7AFCB8-BEDF-0B92-3637-59808AB5E645}"/>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29CE004-92EB-843C-D688-FA4849A06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6192D6-E4A5-F357-B68E-5BD6C448F0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5FC3CD-4D55-760F-B730-FEE190B4F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F5EA8FC-C497-0D77-313F-79DA8972C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C1C019A-A9FB-929E-73F8-4092BA294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BD17688-9784-5A44-7BA9-75E35B0BB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9632B8C-9528-75A6-BDF1-63BF742099A9}"/>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Confidential containers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8232000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122014-0F3F-F126-0D0F-339DAC19F58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94141A-AC1A-C679-C5ED-22D652A4D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7CF12B-629F-0249-919F-CE00C5EEC8BE}"/>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Confidential Containers (preview)</a:t>
            </a:r>
          </a:p>
        </p:txBody>
      </p:sp>
      <p:sp>
        <p:nvSpPr>
          <p:cNvPr id="12" name="sketch line">
            <a:extLst>
              <a:ext uri="{FF2B5EF4-FFF2-40B4-BE49-F238E27FC236}">
                <a16:creationId xmlns:a16="http://schemas.microsoft.com/office/drawing/2014/main" id="{711BF9CA-2AC1-5F76-319C-E3A1447C2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697CC2-1B09-D849-8EDC-23CC903F087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9052389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C6431B-8BFC-A2BD-DCF7-96EF55808DD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BF98A80-274D-2FF0-E02A-0075C80D8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B3EEA-2DA9-1FA8-8245-E0EB9CDD7DE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Deploy with default policy</a:t>
            </a:r>
          </a:p>
        </p:txBody>
      </p:sp>
      <p:sp>
        <p:nvSpPr>
          <p:cNvPr id="12" name="sketch line">
            <a:extLst>
              <a:ext uri="{FF2B5EF4-FFF2-40B4-BE49-F238E27FC236}">
                <a16:creationId xmlns:a16="http://schemas.microsoft.com/office/drawing/2014/main" id="{94B9A41D-C62B-C292-3F37-7D079EF20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C0A75F-3B1F-B897-2F39-6DB6C2E60D3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4504726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4C9D6-4241-FCFF-BC8C-B2498A1AFE1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83861F-D70E-E79D-D347-E27ECA92A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118D49-EAF3-D11E-05A7-3043EBEA15F8}"/>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Confidential Containers security policy</a:t>
            </a:r>
          </a:p>
        </p:txBody>
      </p:sp>
      <p:sp>
        <p:nvSpPr>
          <p:cNvPr id="12" name="sketch line">
            <a:extLst>
              <a:ext uri="{FF2B5EF4-FFF2-40B4-BE49-F238E27FC236}">
                <a16:creationId xmlns:a16="http://schemas.microsoft.com/office/drawing/2014/main" id="{68205431-2D8A-26C7-BA5E-71DBA8186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05BFF3A-A547-7ECF-FD95-F30355250E4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7547162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1D991D-2E7F-5099-D85A-E8FE72A6D86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A0C645-B419-134D-86CF-494BA89E4E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3F0F8-F0C8-ECDA-95FE-3ABDBB5A6F2B}"/>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5</a:t>
            </a:r>
          </a:p>
        </p:txBody>
      </p:sp>
      <p:sp>
        <p:nvSpPr>
          <p:cNvPr id="3" name="Content Placeholder 2">
            <a:extLst>
              <a:ext uri="{FF2B5EF4-FFF2-40B4-BE49-F238E27FC236}">
                <a16:creationId xmlns:a16="http://schemas.microsoft.com/office/drawing/2014/main" id="{019DA6FB-94E3-475B-47F6-201BA26290B9}"/>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Vulnerability Management</a:t>
            </a:r>
          </a:p>
        </p:txBody>
      </p:sp>
    </p:spTree>
    <p:extLst>
      <p:ext uri="{BB962C8B-B14F-4D97-AF65-F5344CB8AC3E}">
        <p14:creationId xmlns:p14="http://schemas.microsoft.com/office/powerpoint/2010/main" val="11563618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88F1-1DA0-E067-AD4F-C02DC58F5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1606C-C2F3-C3AC-4CD1-93D36A3F16E1}"/>
              </a:ext>
            </a:extLst>
          </p:cNvPr>
          <p:cNvSpPr>
            <a:spLocks noGrp="1"/>
          </p:cNvSpPr>
          <p:nvPr>
            <p:ph type="title"/>
          </p:nvPr>
        </p:nvSpPr>
        <p:spPr/>
        <p:txBody>
          <a:bodyPr/>
          <a:lstStyle/>
          <a:p>
            <a:r>
              <a:rPr lang="en-US" dirty="0"/>
              <a:t>Vulnerability Management </a:t>
            </a:r>
          </a:p>
        </p:txBody>
      </p:sp>
      <p:sp>
        <p:nvSpPr>
          <p:cNvPr id="3" name="Content Placeholder 2">
            <a:extLst>
              <a:ext uri="{FF2B5EF4-FFF2-40B4-BE49-F238E27FC236}">
                <a16:creationId xmlns:a16="http://schemas.microsoft.com/office/drawing/2014/main" id="{C3F737D9-5456-3DC0-4D4B-04999B2F3E3F}"/>
              </a:ext>
            </a:extLst>
          </p:cNvPr>
          <p:cNvSpPr>
            <a:spLocks noGrp="1"/>
          </p:cNvSpPr>
          <p:nvPr>
            <p:ph idx="1"/>
          </p:nvPr>
        </p:nvSpPr>
        <p:spPr/>
        <p:txBody>
          <a:bodyPr/>
          <a:lstStyle/>
          <a:p>
            <a:r>
              <a:rPr lang="en-US" dirty="0"/>
              <a:t>Vulnerability management </a:t>
            </a:r>
          </a:p>
        </p:txBody>
      </p:sp>
    </p:spTree>
    <p:extLst>
      <p:ext uri="{BB962C8B-B14F-4D97-AF65-F5344CB8AC3E}">
        <p14:creationId xmlns:p14="http://schemas.microsoft.com/office/powerpoint/2010/main" val="39430207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3B4C63-2421-7F96-3796-A3FCAAD8C53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368BCBA-33D0-E13B-2DBE-39638C230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CE7ABF6-ACE1-6AE6-9D14-8D8E6B546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009670-9F65-A75D-1665-B3B7248C1A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D6988D8-2CC9-F9CC-C377-BB2195E65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406791-E0E6-FB37-663F-A2BC5BBB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2B66D53-BBF5-2877-3407-ED9CA0682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36DFA1-D3D5-1E59-6F51-96F974945BF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dirty="0">
                <a:solidFill>
                  <a:srgbClr val="FFFFFF"/>
                </a:solidFill>
              </a:rPr>
              <a:t>Vulnerability management</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1268276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47A947-C920-6907-69DF-A9D7AC3E8DC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57DEF6-869C-8B57-4BEA-93AA579EC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03FE0-D846-98BC-EC5F-CFC51E22661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Vulnerability management overview</a:t>
            </a:r>
          </a:p>
        </p:txBody>
      </p:sp>
      <p:sp>
        <p:nvSpPr>
          <p:cNvPr id="12" name="sketch line">
            <a:extLst>
              <a:ext uri="{FF2B5EF4-FFF2-40B4-BE49-F238E27FC236}">
                <a16:creationId xmlns:a16="http://schemas.microsoft.com/office/drawing/2014/main" id="{B9429A24-1125-E8DB-EF7A-1BAA78AA1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64F377-4EEA-A27A-18A2-DFBAFF73EE4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0391603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D7EF67-20A7-65BB-3C7B-76A6D83401D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AB9275-04A3-4E37-1BF6-AF6E82469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47C9FB-45F3-C11E-F31A-8125586C657D}"/>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Subscribe to AKS security bulletins</a:t>
            </a:r>
          </a:p>
        </p:txBody>
      </p:sp>
      <p:sp>
        <p:nvSpPr>
          <p:cNvPr id="12" name="sketch line">
            <a:extLst>
              <a:ext uri="{FF2B5EF4-FFF2-40B4-BE49-F238E27FC236}">
                <a16:creationId xmlns:a16="http://schemas.microsoft.com/office/drawing/2014/main" id="{C3469CF8-21C0-EE01-D4AC-4500BDD04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98C39C-B094-8B93-AD37-8B30C2F13D5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16404969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CEEE1A-52F0-8E95-36C1-08EE8DDF51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74D1ED-28EF-B7A4-AB13-9F75DF37B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09E726-6BC9-225F-4A59-82DED49BE5B7}"/>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Container image management best practices</a:t>
            </a:r>
          </a:p>
        </p:txBody>
      </p:sp>
      <p:sp>
        <p:nvSpPr>
          <p:cNvPr id="12" name="sketch line">
            <a:extLst>
              <a:ext uri="{FF2B5EF4-FFF2-40B4-BE49-F238E27FC236}">
                <a16:creationId xmlns:a16="http://schemas.microsoft.com/office/drawing/2014/main" id="{9D7B08EF-36A6-85B1-5049-DD65AD689A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79C9888-99DE-7541-C20C-A45F1F42718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0825543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5114C6-90EF-CBD2-42A8-AF3F737808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8A34523-2683-7948-8D2C-1F102B595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4D478E-319F-4CF6-B671-0F2C15D8098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Remove vulnerable images with Image Cleaner</a:t>
            </a:r>
          </a:p>
        </p:txBody>
      </p:sp>
      <p:sp>
        <p:nvSpPr>
          <p:cNvPr id="12" name="sketch line">
            <a:extLst>
              <a:ext uri="{FF2B5EF4-FFF2-40B4-BE49-F238E27FC236}">
                <a16:creationId xmlns:a16="http://schemas.microsoft.com/office/drawing/2014/main" id="{92DE564F-1AB7-0BDE-1607-95713F66B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B756B7-C7F1-2DE7-006D-01C187EBDF6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6631474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32317F-79EE-6B60-A12D-AA09E76A37F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2C0C00-9D1C-A3DA-9AB8-29266F299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2B16DF-7C29-98AE-3BF4-1D80005E5A9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Build and registry time scanning</a:t>
            </a:r>
          </a:p>
        </p:txBody>
      </p:sp>
      <p:sp>
        <p:nvSpPr>
          <p:cNvPr id="12" name="sketch line">
            <a:extLst>
              <a:ext uri="{FF2B5EF4-FFF2-40B4-BE49-F238E27FC236}">
                <a16:creationId xmlns:a16="http://schemas.microsoft.com/office/drawing/2014/main" id="{DFD7C065-557C-DD0E-1570-05C040B47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59123A-FDCE-5484-A615-17B0306FFF4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311716920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B629F3-19DE-0A9E-275D-D7F0AA9FA59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651774-CE8D-AD22-C4F8-4274D8465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CBB266-A5C5-7DFF-3430-0B50C61C0B82}"/>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Scan images in your CI/CD workflow</a:t>
            </a:r>
          </a:p>
        </p:txBody>
      </p:sp>
      <p:sp>
        <p:nvSpPr>
          <p:cNvPr id="12" name="sketch line">
            <a:extLst>
              <a:ext uri="{FF2B5EF4-FFF2-40B4-BE49-F238E27FC236}">
                <a16:creationId xmlns:a16="http://schemas.microsoft.com/office/drawing/2014/main" id="{7484D0AE-CE91-A068-873B-CB9575452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B3AF7C-0E54-97A3-E4A8-CBE4EFA073A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55831155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4D9FF-A7D8-0AFE-2CEB-8744CC11E07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26C552-BE99-3AD8-4866-8D4C4D1EC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16A51-85E0-D858-D9C6-97B73FCF0531}"/>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Scan container images for vulnerabilities</a:t>
            </a:r>
          </a:p>
        </p:txBody>
      </p:sp>
      <p:sp>
        <p:nvSpPr>
          <p:cNvPr id="12" name="sketch line">
            <a:extLst>
              <a:ext uri="{FF2B5EF4-FFF2-40B4-BE49-F238E27FC236}">
                <a16:creationId xmlns:a16="http://schemas.microsoft.com/office/drawing/2014/main" id="{03B82F96-CF64-98DB-3FE7-BB6A10519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03F712-D770-4D19-3EFD-42AEAC8DB03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164774814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9FC887-A062-5C60-2C97-634BA4F9BE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04CC81E-EBDF-2B67-BCF1-13E386E1D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03AAD-19C4-E856-1B5A-6BEEE1E07196}"/>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Cluster-side scanning and enforcement</a:t>
            </a:r>
          </a:p>
        </p:txBody>
      </p:sp>
      <p:sp>
        <p:nvSpPr>
          <p:cNvPr id="12" name="sketch line">
            <a:extLst>
              <a:ext uri="{FF2B5EF4-FFF2-40B4-BE49-F238E27FC236}">
                <a16:creationId xmlns:a16="http://schemas.microsoft.com/office/drawing/2014/main" id="{E47D565C-2D94-5824-3902-EB4867393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73EE89-1494-6C95-6725-02A00E7F046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407221594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F53721-59CD-85F9-44B4-C9734900A46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F79EEE-255B-8C7B-DD65-D37F6B254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9C290-BCA4-D008-439E-2E1907591A35}"/>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Scan AKS nodes for vulnerabilities</a:t>
            </a:r>
          </a:p>
        </p:txBody>
      </p:sp>
      <p:sp>
        <p:nvSpPr>
          <p:cNvPr id="12" name="sketch line">
            <a:extLst>
              <a:ext uri="{FF2B5EF4-FFF2-40B4-BE49-F238E27FC236}">
                <a16:creationId xmlns:a16="http://schemas.microsoft.com/office/drawing/2014/main" id="{A949253A-0F87-F438-6F5D-BF0AF38B7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11D6171-2549-6DBB-00E3-04E00A94AAD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213150923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803061-80B9-F2E6-E95F-161FF17A8E8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778E33B-7F45-1B55-44BA-25EF50C4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4DC411-1CCB-E256-C667-EDEFC9B6041C}"/>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dirty="0"/>
              <a:t>Gate workload deployment on vulnerability metadata</a:t>
            </a:r>
          </a:p>
        </p:txBody>
      </p:sp>
      <p:sp>
        <p:nvSpPr>
          <p:cNvPr id="12" name="sketch line">
            <a:extLst>
              <a:ext uri="{FF2B5EF4-FFF2-40B4-BE49-F238E27FC236}">
                <a16:creationId xmlns:a16="http://schemas.microsoft.com/office/drawing/2014/main" id="{E65C45A5-3E4C-F970-1D1B-ABE0D3EC0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2E8EDC5-C498-DFD1-84C3-183185CB42D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dirty="0"/>
              <a:t>lorem</a:t>
            </a:r>
          </a:p>
        </p:txBody>
      </p:sp>
    </p:spTree>
    <p:extLst>
      <p:ext uri="{BB962C8B-B14F-4D97-AF65-F5344CB8AC3E}">
        <p14:creationId xmlns:p14="http://schemas.microsoft.com/office/powerpoint/2010/main" val="55744043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FE551A-E077-4161-9806-160831E616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09C0E7-1F87-1B22-524C-0BC0D0C18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9CFBA5-F6D7-150B-4527-22DCBCC96801}"/>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6</a:t>
            </a:r>
          </a:p>
        </p:txBody>
      </p:sp>
      <p:sp>
        <p:nvSpPr>
          <p:cNvPr id="3" name="Content Placeholder 2">
            <a:extLst>
              <a:ext uri="{FF2B5EF4-FFF2-40B4-BE49-F238E27FC236}">
                <a16:creationId xmlns:a16="http://schemas.microsoft.com/office/drawing/2014/main" id="{1EC1AE65-F5FF-42D7-5A72-7CF988AB96C5}"/>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Supply Chain Security</a:t>
            </a:r>
          </a:p>
        </p:txBody>
      </p:sp>
    </p:spTree>
    <p:extLst>
      <p:ext uri="{BB962C8B-B14F-4D97-AF65-F5344CB8AC3E}">
        <p14:creationId xmlns:p14="http://schemas.microsoft.com/office/powerpoint/2010/main" val="349016482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D0CC2-0661-ED55-20DA-BCF0EF0D2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8B3EA-A60D-DBA8-E0FF-6548FA86803E}"/>
              </a:ext>
            </a:extLst>
          </p:cNvPr>
          <p:cNvSpPr>
            <a:spLocks noGrp="1"/>
          </p:cNvSpPr>
          <p:nvPr>
            <p:ph type="title"/>
          </p:nvPr>
        </p:nvSpPr>
        <p:spPr/>
        <p:txBody>
          <a:bodyPr/>
          <a:lstStyle/>
          <a:p>
            <a:r>
              <a:rPr lang="en-US" dirty="0"/>
              <a:t>Supply Chain Security</a:t>
            </a:r>
          </a:p>
        </p:txBody>
      </p:sp>
      <p:sp>
        <p:nvSpPr>
          <p:cNvPr id="3" name="Content Placeholder 2">
            <a:extLst>
              <a:ext uri="{FF2B5EF4-FFF2-40B4-BE49-F238E27FC236}">
                <a16:creationId xmlns:a16="http://schemas.microsoft.com/office/drawing/2014/main" id="{E9E2A1DF-0C05-F4D7-2097-A82DE855F229}"/>
              </a:ext>
            </a:extLst>
          </p:cNvPr>
          <p:cNvSpPr>
            <a:spLocks noGrp="1"/>
          </p:cNvSpPr>
          <p:nvPr>
            <p:ph idx="1"/>
          </p:nvPr>
        </p:nvSpPr>
        <p:spPr/>
        <p:txBody>
          <a:bodyPr/>
          <a:lstStyle/>
          <a:p>
            <a:r>
              <a:rPr lang="en-US" dirty="0"/>
              <a:t>Verify signed container images at deploy time</a:t>
            </a:r>
          </a:p>
        </p:txBody>
      </p:sp>
    </p:spTree>
    <p:extLst>
      <p:ext uri="{BB962C8B-B14F-4D97-AF65-F5344CB8AC3E}">
        <p14:creationId xmlns:p14="http://schemas.microsoft.com/office/powerpoint/2010/main" val="567596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3423F7-2C54-847A-B7F4-8F9EDACA97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65AF1B-29E9-CE7D-4C29-EADEC43F3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FCDE8-4AA2-D1F8-A7C9-C8925462D90C}"/>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7</a:t>
            </a:r>
          </a:p>
        </p:txBody>
      </p:sp>
      <p:sp>
        <p:nvSpPr>
          <p:cNvPr id="3" name="Content Placeholder 2">
            <a:extLst>
              <a:ext uri="{FF2B5EF4-FFF2-40B4-BE49-F238E27FC236}">
                <a16:creationId xmlns:a16="http://schemas.microsoft.com/office/drawing/2014/main" id="{AE62C964-CE90-9DBE-BB50-41CBD61B4EFC}"/>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Threat Detection and Response</a:t>
            </a:r>
          </a:p>
        </p:txBody>
      </p:sp>
    </p:spTree>
    <p:extLst>
      <p:ext uri="{BB962C8B-B14F-4D97-AF65-F5344CB8AC3E}">
        <p14:creationId xmlns:p14="http://schemas.microsoft.com/office/powerpoint/2010/main" val="285208197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055C3-C6AF-943D-AEB0-FBDE54622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E451B-09E8-78F8-6493-269BEFF71E8D}"/>
              </a:ext>
            </a:extLst>
          </p:cNvPr>
          <p:cNvSpPr>
            <a:spLocks noGrp="1"/>
          </p:cNvSpPr>
          <p:nvPr>
            <p:ph type="title"/>
          </p:nvPr>
        </p:nvSpPr>
        <p:spPr/>
        <p:txBody>
          <a:bodyPr/>
          <a:lstStyle/>
          <a:p>
            <a:r>
              <a:rPr lang="en-US" dirty="0"/>
              <a:t>Threat Detection and Response</a:t>
            </a:r>
          </a:p>
        </p:txBody>
      </p:sp>
      <p:sp>
        <p:nvSpPr>
          <p:cNvPr id="3" name="Content Placeholder 2">
            <a:extLst>
              <a:ext uri="{FF2B5EF4-FFF2-40B4-BE49-F238E27FC236}">
                <a16:creationId xmlns:a16="http://schemas.microsoft.com/office/drawing/2014/main" id="{2D214B84-4504-15FB-238E-D0D3D24889F6}"/>
              </a:ext>
            </a:extLst>
          </p:cNvPr>
          <p:cNvSpPr>
            <a:spLocks noGrp="1"/>
          </p:cNvSpPr>
          <p:nvPr>
            <p:ph idx="1"/>
          </p:nvPr>
        </p:nvSpPr>
        <p:spPr/>
        <p:txBody>
          <a:bodyPr/>
          <a:lstStyle/>
          <a:p>
            <a:r>
              <a:rPr lang="en-US" dirty="0"/>
              <a:t>Container threat protection overview </a:t>
            </a:r>
          </a:p>
          <a:p>
            <a:r>
              <a:rPr lang="en-US" dirty="0"/>
              <a:t>Runtime alerts for Kubernetes clusters</a:t>
            </a:r>
          </a:p>
          <a:p>
            <a:r>
              <a:rPr lang="en-US" dirty="0"/>
              <a:t>Detect binary drift in running containers</a:t>
            </a:r>
          </a:p>
        </p:txBody>
      </p:sp>
    </p:spTree>
    <p:extLst>
      <p:ext uri="{BB962C8B-B14F-4D97-AF65-F5344CB8AC3E}">
        <p14:creationId xmlns:p14="http://schemas.microsoft.com/office/powerpoint/2010/main" val="335592343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CED7EB-DB44-8677-77E0-7A5EF866EC2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1D72DC-0119-89F4-22DC-851136A81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083A50-9880-29A5-04F1-9598BF456C02}"/>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dirty="0"/>
              <a:t>Module 8</a:t>
            </a:r>
          </a:p>
        </p:txBody>
      </p:sp>
      <p:sp>
        <p:nvSpPr>
          <p:cNvPr id="3" name="Content Placeholder 2">
            <a:extLst>
              <a:ext uri="{FF2B5EF4-FFF2-40B4-BE49-F238E27FC236}">
                <a16:creationId xmlns:a16="http://schemas.microsoft.com/office/drawing/2014/main" id="{52EFE689-AFCE-8222-C0A2-96F6F7562CBC}"/>
              </a:ext>
            </a:extLst>
          </p:cNvPr>
          <p:cNvSpPr>
            <a:spLocks noGrp="1"/>
          </p:cNvSpPr>
          <p:nvPr>
            <p:ph idx="1"/>
          </p:nvPr>
        </p:nvSpPr>
        <p:spPr>
          <a:xfrm>
            <a:off x="1197060" y="4027211"/>
            <a:ext cx="7538405" cy="1014107"/>
          </a:xfrm>
        </p:spPr>
        <p:txBody>
          <a:bodyPr vert="horz" lIns="91440" tIns="45720" rIns="91440" bIns="45720" rtlCol="0">
            <a:normAutofit/>
          </a:bodyPr>
          <a:lstStyle/>
          <a:p>
            <a:pPr marL="0" indent="0">
              <a:lnSpc>
                <a:spcPct val="120000"/>
              </a:lnSpc>
              <a:buNone/>
            </a:pPr>
            <a:r>
              <a:rPr lang="en-US" sz="2200" dirty="0"/>
              <a:t>Compliance and Benchmarks</a:t>
            </a:r>
          </a:p>
        </p:txBody>
      </p:sp>
    </p:spTree>
    <p:extLst>
      <p:ext uri="{BB962C8B-B14F-4D97-AF65-F5344CB8AC3E}">
        <p14:creationId xmlns:p14="http://schemas.microsoft.com/office/powerpoint/2010/main" val="1249300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9A6F-CDF8-50B9-6210-5283BE133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563-E5AD-01A3-0723-88334CD1DD30}"/>
              </a:ext>
            </a:extLst>
          </p:cNvPr>
          <p:cNvSpPr>
            <a:spLocks noGrp="1"/>
          </p:cNvSpPr>
          <p:nvPr>
            <p:ph type="title"/>
          </p:nvPr>
        </p:nvSpPr>
        <p:spPr/>
        <p:txBody>
          <a:bodyPr/>
          <a:lstStyle/>
          <a:p>
            <a:r>
              <a:rPr lang="en-US" dirty="0"/>
              <a:t>Compliance and Benchmarks</a:t>
            </a:r>
          </a:p>
        </p:txBody>
      </p:sp>
      <p:sp>
        <p:nvSpPr>
          <p:cNvPr id="3" name="Content Placeholder 2">
            <a:extLst>
              <a:ext uri="{FF2B5EF4-FFF2-40B4-BE49-F238E27FC236}">
                <a16:creationId xmlns:a16="http://schemas.microsoft.com/office/drawing/2014/main" id="{58C4E10D-F375-6D2D-ACDD-F42907FFA333}"/>
              </a:ext>
            </a:extLst>
          </p:cNvPr>
          <p:cNvSpPr>
            <a:spLocks noGrp="1"/>
          </p:cNvSpPr>
          <p:nvPr>
            <p:ph idx="1"/>
          </p:nvPr>
        </p:nvSpPr>
        <p:spPr/>
        <p:txBody>
          <a:bodyPr/>
          <a:lstStyle/>
          <a:p>
            <a:r>
              <a:rPr lang="en-US" dirty="0"/>
              <a:t>Center for Internet Security (CIS) benchmarks</a:t>
            </a:r>
          </a:p>
          <a:p>
            <a:r>
              <a:rPr lang="en-US" dirty="0"/>
              <a:t>Payment Card Industry Data Security Standard (PCI DSS)</a:t>
            </a:r>
          </a:p>
        </p:txBody>
      </p:sp>
    </p:spTree>
    <p:extLst>
      <p:ext uri="{BB962C8B-B14F-4D97-AF65-F5344CB8AC3E}">
        <p14:creationId xmlns:p14="http://schemas.microsoft.com/office/powerpoint/2010/main" val="343339212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C7DB3-6261-13BA-CFB6-51B82A8A706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A9B969-ADD1-69B6-086B-02182DCFD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0BBD310-98A1-006F-FA3E-62BF86561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D7232A9-8766-5242-39EC-AD57E25F1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27CCCF-AE7A-25E7-BFFF-0DA25929D33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AKS Security</a:t>
            </a:r>
          </a:p>
        </p:txBody>
      </p:sp>
      <p:sp>
        <p:nvSpPr>
          <p:cNvPr id="13" name="Rectangle 12">
            <a:extLst>
              <a:ext uri="{FF2B5EF4-FFF2-40B4-BE49-F238E27FC236}">
                <a16:creationId xmlns:a16="http://schemas.microsoft.com/office/drawing/2014/main" id="{3443F645-2985-4A7F-5C56-219710EC8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31336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494C18-6102-EDEF-9FD4-C204AAE519F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0AE3C3-DB58-B1D0-0754-14F762387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4DA29E-6C41-84E2-453C-E7E7F4D0B48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Vulnerability Management</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60046A3E-6244-8C90-ED2F-D98F35647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7ED71E0-F9ED-A7B3-4BD2-4E83591DB7B2}"/>
              </a:ext>
            </a:extLst>
          </p:cNvPr>
          <p:cNvSpPr txBox="1"/>
          <p:nvPr/>
        </p:nvSpPr>
        <p:spPr>
          <a:xfrm>
            <a:off x="669036" y="2158538"/>
            <a:ext cx="10853928" cy="385519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Vulnerability management involves detecting, assessing, mitigating, and reporting on any security vulnerabilities that exist in an organization's systems and software. </a:t>
            </a:r>
          </a:p>
          <a:p>
            <a:pPr marL="57150">
              <a:lnSpc>
                <a:spcPct val="90000"/>
              </a:lnSpc>
              <a:spcBef>
                <a:spcPts val="600"/>
              </a:spcBef>
              <a:spcAft>
                <a:spcPts val="1200"/>
              </a:spcAft>
            </a:pPr>
            <a:r>
              <a:rPr lang="en-US" sz="2800"/>
              <a:t>Vulnerability management is a shared responsibility between you and Microsoft.</a:t>
            </a:r>
          </a:p>
        </p:txBody>
      </p:sp>
    </p:spTree>
    <p:extLst>
      <p:ext uri="{BB962C8B-B14F-4D97-AF65-F5344CB8AC3E}">
        <p14:creationId xmlns:p14="http://schemas.microsoft.com/office/powerpoint/2010/main" val="315220312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F3C68-030A-1FD1-E4D3-6705BDFE68B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D0CEAAB-44B0-4C70-36EF-FF8054444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72CE16-0D70-BA13-5D3F-E401C4C33B8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Finding and Fixing Vulnerabilities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B2950129-AFEC-31FF-73C0-1C4305858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4E4CED-DAD0-F408-F44C-EB831E4B2D81}"/>
              </a:ext>
            </a:extLst>
          </p:cNvPr>
          <p:cNvSpPr txBox="1"/>
          <p:nvPr/>
        </p:nvSpPr>
        <p:spPr>
          <a:xfrm>
            <a:off x="667512" y="2055813"/>
            <a:ext cx="10853928" cy="964499"/>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Microsoft identifies and patches vulnerabilities and missing security updates for the following components:</a:t>
            </a:r>
          </a:p>
        </p:txBody>
      </p:sp>
      <p:sp>
        <p:nvSpPr>
          <p:cNvPr id="4" name="TextBox 3">
            <a:extLst>
              <a:ext uri="{FF2B5EF4-FFF2-40B4-BE49-F238E27FC236}">
                <a16:creationId xmlns:a16="http://schemas.microsoft.com/office/drawing/2014/main" id="{A30DEA1E-6B45-7C7C-7BA9-BA0C32A77EC7}"/>
              </a:ext>
            </a:extLst>
          </p:cNvPr>
          <p:cNvSpPr txBox="1"/>
          <p:nvPr/>
        </p:nvSpPr>
        <p:spPr>
          <a:xfrm>
            <a:off x="1600199" y="3379569"/>
            <a:ext cx="2694397" cy="830997"/>
          </a:xfrm>
          <a:prstGeom prst="rect">
            <a:avLst/>
          </a:prstGeom>
          <a:solidFill>
            <a:srgbClr val="EE0000"/>
          </a:solidFill>
          <a:ln w="19050">
            <a:solidFill>
              <a:srgbClr val="EE0000"/>
            </a:solidFill>
          </a:ln>
        </p:spPr>
        <p:txBody>
          <a:bodyPr wrap="square">
            <a:spAutoFit/>
          </a:bodyPr>
          <a:lstStyle/>
          <a:p>
            <a:pPr algn="ctr"/>
            <a:r>
              <a:rPr lang="en-US" sz="2400" b="1">
                <a:solidFill>
                  <a:schemeClr val="bg1"/>
                </a:solidFill>
                <a:latin typeface="Aptos" panose="020B0004020202020204" pitchFamily="34" charset="0"/>
              </a:rPr>
              <a:t>AKS Container Images</a:t>
            </a:r>
          </a:p>
        </p:txBody>
      </p:sp>
      <p:sp>
        <p:nvSpPr>
          <p:cNvPr id="7" name="TextBox 6">
            <a:extLst>
              <a:ext uri="{FF2B5EF4-FFF2-40B4-BE49-F238E27FC236}">
                <a16:creationId xmlns:a16="http://schemas.microsoft.com/office/drawing/2014/main" id="{2406FC0B-8856-70A3-E237-5BB0DEFA3DB2}"/>
              </a:ext>
            </a:extLst>
          </p:cNvPr>
          <p:cNvSpPr txBox="1"/>
          <p:nvPr/>
        </p:nvSpPr>
        <p:spPr>
          <a:xfrm>
            <a:off x="1600199" y="4756531"/>
            <a:ext cx="2694398" cy="830997"/>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Ubuntu operating system</a:t>
            </a:r>
          </a:p>
        </p:txBody>
      </p:sp>
      <p:sp>
        <p:nvSpPr>
          <p:cNvPr id="9" name="TextBox 8">
            <a:extLst>
              <a:ext uri="{FF2B5EF4-FFF2-40B4-BE49-F238E27FC236}">
                <a16:creationId xmlns:a16="http://schemas.microsoft.com/office/drawing/2014/main" id="{09B6BAE4-1EC8-F5E2-F768-3F8AEE21347D}"/>
              </a:ext>
            </a:extLst>
          </p:cNvPr>
          <p:cNvSpPr txBox="1"/>
          <p:nvPr/>
        </p:nvSpPr>
        <p:spPr>
          <a:xfrm>
            <a:off x="5124235" y="3379569"/>
            <a:ext cx="3464960" cy="830997"/>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Windows Server worker nodes</a:t>
            </a:r>
          </a:p>
        </p:txBody>
      </p:sp>
      <p:sp>
        <p:nvSpPr>
          <p:cNvPr id="13" name="TextBox 12">
            <a:extLst>
              <a:ext uri="{FF2B5EF4-FFF2-40B4-BE49-F238E27FC236}">
                <a16:creationId xmlns:a16="http://schemas.microsoft.com/office/drawing/2014/main" id="{45A1CC29-D387-61B4-16FA-5E941554A4DB}"/>
              </a:ext>
            </a:extLst>
          </p:cNvPr>
          <p:cNvSpPr txBox="1"/>
          <p:nvPr/>
        </p:nvSpPr>
        <p:spPr>
          <a:xfrm>
            <a:off x="5124235" y="4756531"/>
            <a:ext cx="3464961" cy="830997"/>
          </a:xfrm>
          <a:prstGeom prst="rect">
            <a:avLst/>
          </a:prstGeom>
          <a:solidFill>
            <a:schemeClr val="accent2">
              <a:lumMod val="75000"/>
            </a:schemeClr>
          </a:solidFill>
          <a:ln w="19050">
            <a:solidFill>
              <a:schemeClr val="accent2">
                <a:lumMod val="7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Azure Linux 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Nodes</a:t>
            </a:r>
          </a:p>
        </p:txBody>
      </p:sp>
    </p:spTree>
    <p:extLst>
      <p:ext uri="{BB962C8B-B14F-4D97-AF65-F5344CB8AC3E}">
        <p14:creationId xmlns:p14="http://schemas.microsoft.com/office/powerpoint/2010/main" val="15191190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768901-A26C-2B08-0849-DF9A64C968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F384604-39C9-8D22-8D78-16051AE97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77160-EC01-F955-D2F2-84FF18F4C10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AKS Container Images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D42C2A0-588D-3623-7444-27B03FDE9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0A8E59-96F7-3DDE-2DE1-20C762E4FCAB}"/>
              </a:ext>
            </a:extLst>
          </p:cNvPr>
          <p:cNvSpPr txBox="1"/>
          <p:nvPr/>
        </p:nvSpPr>
        <p:spPr>
          <a:xfrm>
            <a:off x="667512" y="2158553"/>
            <a:ext cx="10853928" cy="3033375"/>
          </a:xfrm>
          <a:prstGeom prst="rect">
            <a:avLst/>
          </a:prstGeom>
        </p:spPr>
        <p:txBody>
          <a:bodyPr vert="horz" lIns="91440" tIns="45720" rIns="91440" bIns="45720" rtlCol="0">
            <a:normAutofit/>
          </a:bodyPr>
          <a:lstStyle/>
          <a:p>
            <a:pPr marL="400050" indent="-342900">
              <a:lnSpc>
                <a:spcPct val="90000"/>
              </a:lnSpc>
              <a:spcBef>
                <a:spcPts val="600"/>
              </a:spcBef>
              <a:spcAft>
                <a:spcPts val="1200"/>
              </a:spcAft>
              <a:buFont typeface="Arial" panose="020B0604020202020204" pitchFamily="34" charset="0"/>
              <a:buChar char="•"/>
            </a:pPr>
            <a:r>
              <a:rPr lang="en-US" sz="2400"/>
              <a:t>Microsoft takes responsibility for building the open-source packages that is deployed on AKS</a:t>
            </a:r>
          </a:p>
          <a:p>
            <a:pPr marL="400050" indent="-342900">
              <a:lnSpc>
                <a:spcPct val="90000"/>
              </a:lnSpc>
              <a:spcBef>
                <a:spcPts val="600"/>
              </a:spcBef>
              <a:spcAft>
                <a:spcPts val="1200"/>
              </a:spcAft>
              <a:buFont typeface="Arial" panose="020B0604020202020204" pitchFamily="34" charset="0"/>
              <a:buChar char="•"/>
            </a:pPr>
            <a:r>
              <a:rPr lang="en-US" sz="2400"/>
              <a:t>Microsoft is active in the broader Kubernetes ecosystem</a:t>
            </a:r>
          </a:p>
          <a:p>
            <a:pPr marL="400050" indent="-342900">
              <a:lnSpc>
                <a:spcPct val="90000"/>
              </a:lnSpc>
              <a:spcBef>
                <a:spcPts val="600"/>
              </a:spcBef>
              <a:spcAft>
                <a:spcPts val="1200"/>
              </a:spcAft>
              <a:buFont typeface="Arial" panose="020B0604020202020204" pitchFamily="34" charset="0"/>
              <a:buChar char="•"/>
            </a:pPr>
            <a:r>
              <a:rPr lang="en-US" sz="2400"/>
              <a:t>Microsoft scans container images</a:t>
            </a:r>
          </a:p>
          <a:p>
            <a:pPr marL="400050" indent="-342900">
              <a:lnSpc>
                <a:spcPct val="90000"/>
              </a:lnSpc>
              <a:spcBef>
                <a:spcPts val="600"/>
              </a:spcBef>
              <a:spcAft>
                <a:spcPts val="1200"/>
              </a:spcAft>
              <a:buFont typeface="Arial" panose="020B0604020202020204" pitchFamily="34" charset="0"/>
              <a:buChar char="•"/>
            </a:pPr>
            <a:r>
              <a:rPr lang="en-US" sz="2400"/>
              <a:t>Microsoft discovers and updates vulnerabilities unknown to scanners </a:t>
            </a:r>
          </a:p>
        </p:txBody>
      </p:sp>
    </p:spTree>
    <p:extLst>
      <p:ext uri="{BB962C8B-B14F-4D97-AF65-F5344CB8AC3E}">
        <p14:creationId xmlns:p14="http://schemas.microsoft.com/office/powerpoint/2010/main" val="182241073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47FF0E-EEAC-7C8F-10CE-A8E0837026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37F8D9-6CAC-D3AD-82D4-692D32406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4E0E7A-16D3-A6D5-C8D4-AAEE6EE50A7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Vulnerability Management</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C86BFAE-B1A0-0C5F-7BDD-131391BC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C4E5C80-BA1D-D222-4F69-832DA4EB7CE1}"/>
              </a:ext>
            </a:extLst>
          </p:cNvPr>
          <p:cNvSpPr txBox="1"/>
          <p:nvPr/>
        </p:nvSpPr>
        <p:spPr>
          <a:xfrm>
            <a:off x="4240504" y="2756901"/>
            <a:ext cx="2486654" cy="608483"/>
          </a:xfrm>
          <a:prstGeom prst="rect">
            <a:avLst/>
          </a:prstGeom>
        </p:spPr>
        <p:txBody>
          <a:bodyPr vert="horz" lIns="91440" tIns="45720" rIns="91440" bIns="45720" rtlCol="0">
            <a:normAutofit fontScale="92500"/>
          </a:bodyPr>
          <a:lstStyle/>
          <a:p>
            <a:pPr marL="57150">
              <a:lnSpc>
                <a:spcPct val="90000"/>
              </a:lnSpc>
              <a:spcBef>
                <a:spcPts val="600"/>
              </a:spcBef>
              <a:spcAft>
                <a:spcPts val="1200"/>
              </a:spcAft>
            </a:pPr>
            <a:r>
              <a:rPr lang="en-US" sz="2800" b="1"/>
              <a:t>Worker Nodes</a:t>
            </a:r>
          </a:p>
        </p:txBody>
      </p:sp>
      <p:sp>
        <p:nvSpPr>
          <p:cNvPr id="3" name="TextBox 2">
            <a:extLst>
              <a:ext uri="{FF2B5EF4-FFF2-40B4-BE49-F238E27FC236}">
                <a16:creationId xmlns:a16="http://schemas.microsoft.com/office/drawing/2014/main" id="{42A6C5A9-AEB7-A74E-BEC2-F4823054DC5B}"/>
              </a:ext>
            </a:extLst>
          </p:cNvPr>
          <p:cNvSpPr txBox="1"/>
          <p:nvPr/>
        </p:nvSpPr>
        <p:spPr>
          <a:xfrm>
            <a:off x="1094499" y="3902316"/>
            <a:ext cx="3898552" cy="646331"/>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chemeClr val="bg1"/>
                </a:solidFill>
                <a:effectLst/>
                <a:uLnTx/>
                <a:uFillTx/>
                <a:latin typeface="Aptos" panose="02110004020202020204"/>
                <a:ea typeface="+mn-ea"/>
                <a:cs typeface="+mn-cs"/>
              </a:rPr>
              <a:t>Linux Nodes</a:t>
            </a:r>
          </a:p>
        </p:txBody>
      </p:sp>
      <p:sp>
        <p:nvSpPr>
          <p:cNvPr id="4" name="TextBox 3">
            <a:extLst>
              <a:ext uri="{FF2B5EF4-FFF2-40B4-BE49-F238E27FC236}">
                <a16:creationId xmlns:a16="http://schemas.microsoft.com/office/drawing/2014/main" id="{104A1DFD-1F8E-4CFE-0A01-340529AB97AF}"/>
              </a:ext>
            </a:extLst>
          </p:cNvPr>
          <p:cNvSpPr txBox="1"/>
          <p:nvPr/>
        </p:nvSpPr>
        <p:spPr>
          <a:xfrm>
            <a:off x="6084014" y="3902316"/>
            <a:ext cx="5013487" cy="646331"/>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chemeClr val="bg1"/>
                </a:solidFill>
                <a:effectLst/>
                <a:uLnTx/>
                <a:uFillTx/>
                <a:latin typeface="Aptos" panose="02110004020202020204"/>
                <a:ea typeface="+mn-ea"/>
                <a:cs typeface="+mn-cs"/>
              </a:rPr>
              <a:t>Windows Server Nodes</a:t>
            </a:r>
          </a:p>
        </p:txBody>
      </p:sp>
    </p:spTree>
    <p:extLst>
      <p:ext uri="{BB962C8B-B14F-4D97-AF65-F5344CB8AC3E}">
        <p14:creationId xmlns:p14="http://schemas.microsoft.com/office/powerpoint/2010/main" val="21063050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F5E499-DA95-C3F1-3A01-A300B347BF6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D88B3A-721D-2F7A-0018-B6024ED57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87AF1-CF2E-500F-EC9E-BF681454B00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Vulnerability Classification</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7DB51671-90DB-0432-0563-BD2B6CB29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97A21CD0-5B97-4B24-3B96-CFDAEF46DD5B}"/>
              </a:ext>
            </a:extLst>
          </p:cNvPr>
          <p:cNvGraphicFramePr>
            <a:graphicFrameLocks noGrp="1"/>
          </p:cNvGraphicFramePr>
          <p:nvPr>
            <p:extLst>
              <p:ext uri="{D42A27DB-BD31-4B8C-83A1-F6EECF244321}">
                <p14:modId xmlns:p14="http://schemas.microsoft.com/office/powerpoint/2010/main" val="2498633832"/>
              </p:ext>
            </p:extLst>
          </p:nvPr>
        </p:nvGraphicFramePr>
        <p:xfrm>
          <a:off x="468329" y="2372982"/>
          <a:ext cx="11326403" cy="2443030"/>
        </p:xfrm>
        <a:graphic>
          <a:graphicData uri="http://schemas.openxmlformats.org/drawingml/2006/table">
            <a:tbl>
              <a:tblPr/>
              <a:tblGrid>
                <a:gridCol w="1000875">
                  <a:extLst>
                    <a:ext uri="{9D8B030D-6E8A-4147-A177-3AD203B41FA5}">
                      <a16:colId xmlns:a16="http://schemas.microsoft.com/office/drawing/2014/main" val="2105486670"/>
                    </a:ext>
                  </a:extLst>
                </a:gridCol>
                <a:gridCol w="10325528">
                  <a:extLst>
                    <a:ext uri="{9D8B030D-6E8A-4147-A177-3AD203B41FA5}">
                      <a16:colId xmlns:a16="http://schemas.microsoft.com/office/drawing/2014/main" val="3402482581"/>
                    </a:ext>
                  </a:extLst>
                </a:gridCol>
              </a:tblGrid>
              <a:tr h="198778">
                <a:tc>
                  <a:txBody>
                    <a:bodyPr/>
                    <a:lstStyle/>
                    <a:p>
                      <a:pPr algn="l" fontAlgn="t">
                        <a:buNone/>
                      </a:pPr>
                      <a:r>
                        <a:rPr lang="en-US" sz="1800" b="1">
                          <a:effectLst/>
                        </a:rPr>
                        <a:t>Severity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Description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595859626"/>
                  </a:ext>
                </a:extLst>
              </a:tr>
              <a:tr h="347861">
                <a:tc>
                  <a:txBody>
                    <a:bodyPr/>
                    <a:lstStyle/>
                    <a:p>
                      <a:pPr algn="l" fontAlgn="t">
                        <a:buNone/>
                      </a:pPr>
                      <a:r>
                        <a:rPr lang="en-US" sz="1800">
                          <a:effectLst/>
                        </a:rPr>
                        <a:t>Critical</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easily exploitable in all clusters by an unauthenticated remote attacker that leads to full system compromise.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199883463"/>
                  </a:ext>
                </a:extLst>
              </a:tr>
              <a:tr h="347861">
                <a:tc>
                  <a:txBody>
                    <a:bodyPr/>
                    <a:lstStyle/>
                    <a:p>
                      <a:pPr algn="l" fontAlgn="t">
                        <a:buNone/>
                      </a:pPr>
                      <a:r>
                        <a:rPr lang="en-US" sz="1800">
                          <a:effectLst/>
                        </a:rPr>
                        <a:t>High</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easily exploitable for many clusters that leads to loss of confidentiality, integrity, or availability.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269763969"/>
                  </a:ext>
                </a:extLst>
              </a:tr>
              <a:tr h="496944">
                <a:tc>
                  <a:txBody>
                    <a:bodyPr/>
                    <a:lstStyle/>
                    <a:p>
                      <a:pPr algn="l" fontAlgn="t">
                        <a:buNone/>
                      </a:pPr>
                      <a:r>
                        <a:rPr lang="en-US" sz="1800">
                          <a:effectLst/>
                        </a:rPr>
                        <a:t>Medium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 vulnerability exploitable for some clusters where loss of confidentiality, integrity, or availability is limited by common configurations, difficulty of the exploit itself, required access, or user interaction.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2702680"/>
                  </a:ext>
                </a:extLst>
              </a:tr>
              <a:tr h="198778">
                <a:tc>
                  <a:txBody>
                    <a:bodyPr/>
                    <a:lstStyle/>
                    <a:p>
                      <a:pPr algn="l" fontAlgn="t">
                        <a:buNone/>
                      </a:pPr>
                      <a:r>
                        <a:rPr lang="en-US" sz="1800">
                          <a:effectLst/>
                        </a:rPr>
                        <a:t>Low</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All other vulnerabilities. Exploitation is unlikely or consequences of exploitation are limited.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928508942"/>
                  </a:ext>
                </a:extLst>
              </a:tr>
            </a:tbl>
          </a:graphicData>
        </a:graphic>
      </p:graphicFrame>
      <p:sp>
        <p:nvSpPr>
          <p:cNvPr id="8" name="TextBox 7">
            <a:extLst>
              <a:ext uri="{FF2B5EF4-FFF2-40B4-BE49-F238E27FC236}">
                <a16:creationId xmlns:a16="http://schemas.microsoft.com/office/drawing/2014/main" id="{FF91DC5C-C5D5-BD5E-4BBC-286D6342B4A8}"/>
              </a:ext>
            </a:extLst>
          </p:cNvPr>
          <p:cNvSpPr txBox="1"/>
          <p:nvPr/>
        </p:nvSpPr>
        <p:spPr>
          <a:xfrm>
            <a:off x="387850" y="4995961"/>
            <a:ext cx="4256069" cy="338554"/>
          </a:xfrm>
          <a:prstGeom prst="rect">
            <a:avLst/>
          </a:prstGeom>
          <a:noFill/>
        </p:spPr>
        <p:txBody>
          <a:bodyPr wrap="square">
            <a:spAutoFit/>
          </a:bodyPr>
          <a:lstStyle/>
          <a:p>
            <a:r>
              <a:rPr lang="en-US" sz="1600" b="1"/>
              <a:t>Kubernetes vulnerability scoring system</a:t>
            </a:r>
          </a:p>
        </p:txBody>
      </p:sp>
    </p:spTree>
    <p:extLst>
      <p:ext uri="{BB962C8B-B14F-4D97-AF65-F5344CB8AC3E}">
        <p14:creationId xmlns:p14="http://schemas.microsoft.com/office/powerpoint/2010/main" val="240161987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9C2DA5-5308-3F24-CA60-094300E7A3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8A9BB4-F7AD-0E04-392D-7112EBFC2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4E9542-BF3F-DF78-2791-CEDBC2A37EA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Baseline</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79363150-8280-6536-B37A-ACFC28663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9C5C387-43C8-C692-F176-13A97168ADF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7701179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FF0838-3C71-0400-7685-F824BA8C9D5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80EE80-57F4-7C1E-81A7-1C6CD47BB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91EDF-7A9B-3518-693A-3568EA0FD4A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Containers Security Policy</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499C5107-3220-561C-FE99-7DB05D51F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A8A39B-C58C-D237-D3EA-B5F38785D384}"/>
              </a:ext>
            </a:extLst>
          </p:cNvPr>
          <p:cNvSpPr txBox="1"/>
          <p:nvPr/>
        </p:nvSpPr>
        <p:spPr>
          <a:xfrm>
            <a:off x="277402" y="1929282"/>
            <a:ext cx="11414726" cy="4656453"/>
          </a:xfrm>
          <a:prstGeom prst="rect">
            <a:avLst/>
          </a:prstGeom>
        </p:spPr>
        <p:txBody>
          <a:bodyPr vert="horz" lIns="91440" tIns="45720" rIns="91440" bIns="45720" rtlCol="0">
            <a:normAutofit/>
          </a:bodyPr>
          <a:lstStyle/>
          <a:p>
            <a:pPr marL="57150"/>
            <a:r>
              <a:rPr lang="en-US" sz="2400"/>
              <a:t>As described by the Confidential Computing Consortium (CCC), </a:t>
            </a:r>
          </a:p>
          <a:p>
            <a:pPr marL="57150"/>
            <a:r>
              <a:rPr lang="en-US" sz="2400"/>
              <a:t>"Confidential Computing is the protection of data in use by performing computation in a hardware-based, attested Trusted Execution Environment (TEE)." </a:t>
            </a:r>
          </a:p>
          <a:p>
            <a:pPr marL="57150"/>
            <a:endParaRPr lang="en-US" sz="2400"/>
          </a:p>
          <a:p>
            <a:pPr marL="57150"/>
            <a:r>
              <a:rPr lang="en-US" sz="2400"/>
              <a:t>AKS </a:t>
            </a:r>
            <a:r>
              <a:rPr lang="en-US" sz="2400" b="1"/>
              <a:t>Confidential Containers </a:t>
            </a:r>
            <a:r>
              <a:rPr lang="en-US" sz="2400"/>
              <a:t>are designed to protect Kubernetes pods data in use from unauthorized access from outside of these pods. Each pod is executed in a </a:t>
            </a:r>
            <a:r>
              <a:rPr lang="en-US" sz="2400" b="1"/>
              <a:t>Utility VM (UVM) </a:t>
            </a:r>
            <a:r>
              <a:rPr lang="en-US" sz="2400"/>
              <a:t>protected by the AMD SEV-SNP TEE by encrypting data in use and prevent access to the data by the Host Operating System (OS). </a:t>
            </a:r>
          </a:p>
          <a:p>
            <a:pPr marL="57150"/>
            <a:endParaRPr lang="en-US" sz="2400"/>
          </a:p>
          <a:p>
            <a:pPr marL="57150"/>
            <a:r>
              <a:rPr lang="en-US" sz="2400"/>
              <a:t>Microsoft engineers collaborated with the </a:t>
            </a:r>
            <a:r>
              <a:rPr lang="en-US" sz="2400" b="1"/>
              <a:t>Confidential Containers </a:t>
            </a:r>
            <a:r>
              <a:rPr lang="en-US" sz="2400"/>
              <a:t>(</a:t>
            </a:r>
            <a:r>
              <a:rPr lang="en-US" sz="2400" err="1"/>
              <a:t>CoCo</a:t>
            </a:r>
            <a:r>
              <a:rPr lang="en-US" sz="2400"/>
              <a:t>) and </a:t>
            </a:r>
            <a:r>
              <a:rPr lang="en-US" sz="2400" b="1"/>
              <a:t>Kata Containers</a:t>
            </a:r>
            <a:r>
              <a:rPr lang="en-US" sz="2400"/>
              <a:t> open-source communities on the design and implementation of the Confidential Containers.</a:t>
            </a:r>
          </a:p>
        </p:txBody>
      </p:sp>
    </p:spTree>
    <p:extLst>
      <p:ext uri="{BB962C8B-B14F-4D97-AF65-F5344CB8AC3E}">
        <p14:creationId xmlns:p14="http://schemas.microsoft.com/office/powerpoint/2010/main" val="24776464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D44CB7-47B7-2624-F34B-C5B5521C0E7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2397D9-EF84-75CC-8710-59B0EE00F9F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Confidential Containers Security Policy</a:t>
            </a:r>
          </a:p>
        </p:txBody>
      </p:sp>
      <p:pic>
        <p:nvPicPr>
          <p:cNvPr id="3" name="Picture 2" descr="Diagram of the AKS Confidential Containers security policy model.">
            <a:extLst>
              <a:ext uri="{FF2B5EF4-FFF2-40B4-BE49-F238E27FC236}">
                <a16:creationId xmlns:a16="http://schemas.microsoft.com/office/drawing/2014/main" id="{0DC5FB25-7985-0D25-C34C-C0DED68A0531}"/>
              </a:ext>
            </a:extLst>
          </p:cNvPr>
          <p:cNvPicPr>
            <a:picLocks noChangeAspect="1"/>
          </p:cNvPicPr>
          <p:nvPr/>
        </p:nvPicPr>
        <p:blipFill>
          <a:blip r:embed="rId3"/>
          <a:stretch>
            <a:fillRect/>
          </a:stretch>
        </p:blipFill>
        <p:spPr>
          <a:xfrm>
            <a:off x="4184183" y="205483"/>
            <a:ext cx="7764662" cy="6367022"/>
          </a:xfrm>
          <a:prstGeom prst="rect">
            <a:avLst/>
          </a:prstGeom>
        </p:spPr>
      </p:pic>
      <p:sp>
        <p:nvSpPr>
          <p:cNvPr id="4" name="Rectangle 3">
            <a:extLst>
              <a:ext uri="{FF2B5EF4-FFF2-40B4-BE49-F238E27FC236}">
                <a16:creationId xmlns:a16="http://schemas.microsoft.com/office/drawing/2014/main" id="{59EA2BE1-4662-2F3E-B62F-712A51E7DE39}"/>
              </a:ext>
            </a:extLst>
          </p:cNvPr>
          <p:cNvSpPr/>
          <p:nvPr/>
        </p:nvSpPr>
        <p:spPr>
          <a:xfrm>
            <a:off x="8418271" y="1273998"/>
            <a:ext cx="1177792" cy="472611"/>
          </a:xfrm>
          <a:prstGeom prst="rect">
            <a:avLst/>
          </a:prstGeom>
          <a:no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795458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4B4B87-9DA8-9CA9-7BB6-1915C2452A22}"/>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54C9920-5BC8-8043-1634-10FB56C7D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805FA3-2F83-AF5B-62BC-B6E876CF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0B14D18-980C-AD2E-6914-CD815FF95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F76A39-5774-DB29-9976-48F7A094F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49B054F-1F3D-E904-DC6D-B142C779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A9EE9A-6785-B5A8-9D87-EEDC9A0DAE7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Policy </a:t>
            </a:r>
            <a:br>
              <a:rPr lang="en-US" sz="4000" kern="1200">
                <a:solidFill>
                  <a:srgbClr val="FFFFFF"/>
                </a:solidFill>
                <a:latin typeface="+mj-lt"/>
                <a:ea typeface="+mj-ea"/>
                <a:cs typeface="+mj-cs"/>
              </a:rPr>
            </a:br>
            <a:r>
              <a:rPr lang="en-US" sz="4000" kern="1200">
                <a:solidFill>
                  <a:srgbClr val="FFFFFF"/>
                </a:solidFill>
                <a:latin typeface="+mj-lt"/>
                <a:ea typeface="+mj-ea"/>
                <a:cs typeface="+mj-cs"/>
              </a:rPr>
              <a:t>Contents</a:t>
            </a:r>
          </a:p>
        </p:txBody>
      </p:sp>
      <p:pic>
        <p:nvPicPr>
          <p:cNvPr id="6" name="Picture 5">
            <a:extLst>
              <a:ext uri="{FF2B5EF4-FFF2-40B4-BE49-F238E27FC236}">
                <a16:creationId xmlns:a16="http://schemas.microsoft.com/office/drawing/2014/main" id="{5D98CDE9-BD33-2A90-6DDE-DB98E8249304}"/>
              </a:ext>
            </a:extLst>
          </p:cNvPr>
          <p:cNvPicPr>
            <a:picLocks noChangeAspect="1"/>
          </p:cNvPicPr>
          <p:nvPr/>
        </p:nvPicPr>
        <p:blipFill>
          <a:blip r:embed="rId3"/>
          <a:stretch>
            <a:fillRect/>
          </a:stretch>
        </p:blipFill>
        <p:spPr>
          <a:xfrm>
            <a:off x="6096000" y="319330"/>
            <a:ext cx="4355454" cy="2585323"/>
          </a:xfrm>
          <a:prstGeom prst="rect">
            <a:avLst/>
          </a:prstGeom>
          <a:ln w="3175">
            <a:solidFill>
              <a:schemeClr val="tx1"/>
            </a:solidFill>
          </a:ln>
        </p:spPr>
      </p:pic>
      <p:sp>
        <p:nvSpPr>
          <p:cNvPr id="8" name="TextBox 7">
            <a:extLst>
              <a:ext uri="{FF2B5EF4-FFF2-40B4-BE49-F238E27FC236}">
                <a16:creationId xmlns:a16="http://schemas.microsoft.com/office/drawing/2014/main" id="{85F14FB2-DC2C-071F-AB45-3F3092A4D28D}"/>
              </a:ext>
            </a:extLst>
          </p:cNvPr>
          <p:cNvSpPr txBox="1"/>
          <p:nvPr/>
        </p:nvSpPr>
        <p:spPr>
          <a:xfrm>
            <a:off x="4495806" y="3437909"/>
            <a:ext cx="3552355" cy="2585323"/>
          </a:xfrm>
          <a:prstGeom prst="rect">
            <a:avLst/>
          </a:prstGeom>
          <a:noFill/>
          <a:ln w="3175">
            <a:solidFill>
              <a:schemeClr val="tx1"/>
            </a:solidFill>
          </a:ln>
        </p:spPr>
        <p:txBody>
          <a:bodyPr wrap="square">
            <a:spAutoFit/>
          </a:bodyPr>
          <a:lstStyle/>
          <a:p>
            <a:r>
              <a:rPr lang="en-US"/>
              <a:t>The security policy describes all the calls to agent’s </a:t>
            </a:r>
            <a:r>
              <a:rPr lang="en-US" err="1"/>
              <a:t>ttrpc</a:t>
            </a:r>
            <a:r>
              <a:rPr lang="en-US"/>
              <a:t> APIs (and the parameters of these API calls) that are expected for creating and managing the Confidential pod. </a:t>
            </a:r>
          </a:p>
          <a:p>
            <a:endParaRPr lang="en-US"/>
          </a:p>
          <a:p>
            <a:r>
              <a:rPr lang="en-US"/>
              <a:t>The policy document of each pod is a text file, using the Rego language. </a:t>
            </a:r>
          </a:p>
        </p:txBody>
      </p:sp>
      <p:sp>
        <p:nvSpPr>
          <p:cNvPr id="12" name="TextBox 11">
            <a:extLst>
              <a:ext uri="{FF2B5EF4-FFF2-40B4-BE49-F238E27FC236}">
                <a16:creationId xmlns:a16="http://schemas.microsoft.com/office/drawing/2014/main" id="{E74230B0-4FD0-E92E-95AC-57C76E5277A0}"/>
              </a:ext>
            </a:extLst>
          </p:cNvPr>
          <p:cNvSpPr txBox="1"/>
          <p:nvPr/>
        </p:nvSpPr>
        <p:spPr>
          <a:xfrm>
            <a:off x="8503225" y="4472878"/>
            <a:ext cx="3324070" cy="461665"/>
          </a:xfrm>
          <a:prstGeom prst="rect">
            <a:avLst/>
          </a:prstGeom>
          <a:solidFill>
            <a:srgbClr val="0070C0"/>
          </a:solidFill>
          <a:ln w="19050">
            <a:solidFill>
              <a:schemeClr val="tx2">
                <a:lumMod val="75000"/>
                <a:lumOff val="25000"/>
              </a:schemeClr>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Rules</a:t>
            </a:r>
          </a:p>
        </p:txBody>
      </p:sp>
      <p:sp>
        <p:nvSpPr>
          <p:cNvPr id="13" name="TextBox 12">
            <a:extLst>
              <a:ext uri="{FF2B5EF4-FFF2-40B4-BE49-F238E27FC236}">
                <a16:creationId xmlns:a16="http://schemas.microsoft.com/office/drawing/2014/main" id="{027EBA2C-B6F4-996A-6960-54380EA43FC9}"/>
              </a:ext>
            </a:extLst>
          </p:cNvPr>
          <p:cNvSpPr txBox="1"/>
          <p:nvPr/>
        </p:nvSpPr>
        <p:spPr>
          <a:xfrm>
            <a:off x="8503225" y="3622111"/>
            <a:ext cx="3324070" cy="461665"/>
          </a:xfrm>
          <a:prstGeom prst="rect">
            <a:avLst/>
          </a:prstGeom>
          <a:solidFill>
            <a:srgbClr val="00B050"/>
          </a:solidFill>
          <a:ln w="19050">
            <a:solidFill>
              <a:srgbClr val="00B05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uLnTx/>
                <a:uFillTx/>
                <a:latin typeface="Aptos" panose="02110004020202020204"/>
                <a:ea typeface="+mn-ea"/>
                <a:cs typeface="+mn-cs"/>
              </a:rPr>
              <a:t>Data</a:t>
            </a:r>
          </a:p>
        </p:txBody>
      </p:sp>
      <p:sp>
        <p:nvSpPr>
          <p:cNvPr id="14" name="TextBox 13">
            <a:extLst>
              <a:ext uri="{FF2B5EF4-FFF2-40B4-BE49-F238E27FC236}">
                <a16:creationId xmlns:a16="http://schemas.microsoft.com/office/drawing/2014/main" id="{D16377C2-6A25-DA62-73B7-84E4E89E5226}"/>
              </a:ext>
            </a:extLst>
          </p:cNvPr>
          <p:cNvSpPr txBox="1"/>
          <p:nvPr/>
        </p:nvSpPr>
        <p:spPr>
          <a:xfrm>
            <a:off x="8530975" y="5323645"/>
            <a:ext cx="3291144" cy="461665"/>
          </a:xfrm>
          <a:prstGeom prst="rect">
            <a:avLst/>
          </a:prstGeom>
          <a:solidFill>
            <a:srgbClr val="EE0000"/>
          </a:solidFill>
          <a:ln w="19050">
            <a:solidFill>
              <a:srgbClr val="EE0000"/>
            </a:solidFill>
          </a:ln>
        </p:spPr>
        <p:txBody>
          <a:bodyPr wrap="square">
            <a:spAutoFit/>
          </a:bodyPr>
          <a:lstStyle/>
          <a:p>
            <a:pPr algn="ctr"/>
            <a:r>
              <a:rPr lang="en-US" sz="2400" b="1">
                <a:solidFill>
                  <a:schemeClr val="bg1"/>
                </a:solidFill>
                <a:latin typeface="Aptos" panose="020B0004020202020204" pitchFamily="34" charset="0"/>
              </a:rPr>
              <a:t>Default values</a:t>
            </a:r>
          </a:p>
        </p:txBody>
      </p:sp>
    </p:spTree>
    <p:extLst>
      <p:ext uri="{BB962C8B-B14F-4D97-AF65-F5344CB8AC3E}">
        <p14:creationId xmlns:p14="http://schemas.microsoft.com/office/powerpoint/2010/main" val="293050339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7A60D-FD90-67FB-8609-7A5014AF49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F474E80-1FEE-3FFA-43AD-FD252D391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6F084CD-AA54-1B3F-84F2-0E8BB21CB0F6}"/>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5577F92-3A00-A7F9-E4FA-3091EE66847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Rego Policy Language</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310DB586-856C-8886-B553-9BF4223BF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56089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D0CE98-898D-F543-A607-9D407F9CCE9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C9C72F-67E0-D6A1-C2DE-A2D2DA660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86322-51D8-C634-EAED-519722EBAE1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Security Controls by Azure Policy</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57EFAA0-3116-99D6-8212-933F14FE6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8D2262-2771-47B9-499A-88D6B9AE27C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759430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A5808-220F-6CF6-A1D0-73F8AB7FCBC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F6B5A8A-949F-AD97-00C5-A0FAA2E45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D139F31B-C8CF-3E1B-FA1F-CD5EDF451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5D1E355D-D219-D1DD-E4F4-83E4F73BE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84B9DB-35FB-BC1F-9BE3-AEEFC1A53A5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Container Security</a:t>
            </a:r>
          </a:p>
        </p:txBody>
      </p:sp>
      <p:sp>
        <p:nvSpPr>
          <p:cNvPr id="13" name="Rectangle 12">
            <a:extLst>
              <a:ext uri="{FF2B5EF4-FFF2-40B4-BE49-F238E27FC236}">
                <a16:creationId xmlns:a16="http://schemas.microsoft.com/office/drawing/2014/main" id="{C75D472D-5271-1E4E-5947-6594573CFF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99149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2370D2-7E60-3471-345C-415504C5718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E3F915-96CA-148F-41D4-95E754F14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A609E-77A2-AC17-3CE7-4F7978F0E5F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Defender for Containers Overview</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EEE2DDF-282C-AB0A-9F77-C7811240B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D11F4A-BBA0-3D8B-DCB4-B020052336C4}"/>
              </a:ext>
            </a:extLst>
          </p:cNvPr>
          <p:cNvSpPr txBox="1"/>
          <p:nvPr/>
        </p:nvSpPr>
        <p:spPr>
          <a:xfrm>
            <a:off x="390418" y="2446214"/>
            <a:ext cx="11301710" cy="3855193"/>
          </a:xfrm>
          <a:prstGeom prst="rect">
            <a:avLst/>
          </a:prstGeom>
        </p:spPr>
        <p:txBody>
          <a:bodyPr vert="horz" lIns="91440" tIns="45720" rIns="91440" bIns="45720" rtlCol="0">
            <a:normAutofit/>
          </a:bodyPr>
          <a:lstStyle/>
          <a:p>
            <a:pPr marL="514350" indent="-457200">
              <a:lnSpc>
                <a:spcPct val="90000"/>
              </a:lnSpc>
              <a:spcBef>
                <a:spcPts val="600"/>
              </a:spcBef>
              <a:spcAft>
                <a:spcPts val="1200"/>
              </a:spcAft>
              <a:buFont typeface="Arial" panose="020B0604020202020204" pitchFamily="34" charset="0"/>
              <a:buChar char="•"/>
            </a:pPr>
            <a:r>
              <a:rPr lang="en-US" sz="2800"/>
              <a:t>Microsoft Defender for Containers is a cloud-native solution that enhances, monitors, and maintains the security of your containerized assets. </a:t>
            </a:r>
          </a:p>
          <a:p>
            <a:pPr marL="514350" indent="-457200">
              <a:lnSpc>
                <a:spcPct val="90000"/>
              </a:lnSpc>
              <a:spcBef>
                <a:spcPts val="600"/>
              </a:spcBef>
              <a:spcAft>
                <a:spcPts val="1200"/>
              </a:spcAft>
              <a:buFont typeface="Arial" panose="020B0604020202020204" pitchFamily="34" charset="0"/>
              <a:buChar char="•"/>
            </a:pPr>
            <a:r>
              <a:rPr lang="en-US" sz="2800"/>
              <a:t>These assets include Kubernetes clusters, nodes, workloads, registries, images, and more. It protects applications across </a:t>
            </a:r>
            <a:r>
              <a:rPr lang="en-US" sz="2800" err="1"/>
              <a:t>multicloud</a:t>
            </a:r>
            <a:r>
              <a:rPr lang="en-US" sz="2800"/>
              <a:t> and on-premises environments.</a:t>
            </a:r>
          </a:p>
        </p:txBody>
      </p:sp>
    </p:spTree>
    <p:extLst>
      <p:ext uri="{BB962C8B-B14F-4D97-AF65-F5344CB8AC3E}">
        <p14:creationId xmlns:p14="http://schemas.microsoft.com/office/powerpoint/2010/main" val="29130001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154B99-AEFD-F0D4-78AD-D25641D3A3CB}"/>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ED1BFA-F4EE-94B9-3263-198A2EC3B11C}"/>
              </a:ext>
            </a:extLst>
          </p:cNvPr>
          <p:cNvSpPr>
            <a:spLocks noGrp="1"/>
          </p:cNvSpPr>
          <p:nvPr>
            <p:ph type="title"/>
          </p:nvPr>
        </p:nvSpPr>
        <p:spPr>
          <a:xfrm>
            <a:off x="479394" y="1070800"/>
            <a:ext cx="3939688" cy="5583126"/>
          </a:xfrm>
        </p:spPr>
        <p:txBody>
          <a:bodyPr vert="horz" lIns="91440" tIns="45720" rIns="91440" bIns="45720" rtlCol="0" anchor="ctr">
            <a:normAutofit/>
          </a:bodyPr>
          <a:lstStyle/>
          <a:p>
            <a:pPr algn="r"/>
            <a:r>
              <a:rPr lang="en-US" sz="7400" kern="1200">
                <a:solidFill>
                  <a:schemeClr val="tx1"/>
                </a:solidFill>
                <a:latin typeface="+mj-lt"/>
                <a:ea typeface="+mj-ea"/>
                <a:cs typeface="+mj-cs"/>
              </a:rPr>
              <a:t>5 Core Domains of Container Security</a:t>
            </a:r>
          </a:p>
        </p:txBody>
      </p:sp>
      <p:cxnSp>
        <p:nvCxnSpPr>
          <p:cNvPr id="20" name="Straight Connector 1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4" name="TextBox 3">
            <a:extLst>
              <a:ext uri="{FF2B5EF4-FFF2-40B4-BE49-F238E27FC236}">
                <a16:creationId xmlns:a16="http://schemas.microsoft.com/office/drawing/2014/main" id="{091E8E8A-9B63-1BD0-2135-BAEF4111BD35}"/>
              </a:ext>
            </a:extLst>
          </p:cNvPr>
          <p:cNvGraphicFramePr/>
          <p:nvPr>
            <p:extLst>
              <p:ext uri="{D42A27DB-BD31-4B8C-83A1-F6EECF244321}">
                <p14:modId xmlns:p14="http://schemas.microsoft.com/office/powerpoint/2010/main" val="309152409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821950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BA1177-6CFF-695D-B855-91545CA0F0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C2FBF2-DCA5-9765-6705-434177A992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7624F7-3967-AA9B-CC69-E5C3447C349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F74E0BB-ABB5-76A7-F5BC-D78284D4C59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Defender for Containers Deployment Overview</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85847363-10C7-DFE6-E56E-210850475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61347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6B5FAC-B681-9B3B-659B-6FB65D2686A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39C915-D76B-FD19-B71C-4865C7794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F0375-D30A-1066-2D7E-11E0B5CE8D4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Containers Overview</a:t>
            </a:r>
          </a:p>
        </p:txBody>
      </p:sp>
      <p:sp>
        <p:nvSpPr>
          <p:cNvPr id="12" name="sketch line">
            <a:extLst>
              <a:ext uri="{FF2B5EF4-FFF2-40B4-BE49-F238E27FC236}">
                <a16:creationId xmlns:a16="http://schemas.microsoft.com/office/drawing/2014/main" id="{DD280555-C123-2991-595F-964182287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15652CA-C997-7BB8-96AB-F79C3272BA4F}"/>
              </a:ext>
            </a:extLst>
          </p:cNvPr>
          <p:cNvSpPr txBox="1"/>
          <p:nvPr/>
        </p:nvSpPr>
        <p:spPr>
          <a:xfrm>
            <a:off x="320040" y="2055813"/>
            <a:ext cx="11635740" cy="4391010"/>
          </a:xfrm>
          <a:prstGeom prst="rect">
            <a:avLst/>
          </a:prstGeom>
          <a:noFill/>
        </p:spPr>
        <p:txBody>
          <a:bodyPr wrap="square">
            <a:spAutoFit/>
          </a:bodyPr>
          <a:lstStyle/>
          <a:p>
            <a:pPr>
              <a:lnSpc>
                <a:spcPct val="90000"/>
              </a:lnSpc>
            </a:pPr>
            <a:r>
              <a:rPr lang="en-US" sz="2400"/>
              <a:t>The Confidential Containers preview is set to sunset in </a:t>
            </a:r>
            <a:r>
              <a:rPr lang="en-US" sz="2400" b="1"/>
              <a:t>March 2026</a:t>
            </a:r>
            <a:r>
              <a:rPr lang="en-US" sz="2400"/>
              <a:t>. </a:t>
            </a:r>
            <a:r>
              <a:rPr lang="en-US" sz="2400" b="1" u="sng">
                <a:highlight>
                  <a:srgbClr val="FFFF00"/>
                </a:highlight>
              </a:rPr>
              <a:t>After this date, customers with existing Confidential Container node pools should expect to see reduced functionality, and you won't be able to spin up any new nodes with the KataCcIsolation runtime</a:t>
            </a:r>
            <a:r>
              <a:rPr lang="en-US" sz="2400"/>
              <a:t>. Customers currently using Confidential Container node pools can continue using them as normal. If you want to move off Confidential Containers, consider the following alternatives:</a:t>
            </a:r>
          </a:p>
          <a:p>
            <a:pPr indent="-228600">
              <a:lnSpc>
                <a:spcPct val="90000"/>
              </a:lnSpc>
              <a:spcBef>
                <a:spcPts val="1200"/>
              </a:spcBef>
              <a:buFont typeface="Arial" panose="020B0604020202020204" pitchFamily="34" charset="0"/>
              <a:buChar char="•"/>
            </a:pPr>
            <a:r>
              <a:rPr lang="en-US" sz="2400" b="1" u="sng">
                <a:hlinkClick r:id="rId3"/>
              </a:rPr>
              <a:t>Confidential VMs on AKS</a:t>
            </a:r>
            <a:r>
              <a:rPr lang="en-US" sz="2400"/>
              <a:t>: Offers a similar hardware-based TEE that leverages AMD SEV-SNP security features, without the addition of per-VM isolation for workloads seen in Confidential Containers.</a:t>
            </a:r>
          </a:p>
          <a:p>
            <a:pPr indent="-228600">
              <a:lnSpc>
                <a:spcPct val="90000"/>
              </a:lnSpc>
              <a:spcBef>
                <a:spcPts val="1200"/>
              </a:spcBef>
              <a:buFont typeface="Arial" panose="020B0604020202020204" pitchFamily="34" charset="0"/>
              <a:buChar char="•"/>
            </a:pPr>
            <a:r>
              <a:rPr lang="en-US" sz="2400" b="1" u="sng">
                <a:hlinkClick r:id="rId4"/>
              </a:rPr>
              <a:t>Application enclave support</a:t>
            </a:r>
            <a:r>
              <a:rPr lang="en-US" sz="2400"/>
              <a:t>: Provides users with Intel SGX confidential computing VM nodes that support hardware-based, process-level container isolation through the Intel SGX trusted execution environment.</a:t>
            </a:r>
          </a:p>
        </p:txBody>
      </p:sp>
    </p:spTree>
    <p:extLst>
      <p:ext uri="{BB962C8B-B14F-4D97-AF65-F5344CB8AC3E}">
        <p14:creationId xmlns:p14="http://schemas.microsoft.com/office/powerpoint/2010/main" val="106860663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192EFA-BBF1-90E7-684A-F54449BAC68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8880DB-B526-DFB9-A89E-05F53BCFE3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4A383E-6569-B1D7-A5A6-EF5DAB12C38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Containers Overview</a:t>
            </a:r>
          </a:p>
        </p:txBody>
      </p:sp>
      <p:sp>
        <p:nvSpPr>
          <p:cNvPr id="12" name="sketch line">
            <a:extLst>
              <a:ext uri="{FF2B5EF4-FFF2-40B4-BE49-F238E27FC236}">
                <a16:creationId xmlns:a16="http://schemas.microsoft.com/office/drawing/2014/main" id="{6BFAA5E0-284F-1EB3-2AD5-264E12783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B486DB-090B-E5F0-B580-8B1E7C655C3A}"/>
              </a:ext>
            </a:extLst>
          </p:cNvPr>
          <p:cNvSpPr txBox="1"/>
          <p:nvPr/>
        </p:nvSpPr>
        <p:spPr>
          <a:xfrm>
            <a:off x="320040" y="2055813"/>
            <a:ext cx="11635740" cy="3061416"/>
          </a:xfrm>
          <a:prstGeom prst="rect">
            <a:avLst/>
          </a:prstGeom>
          <a:noFill/>
        </p:spPr>
        <p:txBody>
          <a:bodyPr wrap="square">
            <a:spAutoFit/>
          </a:bodyPr>
          <a:lstStyle/>
          <a:p>
            <a:pPr indent="-228600">
              <a:lnSpc>
                <a:spcPct val="90000"/>
              </a:lnSpc>
              <a:spcBef>
                <a:spcPts val="1200"/>
              </a:spcBef>
              <a:buFont typeface="Arial" panose="020B0604020202020204" pitchFamily="34" charset="0"/>
              <a:buChar char="•"/>
            </a:pPr>
            <a:r>
              <a:rPr lang="en-US" sz="2400" b="1" u="sng">
                <a:hlinkClick r:id="rId3"/>
              </a:rPr>
              <a:t>Confidential Containers on Azure Container Instances</a:t>
            </a:r>
            <a:r>
              <a:rPr lang="en-US" sz="2400"/>
              <a:t>: Allows for lift-and-shift deployments on containers backed by AMD SEV-SNP. Functionality includes performing full guest attestation, access to </a:t>
            </a:r>
            <a:r>
              <a:rPr lang="en-US" sz="2400" err="1"/>
              <a:t>toolings</a:t>
            </a:r>
            <a:r>
              <a:rPr lang="en-US" sz="2400"/>
              <a:t> to generate policies, and utilizing sidecar containers for secure key releases. ACI nodes can be run on AKS via </a:t>
            </a:r>
            <a:r>
              <a:rPr lang="en-US" sz="2400" b="1" u="sng">
                <a:hlinkClick r:id="rId4"/>
              </a:rPr>
              <a:t>virtual nodes</a:t>
            </a:r>
            <a:r>
              <a:rPr lang="en-US" sz="2400"/>
              <a:t>.</a:t>
            </a:r>
          </a:p>
          <a:p>
            <a:pPr indent="-228600">
              <a:lnSpc>
                <a:spcPct val="90000"/>
              </a:lnSpc>
              <a:spcBef>
                <a:spcPts val="1200"/>
              </a:spcBef>
              <a:buFont typeface="Arial" panose="020B0604020202020204" pitchFamily="34" charset="0"/>
              <a:buChar char="•"/>
            </a:pPr>
            <a:r>
              <a:rPr lang="en-US" sz="2400" b="1" u="sng">
                <a:hlinkClick r:id="rId5"/>
              </a:rPr>
              <a:t>Azure RedHat OpenShift Confidential Containers</a:t>
            </a:r>
            <a:r>
              <a:rPr lang="en-US" sz="2400"/>
              <a:t>: Offers a similar AMD SEV-SNP backed TEE and utilizes the Kata runtime for per-container level isolation.</a:t>
            </a:r>
          </a:p>
          <a:p>
            <a:pPr indent="-228600">
              <a:lnSpc>
                <a:spcPct val="90000"/>
              </a:lnSpc>
              <a:spcBef>
                <a:spcPts val="1200"/>
              </a:spcBef>
              <a:buFont typeface="Arial" panose="020B0604020202020204" pitchFamily="34" charset="0"/>
              <a:buChar char="•"/>
            </a:pPr>
            <a:r>
              <a:rPr lang="en-US" sz="2400" b="1" u="sng">
                <a:hlinkClick r:id="rId6"/>
              </a:rPr>
              <a:t>Open source Confidential Containers</a:t>
            </a:r>
            <a:r>
              <a:rPr lang="en-US" sz="2400"/>
              <a:t>: Gives a similar AMD SEV-SNP backed TEE that comes with per-container isolation through Kata.</a:t>
            </a:r>
          </a:p>
        </p:txBody>
      </p:sp>
    </p:spTree>
    <p:extLst>
      <p:ext uri="{BB962C8B-B14F-4D97-AF65-F5344CB8AC3E}">
        <p14:creationId xmlns:p14="http://schemas.microsoft.com/office/powerpoint/2010/main" val="128123128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B642-2141-6EA4-0CC4-75107C005627}"/>
              </a:ext>
            </a:extLst>
          </p:cNvPr>
          <p:cNvSpPr>
            <a:spLocks noGrp="1"/>
          </p:cNvSpPr>
          <p:nvPr>
            <p:ph type="title"/>
          </p:nvPr>
        </p:nvSpPr>
        <p:spPr/>
        <p:txBody>
          <a:bodyPr/>
          <a:lstStyle/>
          <a:p>
            <a:r>
              <a:rPr lang="en-US"/>
              <a:t>Confidential Computing</a:t>
            </a:r>
          </a:p>
        </p:txBody>
      </p:sp>
      <p:sp>
        <p:nvSpPr>
          <p:cNvPr id="3" name="Content Placeholder 2">
            <a:extLst>
              <a:ext uri="{FF2B5EF4-FFF2-40B4-BE49-F238E27FC236}">
                <a16:creationId xmlns:a16="http://schemas.microsoft.com/office/drawing/2014/main" id="{3F2C9DA4-85EB-9F8F-5433-A6D045CA24E2}"/>
              </a:ext>
            </a:extLst>
          </p:cNvPr>
          <p:cNvSpPr>
            <a:spLocks noGrp="1"/>
          </p:cNvSpPr>
          <p:nvPr>
            <p:ph idx="1"/>
          </p:nvPr>
        </p:nvSpPr>
        <p:spPr>
          <a:xfrm>
            <a:off x="92364" y="1450108"/>
            <a:ext cx="11261436" cy="5618511"/>
          </a:xfrm>
        </p:spPr>
        <p:txBody>
          <a:bodyPr>
            <a:normAutofit lnSpcReduction="10000"/>
          </a:bodyPr>
          <a:lstStyle/>
          <a:p>
            <a:pPr marL="0" indent="0">
              <a:buNone/>
            </a:pPr>
            <a:r>
              <a:rPr lang="en-US" sz="2000" err="1"/>
              <a:t>Quickstart</a:t>
            </a:r>
            <a:r>
              <a:rPr lang="en-US" sz="2000"/>
              <a:t>: Deploy an AKS cluster with confidential computing Intel SGX agent nodes by using the Azure CLI</a:t>
            </a:r>
          </a:p>
          <a:p>
            <a:pPr marL="0" indent="0">
              <a:buNone/>
            </a:pPr>
            <a:r>
              <a:rPr lang="en-US" sz="2000"/>
              <a:t>https://learn.microsoft.com/en-us/azure/confidential-computing/confidential-enclave-nodes-aks-get-started</a:t>
            </a:r>
          </a:p>
          <a:p>
            <a:pPr marL="0" indent="0">
              <a:buNone/>
            </a:pPr>
            <a:endParaRPr lang="en-US" sz="2000"/>
          </a:p>
          <a:p>
            <a:pPr marL="0" indent="0">
              <a:buNone/>
            </a:pPr>
            <a:r>
              <a:rPr lang="en-US" sz="2000"/>
              <a:t>Enclave Aware Containers with Intel SGX</a:t>
            </a:r>
          </a:p>
          <a:p>
            <a:pPr marL="0" indent="0">
              <a:buNone/>
            </a:pPr>
            <a:r>
              <a:rPr lang="en-US" sz="2000"/>
              <a:t>https://learn.microsoft.com/en-us/azure/confidential-computing/enclave-aware-containers</a:t>
            </a:r>
          </a:p>
          <a:p>
            <a:pPr marL="0" indent="0">
              <a:buNone/>
            </a:pPr>
            <a:endParaRPr lang="en-US" sz="2000"/>
          </a:p>
          <a:p>
            <a:pPr marL="0" indent="0">
              <a:buNone/>
            </a:pPr>
            <a:r>
              <a:rPr lang="en-US" sz="2000"/>
              <a:t>Confidential computing plugin for Confidential VMs</a:t>
            </a:r>
          </a:p>
          <a:p>
            <a:pPr marL="0" indent="0">
              <a:buNone/>
            </a:pPr>
            <a:r>
              <a:rPr lang="en-US" sz="2000">
                <a:hlinkClick r:id="rId2"/>
              </a:rPr>
              <a:t>https://learn.microsoft.com/en-us/azure/confidential-computing/confidential-nodes-aks-addon</a:t>
            </a:r>
            <a:endParaRPr lang="en-US" sz="2000"/>
          </a:p>
          <a:p>
            <a:pPr marL="0" indent="0">
              <a:buNone/>
            </a:pPr>
            <a:endParaRPr lang="en-US" sz="2000"/>
          </a:p>
          <a:p>
            <a:pPr marL="0" indent="0">
              <a:buNone/>
            </a:pPr>
            <a:r>
              <a:rPr lang="en-US" sz="2000"/>
              <a:t>AMD SEV-SNP confidential VM nodes are now generally available in AKS</a:t>
            </a:r>
          </a:p>
          <a:p>
            <a:pPr marL="0" indent="0">
              <a:buNone/>
            </a:pPr>
            <a:r>
              <a:rPr lang="en-US" sz="2000">
                <a:hlinkClick r:id="rId3"/>
              </a:rPr>
              <a:t>https://techcommunity.microsoft.com/blog/azureconfidentialcomputingblog/amd-sev-snp-confidential-vm-nodes-are-now-generally-available-in-aks/3649065</a:t>
            </a:r>
            <a:r>
              <a:rPr lang="en-US" sz="2000"/>
              <a:t> </a:t>
            </a:r>
          </a:p>
          <a:p>
            <a:pPr marL="0" indent="0">
              <a:buNone/>
            </a:pPr>
            <a:r>
              <a:rPr lang="en-US" sz="2000"/>
              <a:t>Application enclaves</a:t>
            </a:r>
          </a:p>
          <a:p>
            <a:pPr marL="0" indent="0">
              <a:buNone/>
            </a:pPr>
            <a:r>
              <a:rPr lang="en-US" sz="2000">
                <a:hlinkClick r:id="rId4"/>
              </a:rPr>
              <a:t>https://learn.microsoft.com/en-us/azure/confidential-computing/application-development</a:t>
            </a:r>
            <a:r>
              <a:rPr lang="en-US" sz="2000"/>
              <a:t> </a:t>
            </a:r>
          </a:p>
          <a:p>
            <a:pPr marL="0" indent="0">
              <a:buNone/>
            </a:pPr>
            <a:endParaRPr lang="en-US" sz="2000"/>
          </a:p>
        </p:txBody>
      </p:sp>
    </p:spTree>
    <p:extLst>
      <p:ext uri="{BB962C8B-B14F-4D97-AF65-F5344CB8AC3E}">
        <p14:creationId xmlns:p14="http://schemas.microsoft.com/office/powerpoint/2010/main" val="231036398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F2540B-F980-1704-880E-142215BC2BE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B82FA1-063B-D0B3-1043-D6FD50770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3255CB-D148-FE27-E8D2-B3D943DF0EB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Confidential VM node pool support on AKS with AMD SEV-SNP confidential VMs</a:t>
            </a:r>
          </a:p>
        </p:txBody>
      </p:sp>
      <p:sp>
        <p:nvSpPr>
          <p:cNvPr id="12" name="sketch line">
            <a:extLst>
              <a:ext uri="{FF2B5EF4-FFF2-40B4-BE49-F238E27FC236}">
                <a16:creationId xmlns:a16="http://schemas.microsoft.com/office/drawing/2014/main" id="{493C123E-ED60-EF5C-C861-0D07F1DC2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98703F8-B1EC-1284-0EB7-31E9A6531379}"/>
              </a:ext>
            </a:extLst>
          </p:cNvPr>
          <p:cNvSpPr txBox="1"/>
          <p:nvPr/>
        </p:nvSpPr>
        <p:spPr>
          <a:xfrm>
            <a:off x="669036" y="2258090"/>
            <a:ext cx="10997100" cy="1569660"/>
          </a:xfrm>
          <a:prstGeom prst="rect">
            <a:avLst/>
          </a:prstGeom>
          <a:noFill/>
        </p:spPr>
        <p:txBody>
          <a:bodyPr wrap="square">
            <a:spAutoFit/>
          </a:bodyPr>
          <a:lstStyle/>
          <a:p>
            <a:r>
              <a:rPr lang="en-US" sz="2400"/>
              <a:t>AKS now supports confidential VM node pools with Azure confidential VMs. These confidential VMs are the generally available DCasv5 and ECasv5 confidential VM-series utilizing 3rd Gen AMD EPYCTM processors with Secure Encrypted Virtualization-Secure Nested Paging (SEV-SNP) security features. </a:t>
            </a:r>
          </a:p>
        </p:txBody>
      </p:sp>
    </p:spTree>
    <p:extLst>
      <p:ext uri="{BB962C8B-B14F-4D97-AF65-F5344CB8AC3E}">
        <p14:creationId xmlns:p14="http://schemas.microsoft.com/office/powerpoint/2010/main" val="19984515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C2B979-AF8D-C8FB-F906-631D46B4EE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A774705-FB41-0712-0547-6D83C904B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4E9791-456F-9A5E-6069-51DDB09A32B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Application enclave support with Intel SGX based confidential computing nodes on AKS</a:t>
            </a:r>
          </a:p>
        </p:txBody>
      </p:sp>
      <p:sp>
        <p:nvSpPr>
          <p:cNvPr id="12" name="sketch line">
            <a:extLst>
              <a:ext uri="{FF2B5EF4-FFF2-40B4-BE49-F238E27FC236}">
                <a16:creationId xmlns:a16="http://schemas.microsoft.com/office/drawing/2014/main" id="{62C84C42-7D5B-600F-BEAA-E0544E7EA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1DE4449-0C4A-22B6-37C1-1C47C4481620}"/>
              </a:ext>
            </a:extLst>
          </p:cNvPr>
          <p:cNvSpPr txBox="1"/>
          <p:nvPr/>
        </p:nvSpPr>
        <p:spPr>
          <a:xfrm>
            <a:off x="669036" y="2258090"/>
            <a:ext cx="11288502" cy="3200876"/>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sz="2400"/>
              <a:t>Azure Kubernetes Service (AKS) supports adding Intel SGX confidential computing VM nodes as agent pools in a cluster. </a:t>
            </a:r>
          </a:p>
          <a:p>
            <a:pPr marL="342900" indent="-342900">
              <a:spcAft>
                <a:spcPts val="600"/>
              </a:spcAft>
              <a:buFont typeface="Arial" panose="020B0604020202020204" pitchFamily="34" charset="0"/>
              <a:buChar char="•"/>
            </a:pPr>
            <a:r>
              <a:rPr lang="en-US" sz="2400"/>
              <a:t>These nodes allow you to run sensitive workloads within a hardware-based TEE. TEEs allow user-level code from containers to allocate private regions of memory to execute the code with CPU directly. </a:t>
            </a:r>
          </a:p>
          <a:p>
            <a:pPr marL="342900" indent="-342900">
              <a:buFont typeface="Arial" panose="020B0604020202020204" pitchFamily="34" charset="0"/>
              <a:buChar char="•"/>
            </a:pPr>
            <a:r>
              <a:rPr lang="en-US" sz="2400"/>
              <a:t>These private memory regions that execute directly with CPU are called enclaves. Enclaves help protect the data confidentiality, data integrity and code integrity from other processes running on the same nodes, as well as Azure operator. </a:t>
            </a:r>
          </a:p>
        </p:txBody>
      </p:sp>
    </p:spTree>
    <p:extLst>
      <p:ext uri="{BB962C8B-B14F-4D97-AF65-F5344CB8AC3E}">
        <p14:creationId xmlns:p14="http://schemas.microsoft.com/office/powerpoint/2010/main" val="192662528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9FD2E0-5BF2-BD9B-D9EB-C4894E1DD13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0E9AE1-33F4-7D18-B5FC-830C3631E9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4AE300-C3FA-174E-DC87-A762B31EB93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Application enclave support with Intel SGX based confidential computing nodes on AKS</a:t>
            </a:r>
          </a:p>
        </p:txBody>
      </p:sp>
      <p:sp>
        <p:nvSpPr>
          <p:cNvPr id="12" name="sketch line">
            <a:extLst>
              <a:ext uri="{FF2B5EF4-FFF2-40B4-BE49-F238E27FC236}">
                <a16:creationId xmlns:a16="http://schemas.microsoft.com/office/drawing/2014/main" id="{D13CFDE4-7179-AEE1-3E65-CA940682A1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CB98725-4101-84EC-D978-E5D821C76535}"/>
              </a:ext>
            </a:extLst>
          </p:cNvPr>
          <p:cNvSpPr txBox="1"/>
          <p:nvPr/>
        </p:nvSpPr>
        <p:spPr>
          <a:xfrm>
            <a:off x="669036" y="2258090"/>
            <a:ext cx="11328696" cy="2831544"/>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sz="2400"/>
              <a:t>The Intel SGX execution model also removes the intermediate layers of Guest OS, Host OS and Hypervisor thus reducing the attack surface area. </a:t>
            </a:r>
          </a:p>
          <a:p>
            <a:pPr marL="342900" indent="-342900">
              <a:spcAft>
                <a:spcPts val="600"/>
              </a:spcAft>
              <a:buFont typeface="Arial" panose="020B0604020202020204" pitchFamily="34" charset="0"/>
              <a:buChar char="•"/>
            </a:pPr>
            <a:r>
              <a:rPr lang="en-US" sz="2400"/>
              <a:t>The hardware based per container isolated execution model in a node allows applications to directly execute with the CPU, while keeping the special block of memory encrypted per container. </a:t>
            </a:r>
          </a:p>
          <a:p>
            <a:pPr marL="342900" indent="-342900">
              <a:buFont typeface="Arial" panose="020B0604020202020204" pitchFamily="34" charset="0"/>
              <a:buChar char="•"/>
            </a:pPr>
            <a:r>
              <a:rPr lang="en-US" sz="2400"/>
              <a:t>Confidential computing nodes with confidential containers are a great addition to your zero-trust, security planning and defense-in-depth container strategy.</a:t>
            </a:r>
          </a:p>
        </p:txBody>
      </p:sp>
    </p:spTree>
    <p:extLst>
      <p:ext uri="{BB962C8B-B14F-4D97-AF65-F5344CB8AC3E}">
        <p14:creationId xmlns:p14="http://schemas.microsoft.com/office/powerpoint/2010/main" val="328416661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5D9C2D-0E00-E4C1-F53D-586C54AD53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B236ECE-CA6E-0642-47DD-A1B9EC6AE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E68DFA-9F4D-684A-8700-A75935CC92E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FF07DF9-2609-8983-50BE-04B59F04EFA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Intel SGX Demo</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C151F62F-2293-2ED3-BBC3-83BF0BE3E8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41446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4F0A09-FB73-FD7B-66C5-3076D65144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5C28E3-64F1-9163-F785-0F91BE1E0B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3E9B17B-0F72-5F03-F8C1-A9256FAFE5F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5D92544-64D4-B754-44E9-FC2F9D0DB586}"/>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AMD SVE-SNP Demo</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0B517738-49D2-ECA7-56EF-5E9887BD1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41500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90A599-BC58-AF48-7BBB-AD77EB57F2A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EF7529A-3AEA-7E63-3200-A998B1EF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6F2D7BD8-FB23-275C-0526-A205AD4FD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F730528-57D9-454B-0B3D-FD5251C19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D22FFF-226F-6940-DBC4-0B5019F7DB60}"/>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Image Security</a:t>
            </a:r>
          </a:p>
        </p:txBody>
      </p:sp>
      <p:sp>
        <p:nvSpPr>
          <p:cNvPr id="13" name="Rectangle 12">
            <a:extLst>
              <a:ext uri="{FF2B5EF4-FFF2-40B4-BE49-F238E27FC236}">
                <a16:creationId xmlns:a16="http://schemas.microsoft.com/office/drawing/2014/main" id="{3353804F-BD6C-391D-FBA9-D1569421E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027717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0AB95-D975-29BC-B629-2BFAD8E412E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B9CD5A-D88F-7921-62A5-2444BEA09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34B7BC-1135-4AEA-F562-70ABA73F778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Container Image Management Best Practices</a:t>
            </a:r>
          </a:p>
        </p:txBody>
      </p:sp>
      <p:sp>
        <p:nvSpPr>
          <p:cNvPr id="12" name="sketch line">
            <a:extLst>
              <a:ext uri="{FF2B5EF4-FFF2-40B4-BE49-F238E27FC236}">
                <a16:creationId xmlns:a16="http://schemas.microsoft.com/office/drawing/2014/main" id="{8C9B938F-4718-05F4-0C7C-106854DA5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FC363F-D4BB-BFE4-D61A-79A979DA80B0}"/>
              </a:ext>
            </a:extLst>
          </p:cNvPr>
          <p:cNvSpPr txBox="1"/>
          <p:nvPr/>
        </p:nvSpPr>
        <p:spPr>
          <a:xfrm>
            <a:off x="125730" y="2183324"/>
            <a:ext cx="11978640"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Container and container image security is a major priority when developing and running applications in Azure Kubernetes Service (AKS). </a:t>
            </a:r>
          </a:p>
          <a:p>
            <a:pPr marL="285750" indent="-228600">
              <a:lnSpc>
                <a:spcPct val="90000"/>
              </a:lnSpc>
              <a:spcBef>
                <a:spcPts val="600"/>
              </a:spcBef>
              <a:spcAft>
                <a:spcPts val="1200"/>
              </a:spcAft>
              <a:buFont typeface="Arial" panose="020B0604020202020204" pitchFamily="34" charset="0"/>
              <a:buChar char="•"/>
            </a:pPr>
            <a:r>
              <a:rPr lang="en-US" sz="2800"/>
              <a:t>Containers with </a:t>
            </a:r>
            <a:r>
              <a:rPr lang="en-US" sz="2800" b="1"/>
              <a:t>outdated base images</a:t>
            </a:r>
            <a:r>
              <a:rPr lang="en-US" sz="2800"/>
              <a:t> or </a:t>
            </a:r>
            <a:r>
              <a:rPr lang="en-US" sz="2800" b="1"/>
              <a:t>unpatched application runtimes </a:t>
            </a:r>
            <a:r>
              <a:rPr lang="en-US" sz="2800"/>
              <a:t>introduce security risks and possible attack vectors. </a:t>
            </a:r>
          </a:p>
          <a:p>
            <a:pPr marL="285750" indent="-228600">
              <a:lnSpc>
                <a:spcPct val="90000"/>
              </a:lnSpc>
              <a:spcBef>
                <a:spcPts val="600"/>
              </a:spcBef>
              <a:spcAft>
                <a:spcPts val="1200"/>
              </a:spcAft>
              <a:buFont typeface="Arial" panose="020B0604020202020204" pitchFamily="34" charset="0"/>
              <a:buChar char="•"/>
            </a:pPr>
            <a:r>
              <a:rPr lang="en-US" sz="2800"/>
              <a:t>You can minimize these risks by integrating and </a:t>
            </a:r>
            <a:r>
              <a:rPr lang="en-US" sz="2800" b="1"/>
              <a:t>running</a:t>
            </a:r>
            <a:r>
              <a:rPr lang="en-US" sz="2800"/>
              <a:t> </a:t>
            </a:r>
            <a:r>
              <a:rPr lang="en-US" sz="2800" b="1"/>
              <a:t>scan</a:t>
            </a:r>
            <a:r>
              <a:rPr lang="en-US" sz="2800"/>
              <a:t> and </a:t>
            </a:r>
            <a:r>
              <a:rPr lang="en-US" sz="2800" b="1"/>
              <a:t>remediation</a:t>
            </a:r>
            <a:r>
              <a:rPr lang="en-US" sz="2800"/>
              <a:t> tools in your containers at build and runtime. </a:t>
            </a:r>
          </a:p>
          <a:p>
            <a:pPr marL="285750" indent="-228600">
              <a:lnSpc>
                <a:spcPct val="90000"/>
              </a:lnSpc>
              <a:spcBef>
                <a:spcPts val="600"/>
              </a:spcBef>
              <a:spcAft>
                <a:spcPts val="1200"/>
              </a:spcAft>
              <a:buFont typeface="Arial" panose="020B0604020202020204" pitchFamily="34" charset="0"/>
              <a:buChar char="•"/>
            </a:pPr>
            <a:r>
              <a:rPr lang="en-US" sz="2800"/>
              <a:t>The earlier you catch the vulnerability or outdated base image, the more secure your application is.</a:t>
            </a:r>
          </a:p>
        </p:txBody>
      </p:sp>
    </p:spTree>
    <p:extLst>
      <p:ext uri="{BB962C8B-B14F-4D97-AF65-F5344CB8AC3E}">
        <p14:creationId xmlns:p14="http://schemas.microsoft.com/office/powerpoint/2010/main" val="29153959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494636-2B51-11B2-E696-58E2B4ACC93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0366F4-81B1-F265-B102-91C7200DD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8C2008-B9FD-F515-670D-D3A99B922C6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Secure the Images and Runtime</a:t>
            </a:r>
          </a:p>
        </p:txBody>
      </p:sp>
      <p:sp>
        <p:nvSpPr>
          <p:cNvPr id="12" name="sketch line">
            <a:extLst>
              <a:ext uri="{FF2B5EF4-FFF2-40B4-BE49-F238E27FC236}">
                <a16:creationId xmlns:a16="http://schemas.microsoft.com/office/drawing/2014/main" id="{D9744DDB-D86D-6CE1-A3A2-3C9A16BFE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can and remediate container images, validate, and deploy">
            <a:extLst>
              <a:ext uri="{FF2B5EF4-FFF2-40B4-BE49-F238E27FC236}">
                <a16:creationId xmlns:a16="http://schemas.microsoft.com/office/drawing/2014/main" id="{851D5C23-ADE7-0111-BE21-8D19AF66D9A8}"/>
              </a:ext>
            </a:extLst>
          </p:cNvPr>
          <p:cNvPicPr>
            <a:picLocks noChangeAspect="1"/>
          </p:cNvPicPr>
          <p:nvPr/>
        </p:nvPicPr>
        <p:blipFill>
          <a:blip r:embed="rId3"/>
          <a:stretch>
            <a:fillRect/>
          </a:stretch>
        </p:blipFill>
        <p:spPr>
          <a:xfrm>
            <a:off x="5061585" y="2173354"/>
            <a:ext cx="6915060" cy="3419654"/>
          </a:xfrm>
          <a:prstGeom prst="rect">
            <a:avLst/>
          </a:prstGeom>
        </p:spPr>
      </p:pic>
      <p:sp>
        <p:nvSpPr>
          <p:cNvPr id="6" name="TextBox 5">
            <a:extLst>
              <a:ext uri="{FF2B5EF4-FFF2-40B4-BE49-F238E27FC236}">
                <a16:creationId xmlns:a16="http://schemas.microsoft.com/office/drawing/2014/main" id="{69CED3A3-3754-354D-CE02-C4CEEF7F65D3}"/>
              </a:ext>
            </a:extLst>
          </p:cNvPr>
          <p:cNvSpPr txBox="1"/>
          <p:nvPr/>
        </p:nvSpPr>
        <p:spPr>
          <a:xfrm>
            <a:off x="180023" y="2025088"/>
            <a:ext cx="4701539" cy="2554545"/>
          </a:xfrm>
          <a:prstGeom prst="rect">
            <a:avLst/>
          </a:prstGeom>
          <a:noFill/>
        </p:spPr>
        <p:txBody>
          <a:bodyPr wrap="square">
            <a:spAutoFit/>
          </a:bodyPr>
          <a:lstStyle/>
          <a:p>
            <a:pPr>
              <a:spcAft>
                <a:spcPts val="600"/>
              </a:spcAft>
            </a:pPr>
            <a:r>
              <a:rPr lang="en-US" sz="2000" b="1"/>
              <a:t>Best Practice</a:t>
            </a:r>
          </a:p>
          <a:p>
            <a:pPr marL="285750" indent="-285750">
              <a:spcAft>
                <a:spcPts val="600"/>
              </a:spcAft>
              <a:buFont typeface="Arial" panose="020B0604020202020204" pitchFamily="34" charset="0"/>
              <a:buChar char="•"/>
            </a:pPr>
            <a:r>
              <a:rPr lang="en-US" sz="2000"/>
              <a:t>Scan your container images for vulnerabilities.</a:t>
            </a:r>
          </a:p>
          <a:p>
            <a:pPr marL="285750" indent="-285750">
              <a:spcAft>
                <a:spcPts val="600"/>
              </a:spcAft>
              <a:buFont typeface="Arial" panose="020B0604020202020204" pitchFamily="34" charset="0"/>
              <a:buChar char="•"/>
            </a:pPr>
            <a:r>
              <a:rPr lang="en-US" sz="2000"/>
              <a:t>Only deploy validated images.</a:t>
            </a:r>
          </a:p>
          <a:p>
            <a:pPr marL="285750" indent="-285750">
              <a:spcAft>
                <a:spcPts val="600"/>
              </a:spcAft>
              <a:buFont typeface="Arial" panose="020B0604020202020204" pitchFamily="34" charset="0"/>
              <a:buChar char="•"/>
            </a:pPr>
            <a:r>
              <a:rPr lang="en-US" sz="2000"/>
              <a:t>Regularly update the base images and application runtime.</a:t>
            </a:r>
          </a:p>
          <a:p>
            <a:pPr marL="285750" indent="-285750">
              <a:spcAft>
                <a:spcPts val="600"/>
              </a:spcAft>
              <a:buFont typeface="Arial" panose="020B0604020202020204" pitchFamily="34" charset="0"/>
              <a:buChar char="•"/>
            </a:pPr>
            <a:r>
              <a:rPr lang="en-US" sz="2000"/>
              <a:t>Redeploy workloads in the AKS cluster.</a:t>
            </a:r>
          </a:p>
        </p:txBody>
      </p:sp>
    </p:spTree>
    <p:extLst>
      <p:ext uri="{BB962C8B-B14F-4D97-AF65-F5344CB8AC3E}">
        <p14:creationId xmlns:p14="http://schemas.microsoft.com/office/powerpoint/2010/main" val="58472132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D237F0-1D3D-6578-3D05-60C4E3EB444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CB1BDB-E5D7-3932-3B9D-09D1C14FA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5D4A4D-B7AF-ACA0-81A8-5DA379C8E67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Secure the Images and Runtime</a:t>
            </a:r>
          </a:p>
        </p:txBody>
      </p:sp>
      <p:sp>
        <p:nvSpPr>
          <p:cNvPr id="12" name="sketch line">
            <a:extLst>
              <a:ext uri="{FF2B5EF4-FFF2-40B4-BE49-F238E27FC236}">
                <a16:creationId xmlns:a16="http://schemas.microsoft.com/office/drawing/2014/main" id="{89D7EE41-1CBC-E962-9EDC-6FA6F7B62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can and remediate container images, validate, and deploy">
            <a:extLst>
              <a:ext uri="{FF2B5EF4-FFF2-40B4-BE49-F238E27FC236}">
                <a16:creationId xmlns:a16="http://schemas.microsoft.com/office/drawing/2014/main" id="{54374B05-24CF-A5D2-7974-2D75439F8BF6}"/>
              </a:ext>
            </a:extLst>
          </p:cNvPr>
          <p:cNvPicPr>
            <a:picLocks noChangeAspect="1"/>
          </p:cNvPicPr>
          <p:nvPr/>
        </p:nvPicPr>
        <p:blipFill>
          <a:blip r:embed="rId3"/>
          <a:stretch>
            <a:fillRect/>
          </a:stretch>
        </p:blipFill>
        <p:spPr>
          <a:xfrm>
            <a:off x="5549074" y="2674208"/>
            <a:ext cx="6461379" cy="3195298"/>
          </a:xfrm>
          <a:prstGeom prst="rect">
            <a:avLst/>
          </a:prstGeom>
        </p:spPr>
      </p:pic>
      <p:sp>
        <p:nvSpPr>
          <p:cNvPr id="6" name="TextBox 5">
            <a:extLst>
              <a:ext uri="{FF2B5EF4-FFF2-40B4-BE49-F238E27FC236}">
                <a16:creationId xmlns:a16="http://schemas.microsoft.com/office/drawing/2014/main" id="{74CF3BC8-F3A9-632F-56A6-12C5CFC5A783}"/>
              </a:ext>
            </a:extLst>
          </p:cNvPr>
          <p:cNvSpPr txBox="1"/>
          <p:nvPr/>
        </p:nvSpPr>
        <p:spPr>
          <a:xfrm>
            <a:off x="669036" y="2299084"/>
            <a:ext cx="4701539" cy="2554545"/>
          </a:xfrm>
          <a:prstGeom prst="rect">
            <a:avLst/>
          </a:prstGeom>
          <a:noFill/>
        </p:spPr>
        <p:txBody>
          <a:bodyPr wrap="square">
            <a:spAutoFit/>
          </a:bodyPr>
          <a:lstStyle/>
          <a:p>
            <a:pPr>
              <a:spcAft>
                <a:spcPts val="600"/>
              </a:spcAft>
            </a:pPr>
            <a:r>
              <a:rPr lang="en-US" sz="2000" b="1"/>
              <a:t>Best Practice</a:t>
            </a:r>
          </a:p>
          <a:p>
            <a:pPr marL="285750" indent="-285750">
              <a:spcAft>
                <a:spcPts val="600"/>
              </a:spcAft>
              <a:buFont typeface="Arial" panose="020B0604020202020204" pitchFamily="34" charset="0"/>
              <a:buChar char="•"/>
            </a:pPr>
            <a:r>
              <a:rPr lang="en-US" sz="2000"/>
              <a:t>Scan your container images for vulnerabilities.</a:t>
            </a:r>
          </a:p>
          <a:p>
            <a:pPr marL="285750" indent="-285750">
              <a:spcAft>
                <a:spcPts val="600"/>
              </a:spcAft>
              <a:buFont typeface="Arial" panose="020B0604020202020204" pitchFamily="34" charset="0"/>
              <a:buChar char="•"/>
            </a:pPr>
            <a:r>
              <a:rPr lang="en-US" sz="2000"/>
              <a:t>Only deploy validated images.</a:t>
            </a:r>
          </a:p>
          <a:p>
            <a:pPr marL="285750" indent="-285750">
              <a:spcAft>
                <a:spcPts val="600"/>
              </a:spcAft>
              <a:buFont typeface="Arial" panose="020B0604020202020204" pitchFamily="34" charset="0"/>
              <a:buChar char="•"/>
            </a:pPr>
            <a:r>
              <a:rPr lang="en-US" sz="2000"/>
              <a:t>Regularly update the base images and application runtime.</a:t>
            </a:r>
          </a:p>
          <a:p>
            <a:pPr marL="285750" indent="-285750">
              <a:spcAft>
                <a:spcPts val="600"/>
              </a:spcAft>
              <a:buFont typeface="Arial" panose="020B0604020202020204" pitchFamily="34" charset="0"/>
              <a:buChar char="•"/>
            </a:pPr>
            <a:r>
              <a:rPr lang="en-US" sz="2000"/>
              <a:t>Redeploy workloads in the AKS cluster.</a:t>
            </a:r>
          </a:p>
        </p:txBody>
      </p:sp>
    </p:spTree>
    <p:extLst>
      <p:ext uri="{BB962C8B-B14F-4D97-AF65-F5344CB8AC3E}">
        <p14:creationId xmlns:p14="http://schemas.microsoft.com/office/powerpoint/2010/main" val="297907581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1CD18F-69C8-E126-5B86-D91A011EDC2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F7BFC9-BC5E-4ED3-1112-2DA33507F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E546D-06D1-9B8E-85C0-F2ED31B4AE46}"/>
              </a:ext>
            </a:extLst>
          </p:cNvPr>
          <p:cNvSpPr>
            <a:spLocks noGrp="1"/>
          </p:cNvSpPr>
          <p:nvPr>
            <p:ph type="title"/>
          </p:nvPr>
        </p:nvSpPr>
        <p:spPr>
          <a:xfrm>
            <a:off x="365760" y="365125"/>
            <a:ext cx="11898630" cy="1325563"/>
          </a:xfrm>
        </p:spPr>
        <p:txBody>
          <a:bodyPr vert="horz" lIns="91440" tIns="45720" rIns="91440" bIns="45720" rtlCol="0" anchor="ctr">
            <a:normAutofit/>
          </a:bodyPr>
          <a:lstStyle/>
          <a:p>
            <a:r>
              <a:rPr lang="en-US" sz="4200"/>
              <a:t>Automatically build new images on base image update</a:t>
            </a:r>
          </a:p>
        </p:txBody>
      </p:sp>
      <p:sp>
        <p:nvSpPr>
          <p:cNvPr id="12" name="sketch line">
            <a:extLst>
              <a:ext uri="{FF2B5EF4-FFF2-40B4-BE49-F238E27FC236}">
                <a16:creationId xmlns:a16="http://schemas.microsoft.com/office/drawing/2014/main" id="{5151F16D-DE8C-75D3-0AA4-357BC12DC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C6D0A1-B14A-A77D-1FFA-B06A53B60559}"/>
              </a:ext>
            </a:extLst>
          </p:cNvPr>
          <p:cNvSpPr txBox="1"/>
          <p:nvPr/>
        </p:nvSpPr>
        <p:spPr>
          <a:xfrm>
            <a:off x="509016" y="1804353"/>
            <a:ext cx="10853928" cy="1846659"/>
          </a:xfrm>
          <a:prstGeom prst="rect">
            <a:avLst/>
          </a:prstGeom>
          <a:noFill/>
        </p:spPr>
        <p:txBody>
          <a:bodyPr wrap="square">
            <a:spAutoFit/>
          </a:bodyPr>
          <a:lstStyle/>
          <a:p>
            <a:pPr>
              <a:spcAft>
                <a:spcPts val="600"/>
              </a:spcAft>
            </a:pPr>
            <a:r>
              <a:rPr lang="en-US" sz="2400" b="1"/>
              <a:t>Best Practice</a:t>
            </a:r>
          </a:p>
          <a:p>
            <a:pPr>
              <a:spcAft>
                <a:spcPts val="600"/>
              </a:spcAft>
            </a:pPr>
            <a:r>
              <a:rPr lang="en-US" sz="2000"/>
              <a:t>As you use base images for application images, </a:t>
            </a:r>
            <a:r>
              <a:rPr lang="en-US" sz="2000" b="1"/>
              <a:t>use automation</a:t>
            </a:r>
            <a:r>
              <a:rPr lang="en-US" sz="2000"/>
              <a:t> to build new images when the base image is updated. </a:t>
            </a:r>
          </a:p>
          <a:p>
            <a:pPr>
              <a:spcAft>
                <a:spcPts val="600"/>
              </a:spcAft>
            </a:pPr>
            <a:r>
              <a:rPr lang="en-US" sz="2000"/>
              <a:t>Since updated base images typically include security fixes, </a:t>
            </a:r>
            <a:r>
              <a:rPr lang="en-US" sz="2000" b="1"/>
              <a:t>update any downstream application container images</a:t>
            </a:r>
            <a:r>
              <a:rPr lang="en-US" sz="2000"/>
              <a:t>.</a:t>
            </a:r>
          </a:p>
        </p:txBody>
      </p:sp>
      <p:sp>
        <p:nvSpPr>
          <p:cNvPr id="6" name="TextBox 5">
            <a:extLst>
              <a:ext uri="{FF2B5EF4-FFF2-40B4-BE49-F238E27FC236}">
                <a16:creationId xmlns:a16="http://schemas.microsoft.com/office/drawing/2014/main" id="{F49137D3-B37B-29E4-A402-2DBBE05B0483}"/>
              </a:ext>
            </a:extLst>
          </p:cNvPr>
          <p:cNvSpPr txBox="1"/>
          <p:nvPr/>
        </p:nvSpPr>
        <p:spPr>
          <a:xfrm>
            <a:off x="469773" y="4051062"/>
            <a:ext cx="11249406" cy="233910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b="1"/>
              <a:t>Integrate</a:t>
            </a:r>
            <a:r>
              <a:rPr lang="en-US"/>
              <a:t> this build process </a:t>
            </a:r>
            <a:r>
              <a:rPr lang="en-US" b="1"/>
              <a:t>into</a:t>
            </a:r>
            <a:r>
              <a:rPr lang="en-US"/>
              <a:t> validation and deployment </a:t>
            </a:r>
            <a:r>
              <a:rPr lang="en-US" b="1"/>
              <a:t>pipelines</a:t>
            </a:r>
            <a:r>
              <a:rPr lang="en-US"/>
              <a:t> such as Azure Pipelines or Jenkins. </a:t>
            </a:r>
          </a:p>
          <a:p>
            <a:pPr marL="285750" indent="-285750">
              <a:spcAft>
                <a:spcPts val="600"/>
              </a:spcAft>
              <a:buFont typeface="Arial" panose="020B0604020202020204" pitchFamily="34" charset="0"/>
              <a:buChar char="•"/>
            </a:pPr>
            <a:r>
              <a:rPr lang="en-US"/>
              <a:t>These pipelines </a:t>
            </a:r>
            <a:r>
              <a:rPr lang="en-US" b="1"/>
              <a:t>ensure</a:t>
            </a:r>
            <a:r>
              <a:rPr lang="en-US"/>
              <a:t> your applications continue to run on the </a:t>
            </a:r>
            <a:r>
              <a:rPr lang="en-US" b="1"/>
              <a:t>updated based images</a:t>
            </a:r>
            <a:r>
              <a:rPr lang="en-US"/>
              <a:t>. </a:t>
            </a:r>
          </a:p>
          <a:p>
            <a:pPr marL="285750" indent="-285750">
              <a:spcAft>
                <a:spcPts val="600"/>
              </a:spcAft>
              <a:buFont typeface="Arial" panose="020B0604020202020204" pitchFamily="34" charset="0"/>
              <a:buChar char="•"/>
            </a:pPr>
            <a:r>
              <a:rPr lang="en-US"/>
              <a:t>Once your application container images are validated, you can then update AKS deployments to run the latest secure images.</a:t>
            </a:r>
          </a:p>
          <a:p>
            <a:pPr marL="285750" indent="-285750">
              <a:spcAft>
                <a:spcPts val="600"/>
              </a:spcAft>
              <a:buFont typeface="Arial" panose="020B0604020202020204" pitchFamily="34" charset="0"/>
              <a:buChar char="•"/>
            </a:pPr>
            <a:r>
              <a:rPr lang="en-US" b="1"/>
              <a:t>Azure Container Registry Tasks </a:t>
            </a:r>
            <a:r>
              <a:rPr lang="en-US"/>
              <a:t>can also automatically update container images when the base image is updated. </a:t>
            </a:r>
          </a:p>
          <a:p>
            <a:pPr marL="285750" indent="-285750">
              <a:spcAft>
                <a:spcPts val="600"/>
              </a:spcAft>
              <a:buFont typeface="Arial" panose="020B0604020202020204" pitchFamily="34" charset="0"/>
              <a:buChar char="•"/>
            </a:pPr>
            <a:r>
              <a:rPr lang="en-US"/>
              <a:t>With this feature, you build a few base images and keep them updated with bug and security fixes.</a:t>
            </a:r>
          </a:p>
        </p:txBody>
      </p:sp>
    </p:spTree>
    <p:extLst>
      <p:ext uri="{BB962C8B-B14F-4D97-AF65-F5344CB8AC3E}">
        <p14:creationId xmlns:p14="http://schemas.microsoft.com/office/powerpoint/2010/main" val="329664658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00C037-AFFA-AD4D-0577-266BF1F12B0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85FA43-3905-293E-3DFC-96C521F65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232FD4-44FB-394C-5FD0-8B6110C2B04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Validate Signed Images with Image Integrity</a:t>
            </a:r>
          </a:p>
        </p:txBody>
      </p:sp>
      <p:sp>
        <p:nvSpPr>
          <p:cNvPr id="12" name="sketch line">
            <a:extLst>
              <a:ext uri="{FF2B5EF4-FFF2-40B4-BE49-F238E27FC236}">
                <a16:creationId xmlns:a16="http://schemas.microsoft.com/office/drawing/2014/main" id="{8839FFE9-9C4A-7551-6050-42659C984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6442F29-045E-DD47-1C4B-BB4C9BA22F0E}"/>
              </a:ext>
            </a:extLst>
          </p:cNvPr>
          <p:cNvSpPr txBox="1"/>
          <p:nvPr/>
        </p:nvSpPr>
        <p:spPr>
          <a:xfrm>
            <a:off x="586740" y="2218106"/>
            <a:ext cx="11391900" cy="2831544"/>
          </a:xfrm>
          <a:prstGeom prst="rect">
            <a:avLst/>
          </a:prstGeom>
          <a:noFill/>
        </p:spPr>
        <p:txBody>
          <a:bodyPr wrap="square">
            <a:spAutoFit/>
          </a:bodyPr>
          <a:lstStyle/>
          <a:p>
            <a:pPr>
              <a:spcAft>
                <a:spcPts val="600"/>
              </a:spcAft>
            </a:pPr>
            <a:r>
              <a:rPr lang="en-US" sz="2400"/>
              <a:t>Using signed container images helps verify that your deployments are built from a trusted entity and that images haven't been tampered with since their creation. </a:t>
            </a:r>
          </a:p>
          <a:p>
            <a:pPr>
              <a:spcAft>
                <a:spcPts val="600"/>
              </a:spcAft>
            </a:pPr>
            <a:r>
              <a:rPr lang="en-US" sz="2400"/>
              <a:t>Image Integrity is a service that allows you to add an Azure Policy built-in definition to verify that only signed images are deployed to your AKS clusters.</a:t>
            </a:r>
          </a:p>
          <a:p>
            <a:r>
              <a:rPr lang="en-US" sz="2400" b="1"/>
              <a:t>Image Integrity </a:t>
            </a:r>
            <a:r>
              <a:rPr lang="en-US" sz="2400"/>
              <a:t>is a feature based on </a:t>
            </a:r>
            <a:r>
              <a:rPr lang="en-US" sz="2400" b="1"/>
              <a:t>Ratify</a:t>
            </a:r>
            <a:r>
              <a:rPr lang="en-US" sz="2400"/>
              <a:t>. On an AKS cluster, the feature name and property name is </a:t>
            </a:r>
            <a:r>
              <a:rPr lang="en-US" sz="2400" b="1" err="1">
                <a:latin typeface="Consolas" panose="020B0609020204030204" pitchFamily="49" charset="0"/>
              </a:rPr>
              <a:t>ImageIntegrity</a:t>
            </a:r>
            <a:r>
              <a:rPr lang="en-US" sz="2400"/>
              <a:t>, while the relevant Image Integrity pods' names contain </a:t>
            </a:r>
            <a:r>
              <a:rPr lang="en-US" sz="2400" b="1">
                <a:latin typeface="Consolas" panose="020B0609020204030204" pitchFamily="49" charset="0"/>
              </a:rPr>
              <a:t>Ratify</a:t>
            </a:r>
            <a:r>
              <a:rPr lang="en-US" sz="2400"/>
              <a:t>.</a:t>
            </a:r>
          </a:p>
        </p:txBody>
      </p:sp>
    </p:spTree>
    <p:extLst>
      <p:ext uri="{BB962C8B-B14F-4D97-AF65-F5344CB8AC3E}">
        <p14:creationId xmlns:p14="http://schemas.microsoft.com/office/powerpoint/2010/main" val="125851800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5C1A1D-98E6-B6AC-CD87-4911B9499EB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65F982-CFD4-65B9-426B-B1AA629CF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7623CC-D164-0F33-F17F-136D9D19C36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Validate Signed Images with Image Integrity</a:t>
            </a:r>
          </a:p>
        </p:txBody>
      </p:sp>
      <p:sp>
        <p:nvSpPr>
          <p:cNvPr id="12" name="sketch line">
            <a:extLst>
              <a:ext uri="{FF2B5EF4-FFF2-40B4-BE49-F238E27FC236}">
                <a16:creationId xmlns:a16="http://schemas.microsoft.com/office/drawing/2014/main" id="{C9C518A5-5B5A-1A29-B7C0-089FA8AA3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F57559-75DB-B37F-5329-607DC1060B73}"/>
              </a:ext>
            </a:extLst>
          </p:cNvPr>
          <p:cNvSpPr txBox="1"/>
          <p:nvPr/>
        </p:nvSpPr>
        <p:spPr>
          <a:xfrm>
            <a:off x="586740" y="2218106"/>
            <a:ext cx="11391900" cy="2831544"/>
          </a:xfrm>
          <a:prstGeom prst="rect">
            <a:avLst/>
          </a:prstGeom>
          <a:noFill/>
        </p:spPr>
        <p:txBody>
          <a:bodyPr wrap="square">
            <a:spAutoFit/>
          </a:bodyPr>
          <a:lstStyle/>
          <a:p>
            <a:pPr>
              <a:spcAft>
                <a:spcPts val="600"/>
              </a:spcAft>
            </a:pPr>
            <a:r>
              <a:rPr lang="en-US" sz="2400"/>
              <a:t>Using signed container images helps verify that your deployments are built from a trusted entity and that images haven't been tampered with since their creation. </a:t>
            </a:r>
          </a:p>
          <a:p>
            <a:pPr>
              <a:spcAft>
                <a:spcPts val="600"/>
              </a:spcAft>
            </a:pPr>
            <a:r>
              <a:rPr lang="en-US" sz="2400"/>
              <a:t>Image Integrity is a service that allows you to add an Azure Policy built-in definition to verify that only signed images are deployed to your AKS clusters.</a:t>
            </a:r>
          </a:p>
          <a:p>
            <a:r>
              <a:rPr lang="en-US" sz="2400" b="1"/>
              <a:t>Image Integrity </a:t>
            </a:r>
            <a:r>
              <a:rPr lang="en-US" sz="2400"/>
              <a:t>is a feature based on </a:t>
            </a:r>
            <a:r>
              <a:rPr lang="en-US" sz="2400" b="1"/>
              <a:t>Ratify</a:t>
            </a:r>
            <a:r>
              <a:rPr lang="en-US" sz="2400"/>
              <a:t>. On an AKS cluster, the feature name and property name is </a:t>
            </a:r>
            <a:r>
              <a:rPr lang="en-US" sz="2400" b="1" err="1">
                <a:latin typeface="Consolas" panose="020B0609020204030204" pitchFamily="49" charset="0"/>
              </a:rPr>
              <a:t>ImageIntegrity</a:t>
            </a:r>
            <a:r>
              <a:rPr lang="en-US" sz="2400"/>
              <a:t>, while the relevant Image Integrity pods' names contain </a:t>
            </a:r>
            <a:r>
              <a:rPr lang="en-US" sz="2400" b="1">
                <a:latin typeface="Consolas" panose="020B0609020204030204" pitchFamily="49" charset="0"/>
              </a:rPr>
              <a:t>Ratify</a:t>
            </a:r>
            <a:r>
              <a:rPr lang="en-US" sz="2400"/>
              <a:t>.</a:t>
            </a:r>
          </a:p>
        </p:txBody>
      </p:sp>
    </p:spTree>
    <p:extLst>
      <p:ext uri="{BB962C8B-B14F-4D97-AF65-F5344CB8AC3E}">
        <p14:creationId xmlns:p14="http://schemas.microsoft.com/office/powerpoint/2010/main" val="273493783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B7D907-6DC4-CF14-9CA4-4C064D5DF9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05AF34-E18E-1B74-B745-125751A50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D1E0A-19F0-9D25-DD47-3A69B11484E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How Image Integrity works?</a:t>
            </a:r>
          </a:p>
        </p:txBody>
      </p:sp>
      <p:sp>
        <p:nvSpPr>
          <p:cNvPr id="12" name="sketch line">
            <a:extLst>
              <a:ext uri="{FF2B5EF4-FFF2-40B4-BE49-F238E27FC236}">
                <a16:creationId xmlns:a16="http://schemas.microsoft.com/office/drawing/2014/main" id="{2A96BD4F-1758-F934-0664-7461E58AE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creenshot showing the basic architecture for Image Integrity.">
            <a:extLst>
              <a:ext uri="{FF2B5EF4-FFF2-40B4-BE49-F238E27FC236}">
                <a16:creationId xmlns:a16="http://schemas.microsoft.com/office/drawing/2014/main" id="{DA055C6D-CE05-79D9-CD12-F6076E244E3B}"/>
              </a:ext>
            </a:extLst>
          </p:cNvPr>
          <p:cNvPicPr>
            <a:picLocks noChangeAspect="1"/>
          </p:cNvPicPr>
          <p:nvPr/>
        </p:nvPicPr>
        <p:blipFill>
          <a:blip r:embed="rId3"/>
          <a:stretch>
            <a:fillRect/>
          </a:stretch>
        </p:blipFill>
        <p:spPr>
          <a:xfrm>
            <a:off x="1489710" y="2261185"/>
            <a:ext cx="8820150" cy="3627910"/>
          </a:xfrm>
          <a:prstGeom prst="rect">
            <a:avLst/>
          </a:prstGeom>
          <a:ln w="3175">
            <a:solidFill>
              <a:schemeClr val="tx1"/>
            </a:solidFill>
          </a:ln>
        </p:spPr>
      </p:pic>
    </p:spTree>
    <p:extLst>
      <p:ext uri="{BB962C8B-B14F-4D97-AF65-F5344CB8AC3E}">
        <p14:creationId xmlns:p14="http://schemas.microsoft.com/office/powerpoint/2010/main" val="372665839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A94B2A-2020-6563-FF7C-A7C81F2F15E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BADE80-68EC-E69F-EAEC-D8B9808EF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2BA6A4-75CF-7DDD-AE0D-9AA6EC00E61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Image Integrity: Considerations and Limitations</a:t>
            </a:r>
          </a:p>
        </p:txBody>
      </p:sp>
      <p:sp>
        <p:nvSpPr>
          <p:cNvPr id="12" name="sketch line">
            <a:extLst>
              <a:ext uri="{FF2B5EF4-FFF2-40B4-BE49-F238E27FC236}">
                <a16:creationId xmlns:a16="http://schemas.microsoft.com/office/drawing/2014/main" id="{C57CD824-382E-A96E-44D5-02ADEB7E3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F210025-DCAE-86F9-DC3D-357C72AD85CA}"/>
              </a:ext>
            </a:extLst>
          </p:cNvPr>
          <p:cNvSpPr txBox="1"/>
          <p:nvPr/>
        </p:nvSpPr>
        <p:spPr>
          <a:xfrm>
            <a:off x="838200" y="2213899"/>
            <a:ext cx="10946130" cy="34163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en-US" sz="2800"/>
              <a:t>Your AKS clusters must run Kubernetes version 1.26 or above.</a:t>
            </a:r>
          </a:p>
          <a:p>
            <a:pPr marL="457200" indent="-457200">
              <a:spcAft>
                <a:spcPts val="600"/>
              </a:spcAft>
              <a:buFont typeface="Arial" panose="020B0604020202020204" pitchFamily="34" charset="0"/>
              <a:buChar char="•"/>
            </a:pPr>
            <a:r>
              <a:rPr lang="en-US" sz="2800"/>
              <a:t>You shouldn't use this feature for production Azure Container Registry (ACR) registries or workloads.</a:t>
            </a:r>
          </a:p>
          <a:p>
            <a:pPr marL="457200" indent="-457200">
              <a:spcAft>
                <a:spcPts val="600"/>
              </a:spcAft>
              <a:buFont typeface="Arial" panose="020B0604020202020204" pitchFamily="34" charset="0"/>
              <a:buChar char="•"/>
            </a:pPr>
            <a:r>
              <a:rPr lang="en-US" sz="2800"/>
              <a:t>Image Integrity supports a maximum of 200 unique signatures concurrently cluster-wide.</a:t>
            </a:r>
          </a:p>
          <a:p>
            <a:pPr marL="457200" indent="-457200">
              <a:spcAft>
                <a:spcPts val="600"/>
              </a:spcAft>
              <a:buFont typeface="Arial" panose="020B0604020202020204" pitchFamily="34" charset="0"/>
              <a:buChar char="•"/>
            </a:pPr>
            <a:r>
              <a:rPr lang="en-US" sz="2800"/>
              <a:t>Notation is the only supported verifier.</a:t>
            </a:r>
          </a:p>
          <a:p>
            <a:pPr marL="457200" indent="-457200">
              <a:spcAft>
                <a:spcPts val="600"/>
              </a:spcAft>
              <a:buFont typeface="Arial" panose="020B0604020202020204" pitchFamily="34" charset="0"/>
              <a:buChar char="•"/>
            </a:pPr>
            <a:r>
              <a:rPr lang="en-US" sz="2800"/>
              <a:t>Audit is the only supported verification policy effect.</a:t>
            </a:r>
          </a:p>
        </p:txBody>
      </p:sp>
    </p:spTree>
    <p:extLst>
      <p:ext uri="{BB962C8B-B14F-4D97-AF65-F5344CB8AC3E}">
        <p14:creationId xmlns:p14="http://schemas.microsoft.com/office/powerpoint/2010/main" val="382962508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E6E083-1995-3263-B2E7-7B00D20D12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DA33AC4-7059-50EE-1632-A410C25D2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EDE50C6-F3EC-9AE0-767B-6A381049454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1AA4D84-A321-B1D0-A57A-68597C98A77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Validate Signed Images with Image Integrity</a:t>
            </a:r>
          </a:p>
        </p:txBody>
      </p:sp>
      <p:sp>
        <p:nvSpPr>
          <p:cNvPr id="10" name="sketch line">
            <a:extLst>
              <a:ext uri="{FF2B5EF4-FFF2-40B4-BE49-F238E27FC236}">
                <a16:creationId xmlns:a16="http://schemas.microsoft.com/office/drawing/2014/main" id="{E73B978A-53B3-46F1-272D-53217CC99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16515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EF8B43-1E2B-125F-CF14-FED07014FA6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6D39FE7-0CB2-CD47-1F3F-BCCE2A284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DBFE98-6CFF-162F-4B84-62A8419C6439}"/>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Remove Vulnerable Images with </a:t>
            </a:r>
            <a:r>
              <a:rPr lang="en-US" sz="4200" err="1"/>
              <a:t>ImageCleaner</a:t>
            </a:r>
            <a:endParaRPr lang="en-US" sz="4200"/>
          </a:p>
        </p:txBody>
      </p:sp>
      <p:sp>
        <p:nvSpPr>
          <p:cNvPr id="12" name="sketch line">
            <a:extLst>
              <a:ext uri="{FF2B5EF4-FFF2-40B4-BE49-F238E27FC236}">
                <a16:creationId xmlns:a16="http://schemas.microsoft.com/office/drawing/2014/main" id="{FAECD47F-00A2-D27A-D7DB-3DF95B3AD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84F5F4-9C8C-CFE2-311A-DB79EDD787F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5677697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76C033-2ECD-DDFF-DF15-FDE385C4B8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E413E9-1B11-FCBD-C5F3-AEBF1C21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D4E5B3F-4EAD-4753-8219-06155ECC8B7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7567803-A696-6330-6C00-F1BBE3E273B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Remove Vulnerable Images with </a:t>
            </a:r>
            <a:r>
              <a:rPr lang="en-US" sz="2400" err="1"/>
              <a:t>ImageCleaner</a:t>
            </a:r>
            <a:endParaRPr lang="en-US" sz="2400"/>
          </a:p>
        </p:txBody>
      </p:sp>
      <p:sp>
        <p:nvSpPr>
          <p:cNvPr id="10" name="sketch line">
            <a:extLst>
              <a:ext uri="{FF2B5EF4-FFF2-40B4-BE49-F238E27FC236}">
                <a16:creationId xmlns:a16="http://schemas.microsoft.com/office/drawing/2014/main" id="{A43FA8CC-7898-7C25-7377-C0BA6F18B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054132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4548B-0DF8-7296-C03A-94DAEF64E52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528CC8-3DC3-0235-8015-EB9685045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89485B-6636-3B6F-6D94-D9741AF63A5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Scan Images in your CI/CD Workflow</a:t>
            </a:r>
          </a:p>
        </p:txBody>
      </p:sp>
      <p:sp>
        <p:nvSpPr>
          <p:cNvPr id="12" name="sketch line">
            <a:extLst>
              <a:ext uri="{FF2B5EF4-FFF2-40B4-BE49-F238E27FC236}">
                <a16:creationId xmlns:a16="http://schemas.microsoft.com/office/drawing/2014/main" id="{6ABF9C1C-6A32-B679-514D-38CE20237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1C7E39D-A241-9FFF-17E9-3954DC90F68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83610621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31D908-73F9-F81B-18D7-D248A0A16CE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C6753DC-08DB-5B98-7383-357C4A865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0B617-3234-04E1-CE42-41A78ADEED7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Scan images in ACR Registries</a:t>
            </a:r>
          </a:p>
        </p:txBody>
      </p:sp>
      <p:sp>
        <p:nvSpPr>
          <p:cNvPr id="12" name="sketch line">
            <a:extLst>
              <a:ext uri="{FF2B5EF4-FFF2-40B4-BE49-F238E27FC236}">
                <a16:creationId xmlns:a16="http://schemas.microsoft.com/office/drawing/2014/main" id="{006AF12A-D17A-448D-1084-36165DB5B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C21F29D-5339-788D-2C4E-7AD36269B7F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1288372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826D6B-183B-87F7-D5FF-C8877D3FDE5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277E5DA-E45A-E1CF-AB72-81726096F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A53F0B8-68A1-C497-47ED-6133F47F0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1753DC9C-68C0-372F-1421-436DAAFB0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DFD795-BD72-5823-D52E-3F6F390CA2F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Cluster Security</a:t>
            </a:r>
          </a:p>
        </p:txBody>
      </p:sp>
      <p:sp>
        <p:nvSpPr>
          <p:cNvPr id="13" name="Rectangle 12">
            <a:extLst>
              <a:ext uri="{FF2B5EF4-FFF2-40B4-BE49-F238E27FC236}">
                <a16:creationId xmlns:a16="http://schemas.microsoft.com/office/drawing/2014/main" id="{FDE1C840-734E-0937-6FF3-CBA07F46C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851521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FF2CFC-73A2-A93A-4F43-5D4A683251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DF03CD-C3C1-AA88-8E9C-B120546F75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77644-EA40-14A4-7AE4-74E6E862205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Cluster Security Best Practices</a:t>
            </a:r>
          </a:p>
        </p:txBody>
      </p:sp>
      <p:sp>
        <p:nvSpPr>
          <p:cNvPr id="12" name="sketch line">
            <a:extLst>
              <a:ext uri="{FF2B5EF4-FFF2-40B4-BE49-F238E27FC236}">
                <a16:creationId xmlns:a16="http://schemas.microsoft.com/office/drawing/2014/main" id="{281D08F0-5231-34E3-7395-38669994A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DB27E0-A9AC-34B3-E9DF-D57A0B8152C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3845397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25FA25-4E0F-6C4C-83FF-B2D2A7F974C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0A0AFC-92A8-6D52-C2F4-BB2C8D569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A95A50-665C-ED7F-625B-6F0E9F74AE0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Azure </a:t>
            </a:r>
            <a:r>
              <a:rPr lang="en-US" sz="4200" err="1"/>
              <a:t>kubelogin</a:t>
            </a:r>
            <a:endParaRPr lang="en-US" sz="4200"/>
          </a:p>
        </p:txBody>
      </p:sp>
      <p:sp>
        <p:nvSpPr>
          <p:cNvPr id="12" name="sketch line">
            <a:extLst>
              <a:ext uri="{FF2B5EF4-FFF2-40B4-BE49-F238E27FC236}">
                <a16:creationId xmlns:a16="http://schemas.microsoft.com/office/drawing/2014/main" id="{EB271B0B-6F4F-562E-4924-CCA59DB60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2C4735E-8E2B-921D-1639-5BCB50D5687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09115903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131746-C213-9CD6-E785-974407C5B53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DC499-3900-8CCB-C72B-911A3A08A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560236D-1A95-C59C-F32A-7F97693EBA1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99D7540-568D-7944-741E-1FCBE3D52F4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Azure </a:t>
            </a:r>
            <a:r>
              <a:rPr lang="en-US" sz="2400" err="1"/>
              <a:t>kubelogin</a:t>
            </a:r>
            <a:endParaRPr lang="en-US" sz="2400"/>
          </a:p>
        </p:txBody>
      </p:sp>
      <p:sp>
        <p:nvSpPr>
          <p:cNvPr id="10" name="sketch line">
            <a:extLst>
              <a:ext uri="{FF2B5EF4-FFF2-40B4-BE49-F238E27FC236}">
                <a16:creationId xmlns:a16="http://schemas.microsoft.com/office/drawing/2014/main" id="{9BC9AE7A-38CF-02F2-595F-9DCED1F2A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67909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0F564-EAEC-E07B-92FD-93BCB5F14A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4A171A6-F65A-C07A-58BD-E848F9B16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72E21A-2B95-D8B7-B4CC-74D5ED98EE6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Managed Identities - Overview</a:t>
            </a:r>
          </a:p>
        </p:txBody>
      </p:sp>
      <p:sp>
        <p:nvSpPr>
          <p:cNvPr id="12" name="sketch line">
            <a:extLst>
              <a:ext uri="{FF2B5EF4-FFF2-40B4-BE49-F238E27FC236}">
                <a16:creationId xmlns:a16="http://schemas.microsoft.com/office/drawing/2014/main" id="{CD952081-8160-737D-86A7-8078A2EBC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5327411-E53A-4A53-AF23-BE6B582D4C5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2296193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99C03F-6AF6-6195-0353-F0DB8E07702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4B82F4C-A791-D3DB-ECFD-8A00F9ED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75A0E0-91FF-3AB6-9481-E4F0DC933A8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Enable a Managed Identity on your Cluster</a:t>
            </a:r>
          </a:p>
        </p:txBody>
      </p:sp>
      <p:sp>
        <p:nvSpPr>
          <p:cNvPr id="12" name="sketch line">
            <a:extLst>
              <a:ext uri="{FF2B5EF4-FFF2-40B4-BE49-F238E27FC236}">
                <a16:creationId xmlns:a16="http://schemas.microsoft.com/office/drawing/2014/main" id="{98723B11-84E2-397F-926F-C0A6C7F6D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6E13BE5-E5EA-6ACE-7EC2-F13CCACC759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8947869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CC3E81-9249-055F-4D06-69C14E4503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545F19-2ADA-C9FC-F3A0-F28F75087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F99EF97-0288-7703-22D1-B3EA9D411C4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0D5E66B-47A2-4DDE-B477-3AAEA3A78AF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 Managed Identity on your Cluster</a:t>
            </a:r>
          </a:p>
        </p:txBody>
      </p:sp>
      <p:sp>
        <p:nvSpPr>
          <p:cNvPr id="10" name="sketch line">
            <a:extLst>
              <a:ext uri="{FF2B5EF4-FFF2-40B4-BE49-F238E27FC236}">
                <a16:creationId xmlns:a16="http://schemas.microsoft.com/office/drawing/2014/main" id="{A5D4EDD4-9C31-8A6A-A88A-342F2862D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700269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CD4BA-E647-68CC-FD54-0C78C62B22A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827EF9-0E38-BC0E-F224-5D8F41994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21A896-36E9-7322-A3EA-73D9A7A12EC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Create a Service Principal</a:t>
            </a:r>
          </a:p>
        </p:txBody>
      </p:sp>
      <p:sp>
        <p:nvSpPr>
          <p:cNvPr id="12" name="sketch line">
            <a:extLst>
              <a:ext uri="{FF2B5EF4-FFF2-40B4-BE49-F238E27FC236}">
                <a16:creationId xmlns:a16="http://schemas.microsoft.com/office/drawing/2014/main" id="{321E10BC-38E4-4CD3-1FCC-3D8C70819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E1E2B1-9BB6-5961-F002-C16412395E0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7946158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7A79B-1914-C2AD-B9EB-77652BE911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C2FACE-B5D5-A831-1667-374F572324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76B65AF-713B-91A9-3019-B313D2EF3BB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BE3BEC5-1B29-3355-4056-CAE67DE1CA4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 Service Principal</a:t>
            </a:r>
          </a:p>
        </p:txBody>
      </p:sp>
      <p:sp>
        <p:nvSpPr>
          <p:cNvPr id="10" name="sketch line">
            <a:extLst>
              <a:ext uri="{FF2B5EF4-FFF2-40B4-BE49-F238E27FC236}">
                <a16:creationId xmlns:a16="http://schemas.microsoft.com/office/drawing/2014/main" id="{D3FBFBFE-7CC3-B5DB-0D5D-F029BCCEC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496044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0B469E-E413-60BD-6712-B83DF702B3D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13881B2-8558-6848-3239-B27803B5CA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150D8E-D58A-847A-AEF2-86C826727508}"/>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Enable access to AKS clusters using Trusted Access</a:t>
            </a:r>
          </a:p>
        </p:txBody>
      </p:sp>
      <p:sp>
        <p:nvSpPr>
          <p:cNvPr id="12" name="sketch line">
            <a:extLst>
              <a:ext uri="{FF2B5EF4-FFF2-40B4-BE49-F238E27FC236}">
                <a16:creationId xmlns:a16="http://schemas.microsoft.com/office/drawing/2014/main" id="{9E3FDBBF-DAED-B173-A92E-FC8231BC5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39EE05-BC2C-1553-FBC8-5B64FA5D179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13454483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FB47F8-B65C-B4EF-70CE-124847C12E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952936-ECFF-A3D8-BDB4-431C52E9A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EDB444B-C241-A3AC-D392-44BF022ED98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D28AE2A-9FFE-A810-AED4-F8358440431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access to AKS clusters using Trusted Access</a:t>
            </a:r>
          </a:p>
        </p:txBody>
      </p:sp>
      <p:sp>
        <p:nvSpPr>
          <p:cNvPr id="10" name="sketch line">
            <a:extLst>
              <a:ext uri="{FF2B5EF4-FFF2-40B4-BE49-F238E27FC236}">
                <a16:creationId xmlns:a16="http://schemas.microsoft.com/office/drawing/2014/main" id="{A1565963-6277-1372-BE8B-1B0285EBC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439624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82887D-5CCE-6ED0-8E7A-62D6D8BA10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8D89C06-B1A1-8014-7BE6-13BFC19FB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C65419-31B7-1AD0-D2DA-545147A1466C}"/>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Limit access to cluster configuration file</a:t>
            </a:r>
          </a:p>
        </p:txBody>
      </p:sp>
      <p:sp>
        <p:nvSpPr>
          <p:cNvPr id="12" name="sketch line">
            <a:extLst>
              <a:ext uri="{FF2B5EF4-FFF2-40B4-BE49-F238E27FC236}">
                <a16:creationId xmlns:a16="http://schemas.microsoft.com/office/drawing/2014/main" id="{2B9947B0-F175-2AA2-FC2A-6F9B3EB98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9F3D78-EFAA-A437-A18A-5C6ED8AAF3E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505097194"/>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64D857-55AE-DCF3-A529-03587E37A1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94EB14-7F5F-FAF1-21D1-317517C2A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ADEA8B9-FCD3-0925-6517-6A4A819582A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D2ADBD0-A9D7-224B-A280-D96FBC197F1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Limit access to cluster configuration file</a:t>
            </a:r>
          </a:p>
        </p:txBody>
      </p:sp>
      <p:sp>
        <p:nvSpPr>
          <p:cNvPr id="10" name="sketch line">
            <a:extLst>
              <a:ext uri="{FF2B5EF4-FFF2-40B4-BE49-F238E27FC236}">
                <a16:creationId xmlns:a16="http://schemas.microsoft.com/office/drawing/2014/main" id="{B16B896B-183B-CB87-E31C-8F7E7965A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680109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78784-46F8-86D8-C96C-3450D9FD944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5609CE-38D0-0CC3-6A48-5D8471960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08514-E609-73D3-FB02-E99971D9AE1C}"/>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sz="4200"/>
              <a:t>Define API server authorized IP ranges</a:t>
            </a:r>
          </a:p>
        </p:txBody>
      </p:sp>
      <p:sp>
        <p:nvSpPr>
          <p:cNvPr id="12" name="sketch line">
            <a:extLst>
              <a:ext uri="{FF2B5EF4-FFF2-40B4-BE49-F238E27FC236}">
                <a16:creationId xmlns:a16="http://schemas.microsoft.com/office/drawing/2014/main" id="{38F32F98-359E-FF28-3A39-7C072957C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FFE2C7-8ADE-0F39-D7BD-CE7EBAE1085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4259316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51E449-D7E4-0D0F-4738-5C0E39CCE6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3EDD5E-E19C-9F4B-82ED-0F49DF076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3E8BCCF-1C5F-B0D1-B9C9-66CCF773BED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82A7EFB-A543-D996-497C-2803CC4CEA5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Define API server authorized IP ranges</a:t>
            </a:r>
          </a:p>
        </p:txBody>
      </p:sp>
      <p:sp>
        <p:nvSpPr>
          <p:cNvPr id="10" name="sketch line">
            <a:extLst>
              <a:ext uri="{FF2B5EF4-FFF2-40B4-BE49-F238E27FC236}">
                <a16:creationId xmlns:a16="http://schemas.microsoft.com/office/drawing/2014/main" id="{C5B1C75D-595F-4E42-21C9-533D93A29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796195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EAA75E-EEC0-9BD0-225D-7EB6807423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891508-DB35-1AA4-A623-180769BCA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D48118-9B5B-3185-1578-31A46ABAEFFC}"/>
              </a:ext>
            </a:extLst>
          </p:cNvPr>
          <p:cNvSpPr>
            <a:spLocks noGrp="1"/>
          </p:cNvSpPr>
          <p:nvPr>
            <p:ph type="title"/>
          </p:nvPr>
        </p:nvSpPr>
        <p:spPr>
          <a:xfrm>
            <a:off x="415636" y="365125"/>
            <a:ext cx="11665528" cy="1325563"/>
          </a:xfrm>
        </p:spPr>
        <p:txBody>
          <a:bodyPr vert="horz" lIns="91440" tIns="45720" rIns="91440" bIns="45720" rtlCol="0" anchor="ctr">
            <a:normAutofit/>
          </a:bodyPr>
          <a:lstStyle/>
          <a:p>
            <a:pPr algn="ctr"/>
            <a:r>
              <a:rPr lang="en-US"/>
              <a:t>Use service tags for API server authorized IP ranges in AKS</a:t>
            </a:r>
          </a:p>
        </p:txBody>
      </p:sp>
      <p:sp>
        <p:nvSpPr>
          <p:cNvPr id="12" name="sketch line">
            <a:extLst>
              <a:ext uri="{FF2B5EF4-FFF2-40B4-BE49-F238E27FC236}">
                <a16:creationId xmlns:a16="http://schemas.microsoft.com/office/drawing/2014/main" id="{1763AC5C-2FCE-F18D-7E00-4D0454AC3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14C1DAC-9974-306D-6108-2339DEF358F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10984663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422EC6-6A4E-64AC-BF5E-054CB611C3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203B66-DB15-2923-8B4E-F9CC9A540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F7C2A10-57F2-6788-61AD-5DDDA9F65F5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6CB4B0E-E627-EF6E-D10C-453B9716681C}"/>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service tags for API server authorized IP ranges in AKS</a:t>
            </a:r>
          </a:p>
        </p:txBody>
      </p:sp>
      <p:sp>
        <p:nvSpPr>
          <p:cNvPr id="10" name="sketch line">
            <a:extLst>
              <a:ext uri="{FF2B5EF4-FFF2-40B4-BE49-F238E27FC236}">
                <a16:creationId xmlns:a16="http://schemas.microsoft.com/office/drawing/2014/main" id="{1BA7899F-9FD8-73EC-9286-027DFDEDA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347815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40F8CC-17A1-A081-5F78-85A43FB0CB9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F3E1333-A371-A755-8D25-963B8768C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A75BA-0DF5-E0D5-B0DB-7A65748D1880}"/>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Manage Cluster Certificates and Rotation</a:t>
            </a:r>
          </a:p>
        </p:txBody>
      </p:sp>
      <p:sp>
        <p:nvSpPr>
          <p:cNvPr id="12" name="sketch line">
            <a:extLst>
              <a:ext uri="{FF2B5EF4-FFF2-40B4-BE49-F238E27FC236}">
                <a16:creationId xmlns:a16="http://schemas.microsoft.com/office/drawing/2014/main" id="{7BE4E286-2C0E-4FE1-6D52-47E42A8E6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5BA1B9-72F7-E723-AFAA-0A7F53739F3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54794525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4938D6-C649-56DC-945E-A681FD6540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579379-4F76-8D13-198E-14949D2E8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A519B2-4810-48A3-70C0-36A6D16166F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0B8A760-0A33-C1DB-5C12-331B0E6A55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Manage Cluster Certificates and Rotation</a:t>
            </a:r>
          </a:p>
        </p:txBody>
      </p:sp>
      <p:sp>
        <p:nvSpPr>
          <p:cNvPr id="10" name="sketch line">
            <a:extLst>
              <a:ext uri="{FF2B5EF4-FFF2-40B4-BE49-F238E27FC236}">
                <a16:creationId xmlns:a16="http://schemas.microsoft.com/office/drawing/2014/main" id="{58153B9A-D351-2561-2BEC-316A53BC31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967284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47D769-9C17-ED05-9E7E-C7B1399469F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42CA9A-46D0-AD57-4E74-4477FE0E8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E985B-07E8-8214-C5EB-68B3B626682B}"/>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Use Custom Certificate Authorities</a:t>
            </a:r>
          </a:p>
        </p:txBody>
      </p:sp>
      <p:sp>
        <p:nvSpPr>
          <p:cNvPr id="12" name="sketch line">
            <a:extLst>
              <a:ext uri="{FF2B5EF4-FFF2-40B4-BE49-F238E27FC236}">
                <a16:creationId xmlns:a16="http://schemas.microsoft.com/office/drawing/2014/main" id="{94DB4411-4F64-E25A-E552-14E6104EE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8AF66D1-F0C3-19B6-9A71-134FAB68664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10840444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E9D45-92FE-0582-E09D-B97682BDE9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189CE3D-CA7F-A1B8-99BC-209BC5F64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751FCF2-95C6-B058-0026-71EE1E73C1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EA5DE45-1CA1-9007-B32C-505124D2B50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custom certificate authorities</a:t>
            </a:r>
          </a:p>
        </p:txBody>
      </p:sp>
      <p:sp>
        <p:nvSpPr>
          <p:cNvPr id="10" name="sketch line">
            <a:extLst>
              <a:ext uri="{FF2B5EF4-FFF2-40B4-BE49-F238E27FC236}">
                <a16:creationId xmlns:a16="http://schemas.microsoft.com/office/drawing/2014/main" id="{361F9C11-BC6F-64F0-33E7-924DB0A87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565834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DD8DB-CA3D-912C-46DC-D52424598DF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E2F942-9AE8-03BB-961C-BF2E8140B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DFA974-838C-741C-8D7C-77D3C64E57AB}"/>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Use Azure Policy</a:t>
            </a:r>
          </a:p>
        </p:txBody>
      </p:sp>
      <p:sp>
        <p:nvSpPr>
          <p:cNvPr id="12" name="sketch line">
            <a:extLst>
              <a:ext uri="{FF2B5EF4-FFF2-40B4-BE49-F238E27FC236}">
                <a16:creationId xmlns:a16="http://schemas.microsoft.com/office/drawing/2014/main" id="{FDB12118-87DB-2149-9A6B-D512AE1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80E6C0-AE8D-0C89-5CDE-0F498DF7C70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91205444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9FB83A-6B62-0DB6-AA75-E61EAD6AF1F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8CFB5B-C560-2BA1-AAA2-19BCC2AC7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BE98276-B442-0A70-E7A6-811227B10D0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8D9D829-E912-B419-EEC5-1F69858C520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Azure Policy</a:t>
            </a:r>
          </a:p>
        </p:txBody>
      </p:sp>
      <p:sp>
        <p:nvSpPr>
          <p:cNvPr id="10" name="sketch line">
            <a:extLst>
              <a:ext uri="{FF2B5EF4-FFF2-40B4-BE49-F238E27FC236}">
                <a16:creationId xmlns:a16="http://schemas.microsoft.com/office/drawing/2014/main" id="{287E393F-C72C-A2B0-B9EC-68FC4EFC0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687909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55BEB-C608-C3D7-8F28-A63D8A07957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14F3F80-94F8-FB3C-C682-ADA8D8E71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A862D3-048E-0057-8BC0-0499B076C516}"/>
              </a:ext>
            </a:extLst>
          </p:cNvPr>
          <p:cNvSpPr>
            <a:spLocks noGrp="1"/>
          </p:cNvSpPr>
          <p:nvPr>
            <p:ph type="title"/>
          </p:nvPr>
        </p:nvSpPr>
        <p:spPr>
          <a:xfrm>
            <a:off x="415636" y="365125"/>
            <a:ext cx="11665528" cy="1325563"/>
          </a:xfrm>
        </p:spPr>
        <p:txBody>
          <a:bodyPr vert="horz" lIns="91440" tIns="45720" rIns="91440" bIns="45720" rtlCol="0" anchor="ctr">
            <a:normAutofit/>
          </a:bodyPr>
          <a:lstStyle/>
          <a:p>
            <a:r>
              <a:rPr lang="en-US"/>
              <a:t>Control Deployments with Azure Policy</a:t>
            </a:r>
          </a:p>
        </p:txBody>
      </p:sp>
      <p:sp>
        <p:nvSpPr>
          <p:cNvPr id="12" name="sketch line">
            <a:extLst>
              <a:ext uri="{FF2B5EF4-FFF2-40B4-BE49-F238E27FC236}">
                <a16:creationId xmlns:a16="http://schemas.microsoft.com/office/drawing/2014/main" id="{04ABDDF4-85BB-DE21-F421-0732C6E40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26031A-5139-501A-A60D-96F5C6CC6B5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51526329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6ACD3B-0D28-CEA8-BAB4-4124A71FA98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3F660B-E6AD-174C-6A0D-C9C362B0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1420436-D1D7-A640-D5D9-B586964142F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799BD96-1C5E-0AD0-3EDA-B3F01F992B6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Control Deployments with Azure Policy</a:t>
            </a:r>
          </a:p>
        </p:txBody>
      </p:sp>
      <p:sp>
        <p:nvSpPr>
          <p:cNvPr id="10" name="sketch line">
            <a:extLst>
              <a:ext uri="{FF2B5EF4-FFF2-40B4-BE49-F238E27FC236}">
                <a16:creationId xmlns:a16="http://schemas.microsoft.com/office/drawing/2014/main" id="{8F3CAE50-2ED9-3849-420C-8CA2930F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440754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75B9E4-3244-5EA0-768F-8AE4F6A1265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B9E059-9089-0D37-D41B-23EF9A971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A5E7F8-F785-85FA-161E-B17C27B88C15}"/>
              </a:ext>
            </a:extLst>
          </p:cNvPr>
          <p:cNvSpPr>
            <a:spLocks noGrp="1"/>
          </p:cNvSpPr>
          <p:nvPr>
            <p:ph type="title"/>
          </p:nvPr>
        </p:nvSpPr>
        <p:spPr>
          <a:xfrm>
            <a:off x="110836" y="365125"/>
            <a:ext cx="11970328" cy="1325563"/>
          </a:xfrm>
        </p:spPr>
        <p:txBody>
          <a:bodyPr vert="horz" lIns="91440" tIns="45720" rIns="91440" bIns="45720" rtlCol="0" anchor="ctr">
            <a:normAutofit/>
          </a:bodyPr>
          <a:lstStyle/>
          <a:p>
            <a:r>
              <a:rPr lang="en-US"/>
              <a:t>Enforce Best Practices with Deployment Safeguards</a:t>
            </a:r>
          </a:p>
        </p:txBody>
      </p:sp>
      <p:sp>
        <p:nvSpPr>
          <p:cNvPr id="12" name="sketch line">
            <a:extLst>
              <a:ext uri="{FF2B5EF4-FFF2-40B4-BE49-F238E27FC236}">
                <a16:creationId xmlns:a16="http://schemas.microsoft.com/office/drawing/2014/main" id="{4D239599-EF65-63F1-B5F7-68618B185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111B4D-9FC8-DC2C-DB15-E379962EFC8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18167079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E3E48-0DFE-067E-CAA5-7379842059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36BA6F-A8E9-F4D1-1B0D-1F499F9F8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199149-C6A9-8516-D81A-523FCD81EDD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E4B90DD-01E3-E91E-CBDE-FEC5459EAF6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Enforce Best Practices with Deployment Safeguards</a:t>
            </a:r>
          </a:p>
        </p:txBody>
      </p:sp>
      <p:sp>
        <p:nvSpPr>
          <p:cNvPr id="10" name="sketch line">
            <a:extLst>
              <a:ext uri="{FF2B5EF4-FFF2-40B4-BE49-F238E27FC236}">
                <a16:creationId xmlns:a16="http://schemas.microsoft.com/office/drawing/2014/main" id="{D85E47BA-5FCA-727E-87FF-FA44D166A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389956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FB5B0F-80AC-5F96-77D5-83F3BF44BC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0A28016-8360-B3E1-67D4-11BFCF1CA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B3B492-FEEC-96EC-2678-28C347C47E9A}"/>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01C25137-B5B1-E426-A6CA-36ECD901A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1399D9-43BE-EE60-9A02-5D916FD3FD1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3759554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F2E40E-8A00-63D4-DAA7-CFA1D490EA2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D1B0DD-F3C3-F860-B738-C388D0B7F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5F0E316-6BA6-E131-DA7A-66070FFB4EC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4DE2DAD-BB2B-3DCE-1790-E03C6C44EE7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25DBE9BF-412E-5835-BDF4-7E340345D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196521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20AC2F-4497-18C7-BDD3-4FB7625B750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0FD1B9-FE0B-722A-1291-D87D4AB76B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9C0A19-958F-4434-8EA9-45400EACB44A}"/>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0AAAE888-FD6A-471D-58C3-6BE45141C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33CB2F-578D-E906-7EA7-9252451B33F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55619200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792C2D-EF33-E403-E603-EDEE35C0B7C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D98900-278F-C161-DC59-1CA67B487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64307F-E808-E9BD-672A-6D897A0478D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B32829F-3A40-70A1-A3AA-FAD6A2581AC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74A063DA-4087-002D-C49E-AAFB29B8F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819563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E8D39C-0926-9B98-AD89-2997066CDCF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1E521AE-4BBD-3C3A-4047-5A752D658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66C9BA-739A-4957-3FD7-B78FD425578B}"/>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Enable KMS Data Encryption in AKS</a:t>
            </a:r>
          </a:p>
        </p:txBody>
      </p:sp>
      <p:sp>
        <p:nvSpPr>
          <p:cNvPr id="12" name="sketch line">
            <a:extLst>
              <a:ext uri="{FF2B5EF4-FFF2-40B4-BE49-F238E27FC236}">
                <a16:creationId xmlns:a16="http://schemas.microsoft.com/office/drawing/2014/main" id="{AA8E46A7-2985-927A-B4EC-E04044C22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8CA3E1-197D-A4B3-0495-ABA95198C55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0887250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1D3EB0-021E-29FF-5452-108A67C22F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143182-40FB-7B63-48C5-9E96B9E132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CDA46E-6321-F683-54E8-5698A167FD6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31F64CA-33AA-3F06-EFA9-098FE24C653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KMS Data Encryption in AKS</a:t>
            </a:r>
          </a:p>
        </p:txBody>
      </p:sp>
      <p:sp>
        <p:nvSpPr>
          <p:cNvPr id="10" name="sketch line">
            <a:extLst>
              <a:ext uri="{FF2B5EF4-FFF2-40B4-BE49-F238E27FC236}">
                <a16:creationId xmlns:a16="http://schemas.microsoft.com/office/drawing/2014/main" id="{40E466EC-6EF7-9EB9-C165-E3720B15B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626699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2DAD9-B010-3E33-4E43-E470FA0975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3A1D89-1307-7C26-7810-4A34E5093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4494E0-2079-6F58-95D8-C10F51050690}"/>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Use KMS </a:t>
            </a:r>
            <a:r>
              <a:rPr lang="en-US" err="1"/>
              <a:t>etcd</a:t>
            </a:r>
            <a:r>
              <a:rPr lang="en-US"/>
              <a:t> Encryption (legacy)</a:t>
            </a:r>
          </a:p>
        </p:txBody>
      </p:sp>
      <p:sp>
        <p:nvSpPr>
          <p:cNvPr id="12" name="sketch line">
            <a:extLst>
              <a:ext uri="{FF2B5EF4-FFF2-40B4-BE49-F238E27FC236}">
                <a16:creationId xmlns:a16="http://schemas.microsoft.com/office/drawing/2014/main" id="{03B83F29-5E16-00A9-3F7D-26AB7B96C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F9AC40-60E4-F4F0-54DF-F64A5DB6A73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1939674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875BCD-F5A8-41D4-1218-074853EBF1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A83115-C22F-D54A-865A-8CE279BA0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3AE003A-7B29-789F-5896-ABE00D4B2F5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829C5EF-320C-51B5-970D-92D1381F142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KMS </a:t>
            </a:r>
            <a:r>
              <a:rPr lang="en-US" sz="2400" err="1"/>
              <a:t>etcd</a:t>
            </a:r>
            <a:r>
              <a:rPr lang="en-US" sz="2400"/>
              <a:t> Encryption (legacy)</a:t>
            </a:r>
          </a:p>
        </p:txBody>
      </p:sp>
      <p:sp>
        <p:nvSpPr>
          <p:cNvPr id="10" name="sketch line">
            <a:extLst>
              <a:ext uri="{FF2B5EF4-FFF2-40B4-BE49-F238E27FC236}">
                <a16:creationId xmlns:a16="http://schemas.microsoft.com/office/drawing/2014/main" id="{A267C2AF-6D53-909C-4294-1683A11DF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688695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F63C20-DD31-8984-D8AF-EF3AB74F1B4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E172DBD-6D14-06E8-E3CD-8C962F524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5FAD50-B143-25B0-70C3-FBDDB046C6A5}"/>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Update Key Vault Mode</a:t>
            </a:r>
          </a:p>
        </p:txBody>
      </p:sp>
      <p:sp>
        <p:nvSpPr>
          <p:cNvPr id="12" name="sketch line">
            <a:extLst>
              <a:ext uri="{FF2B5EF4-FFF2-40B4-BE49-F238E27FC236}">
                <a16:creationId xmlns:a16="http://schemas.microsoft.com/office/drawing/2014/main" id="{4B28767C-DF7E-E245-099D-73ECFCB92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CECE059-573D-B80D-5599-971692FDA1A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91237729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4DAD24-8838-5778-FC24-FFF86A5070E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CDC251-EE9D-6662-1D61-79B6A55DD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180AAE1-95E2-D25B-13D4-519FB58F7A8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C49BF28-F6C2-4D36-D18F-4AE74E22F96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Update Key Vault Mode</a:t>
            </a:r>
          </a:p>
        </p:txBody>
      </p:sp>
      <p:sp>
        <p:nvSpPr>
          <p:cNvPr id="10" name="sketch line">
            <a:extLst>
              <a:ext uri="{FF2B5EF4-FFF2-40B4-BE49-F238E27FC236}">
                <a16:creationId xmlns:a16="http://schemas.microsoft.com/office/drawing/2014/main" id="{BBF84ECC-A896-1CE1-9AD3-88E4574B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460963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7882B8-F9D5-9BBE-113D-1DFBB7EBBC6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9F2CB7-FDAC-04EB-DFB3-B898C50D7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440F23-B954-8B2E-F7B8-558B9984D23F}"/>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Migrate to KMS v2</a:t>
            </a:r>
          </a:p>
        </p:txBody>
      </p:sp>
      <p:sp>
        <p:nvSpPr>
          <p:cNvPr id="12" name="sketch line">
            <a:extLst>
              <a:ext uri="{FF2B5EF4-FFF2-40B4-BE49-F238E27FC236}">
                <a16:creationId xmlns:a16="http://schemas.microsoft.com/office/drawing/2014/main" id="{5962E6B3-426E-6B6C-CD9F-AF0B388E7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A2BE9-5C10-9AA6-244B-3EDA4438700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1832721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C6D460-9D82-CD91-5DE0-81BDB334AC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C266E6-992B-D3EC-FD5B-0FEA654E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96B2191-62E2-9F9E-9208-D773A61C47B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339B23C-1D73-A623-12E6-175AF8397BF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to KMS v2</a:t>
            </a:r>
          </a:p>
        </p:txBody>
      </p:sp>
      <p:sp>
        <p:nvSpPr>
          <p:cNvPr id="10" name="sketch line">
            <a:extLst>
              <a:ext uri="{FF2B5EF4-FFF2-40B4-BE49-F238E27FC236}">
                <a16:creationId xmlns:a16="http://schemas.microsoft.com/office/drawing/2014/main" id="{6386399D-9F71-FB9F-2985-49AFAE38E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064759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805535-E375-30EE-A51C-D515B88F225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51BFE9-74C6-EAC8-48D5-692A7450F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6593B1-6DE4-AC45-9DCC-A064EB8682EE}"/>
              </a:ext>
            </a:extLst>
          </p:cNvPr>
          <p:cNvSpPr>
            <a:spLocks noGrp="1"/>
          </p:cNvSpPr>
          <p:nvPr>
            <p:ph type="title"/>
          </p:nvPr>
        </p:nvSpPr>
        <p:spPr>
          <a:xfrm>
            <a:off x="669036" y="370098"/>
            <a:ext cx="11970328" cy="1325563"/>
          </a:xfrm>
        </p:spPr>
        <p:txBody>
          <a:bodyPr vert="horz" lIns="91440" tIns="45720" rIns="91440" bIns="45720" rtlCol="0" anchor="ctr">
            <a:normAutofit/>
          </a:bodyPr>
          <a:lstStyle/>
          <a:p>
            <a:r>
              <a:rPr lang="en-US"/>
              <a:t>Observability for KMS </a:t>
            </a:r>
            <a:r>
              <a:rPr lang="en-US" err="1"/>
              <a:t>etcd</a:t>
            </a:r>
            <a:r>
              <a:rPr lang="en-US"/>
              <a:t> Encryption</a:t>
            </a:r>
          </a:p>
        </p:txBody>
      </p:sp>
      <p:sp>
        <p:nvSpPr>
          <p:cNvPr id="12" name="sketch line">
            <a:extLst>
              <a:ext uri="{FF2B5EF4-FFF2-40B4-BE49-F238E27FC236}">
                <a16:creationId xmlns:a16="http://schemas.microsoft.com/office/drawing/2014/main" id="{F30979DF-3396-7F1B-58B5-7E7801883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220611-B2AA-651E-AD9A-2EE7AB795CC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3567769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9C45E9-93C1-6DCB-2A69-DEB48C90772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535CF2-23E3-C6E8-EFAD-736C30607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623CF3-FCAF-38F5-9608-8D0D56C24E7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F834D26-A842-57E4-0A0E-37ACBF9F651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Observability for KMS </a:t>
            </a:r>
            <a:r>
              <a:rPr lang="en-US" sz="2400" err="1"/>
              <a:t>etcd</a:t>
            </a:r>
            <a:r>
              <a:rPr lang="en-US" sz="2400"/>
              <a:t> Encryption</a:t>
            </a:r>
          </a:p>
        </p:txBody>
      </p:sp>
      <p:sp>
        <p:nvSpPr>
          <p:cNvPr id="10" name="sketch line">
            <a:extLst>
              <a:ext uri="{FF2B5EF4-FFF2-40B4-BE49-F238E27FC236}">
                <a16:creationId xmlns:a16="http://schemas.microsoft.com/office/drawing/2014/main" id="{9F1220B2-37C5-6571-1B94-8A2590704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1671638"/>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3E323-E209-21D5-6D73-A7E33B8F227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FD6ECB-5D03-818D-7087-19C9329EA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2AC3DE-526F-C32C-95DE-6203F56A4C77}"/>
              </a:ext>
            </a:extLst>
          </p:cNvPr>
          <p:cNvSpPr>
            <a:spLocks noGrp="1"/>
          </p:cNvSpPr>
          <p:nvPr>
            <p:ph type="title"/>
          </p:nvPr>
        </p:nvSpPr>
        <p:spPr>
          <a:xfrm>
            <a:off x="218624" y="370098"/>
            <a:ext cx="11970328" cy="1325563"/>
          </a:xfrm>
        </p:spPr>
        <p:txBody>
          <a:bodyPr vert="horz" lIns="91440" tIns="45720" rIns="91440" bIns="45720" rtlCol="0" anchor="ctr">
            <a:normAutofit/>
          </a:bodyPr>
          <a:lstStyle/>
          <a:p>
            <a:pPr algn="ctr"/>
            <a:r>
              <a:rPr lang="en-US"/>
              <a:t>Migrate to KMS with platform-managed or customer-managed keys</a:t>
            </a:r>
          </a:p>
        </p:txBody>
      </p:sp>
      <p:sp>
        <p:nvSpPr>
          <p:cNvPr id="12" name="sketch line">
            <a:extLst>
              <a:ext uri="{FF2B5EF4-FFF2-40B4-BE49-F238E27FC236}">
                <a16:creationId xmlns:a16="http://schemas.microsoft.com/office/drawing/2014/main" id="{6CB05001-2A58-15F3-A174-EF656EB38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AE76AC4-E8D3-9A1C-8CED-E818092EC8D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5558017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C64A2E-9A8E-6DE9-1EDD-C7F2ABD47B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E5E802-362E-B2DE-8B44-E73F9C925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582D9AF-DC75-8923-7028-1CF3D17A84C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3E7E024-CD43-E8E5-2EB5-2608B1F436C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to KMS with platform-managed or customer-managed keys</a:t>
            </a:r>
          </a:p>
        </p:txBody>
      </p:sp>
      <p:sp>
        <p:nvSpPr>
          <p:cNvPr id="10" name="sketch line">
            <a:extLst>
              <a:ext uri="{FF2B5EF4-FFF2-40B4-BE49-F238E27FC236}">
                <a16:creationId xmlns:a16="http://schemas.microsoft.com/office/drawing/2014/main" id="{9E158EFE-808E-9FBF-531D-6BD79602E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358588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6C33EC-85A0-15CF-C39A-C30BCAA3B4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686D0D-471A-05B8-CED9-5FD372EE3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47782-2A7B-36C2-AC70-E548B52C38DC}"/>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Secure Container Access to Resources</a:t>
            </a:r>
          </a:p>
        </p:txBody>
      </p:sp>
      <p:sp>
        <p:nvSpPr>
          <p:cNvPr id="12" name="sketch line">
            <a:extLst>
              <a:ext uri="{FF2B5EF4-FFF2-40B4-BE49-F238E27FC236}">
                <a16:creationId xmlns:a16="http://schemas.microsoft.com/office/drawing/2014/main" id="{DF621B76-B9C5-ABDE-B301-17F977759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3A3D72C-CD9C-87E4-E65E-DB29C6A2789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3317004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695E67-6D20-B26C-E329-D5410016F3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3ECBCC-67F2-E109-676B-BEE466482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2093303-5F21-6038-7F38-720DAABC781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8D9DD14-7E8D-16A1-5B7B-FF0A3AE15E1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Secure Container Access to Resources</a:t>
            </a:r>
          </a:p>
        </p:txBody>
      </p:sp>
      <p:sp>
        <p:nvSpPr>
          <p:cNvPr id="10" name="sketch line">
            <a:extLst>
              <a:ext uri="{FF2B5EF4-FFF2-40B4-BE49-F238E27FC236}">
                <a16:creationId xmlns:a16="http://schemas.microsoft.com/office/drawing/2014/main" id="{CE8AA58C-A5FE-EC75-1E39-5E1DD5BE1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1766094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80FDFA-E84E-7690-7889-F372EEC5D3F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9AA50BE-FA30-3DAA-B52B-C9CFD6C62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C5471C7-C3B5-CF43-C83C-1EF36A1B2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4AD0AFD-A341-0469-5F86-1B8215B10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7AC4A93-B7EE-F575-0876-C5528CDCAFF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Node Security</a:t>
            </a:r>
          </a:p>
        </p:txBody>
      </p:sp>
      <p:sp>
        <p:nvSpPr>
          <p:cNvPr id="13" name="Rectangle 12">
            <a:extLst>
              <a:ext uri="{FF2B5EF4-FFF2-40B4-BE49-F238E27FC236}">
                <a16:creationId xmlns:a16="http://schemas.microsoft.com/office/drawing/2014/main" id="{9F524FBA-93F1-241C-C4FF-7BEBD796F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248220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CD789C-8A02-928B-445C-EED63BC631D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87F4B7-5DCC-B97E-C3E7-8361FA658D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278C30-F80C-E9CD-0B13-C82E91A9B2F4}"/>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BYOK for Azure Managed Disks</a:t>
            </a:r>
          </a:p>
        </p:txBody>
      </p:sp>
      <p:sp>
        <p:nvSpPr>
          <p:cNvPr id="12" name="sketch line">
            <a:extLst>
              <a:ext uri="{FF2B5EF4-FFF2-40B4-BE49-F238E27FC236}">
                <a16:creationId xmlns:a16="http://schemas.microsoft.com/office/drawing/2014/main" id="{FC60B467-9622-3583-3711-5A045E392E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1460966-41CC-E561-655E-918A8C5EB14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9440750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71BA2A-BDCC-3847-C40A-42BDF27C05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A9D59B-80CE-4EB5-9936-6E13FAEBA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D18480F-3CD2-A5A7-0990-9ADCBE77F23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6B31FCA-5C6A-7A4A-671D-ED1561E316E6}"/>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BYOK for Azure Managed Disks</a:t>
            </a:r>
          </a:p>
        </p:txBody>
      </p:sp>
      <p:sp>
        <p:nvSpPr>
          <p:cNvPr id="10" name="sketch line">
            <a:extLst>
              <a:ext uri="{FF2B5EF4-FFF2-40B4-BE49-F238E27FC236}">
                <a16:creationId xmlns:a16="http://schemas.microsoft.com/office/drawing/2014/main" id="{F4B76B3B-885C-46B8-D2F9-DDB29B9E0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289303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E40F7A-FE0B-B15F-44B7-69258BBFD77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6780-A32E-C419-27FC-B8A12BCFB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9016-411B-29A8-6DF7-BD7E5999DBCB}"/>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Enable Host-Based Encryption</a:t>
            </a:r>
          </a:p>
        </p:txBody>
      </p:sp>
      <p:sp>
        <p:nvSpPr>
          <p:cNvPr id="12" name="sketch line">
            <a:extLst>
              <a:ext uri="{FF2B5EF4-FFF2-40B4-BE49-F238E27FC236}">
                <a16:creationId xmlns:a16="http://schemas.microsoft.com/office/drawing/2014/main" id="{24C91E1E-B4B5-0954-AF05-7E276A4A2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370DE98-93F2-096F-2351-39818F4B123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87296032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095FE-289C-3D49-8B7D-525BC807A8D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A58CC9-6CBF-D653-AC57-B151A9870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1C996C4-554B-C62D-8E41-18BB0355589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C10A282-A442-0FC0-0890-6DC51F11A43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Host-Based Encryption</a:t>
            </a:r>
          </a:p>
        </p:txBody>
      </p:sp>
      <p:sp>
        <p:nvSpPr>
          <p:cNvPr id="10" name="sketch line">
            <a:extLst>
              <a:ext uri="{FF2B5EF4-FFF2-40B4-BE49-F238E27FC236}">
                <a16:creationId xmlns:a16="http://schemas.microsoft.com/office/drawing/2014/main" id="{AB1F8540-47C4-D744-59FA-D792121CE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561215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D627E-C938-E3C4-B254-3E973486CC6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931121-E41F-00E8-113D-2DF7094785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8E3BF7-4848-A0F4-0E98-902EC029F819}"/>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Enable FIPS</a:t>
            </a:r>
          </a:p>
        </p:txBody>
      </p:sp>
      <p:sp>
        <p:nvSpPr>
          <p:cNvPr id="12" name="sketch line">
            <a:extLst>
              <a:ext uri="{FF2B5EF4-FFF2-40B4-BE49-F238E27FC236}">
                <a16:creationId xmlns:a16="http://schemas.microsoft.com/office/drawing/2014/main" id="{F1C53400-6881-8A13-CFAC-65DC26960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ECAF4B-4A1B-DE5F-3450-3735C78E377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6643819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CD99EC-98EC-1163-E417-4F298B6412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D648E8-01B8-20A3-7EBC-6B9A777FD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E76EB6F-8B45-B61F-4487-D51E30E9589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BE5E963-4A97-452F-EDEC-C8A8C2431CB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FIPS</a:t>
            </a:r>
          </a:p>
        </p:txBody>
      </p:sp>
      <p:sp>
        <p:nvSpPr>
          <p:cNvPr id="10" name="sketch line">
            <a:extLst>
              <a:ext uri="{FF2B5EF4-FFF2-40B4-BE49-F238E27FC236}">
                <a16:creationId xmlns:a16="http://schemas.microsoft.com/office/drawing/2014/main" id="{1F57534C-63D1-8210-9548-F8D18ADB7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772360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6F137A-0238-34D0-D2C2-2089FB7B735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CC3656D-6447-AD47-9C2A-0A71BD55C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38D88-E9B2-9709-DB03-ABDA84990153}"/>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Use Confidential Virtual Machines</a:t>
            </a:r>
          </a:p>
        </p:txBody>
      </p:sp>
      <p:sp>
        <p:nvSpPr>
          <p:cNvPr id="12" name="sketch line">
            <a:extLst>
              <a:ext uri="{FF2B5EF4-FFF2-40B4-BE49-F238E27FC236}">
                <a16:creationId xmlns:a16="http://schemas.microsoft.com/office/drawing/2014/main" id="{C0CD7C28-0EF9-9703-D8EB-FE4C517A4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05C57C8-0341-5659-9DDB-7C8ADD9D0D7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42146590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62387F-1129-D54C-60DD-2777AD789B5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CE039C-746E-A2BB-4875-92F4586B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5022FB6-D48A-8730-6BF9-23508426D4D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4E14945-C01D-F91E-0DE1-092A1C57EE7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Confidential Virtual Machines</a:t>
            </a:r>
          </a:p>
        </p:txBody>
      </p:sp>
      <p:sp>
        <p:nvSpPr>
          <p:cNvPr id="10" name="sketch line">
            <a:extLst>
              <a:ext uri="{FF2B5EF4-FFF2-40B4-BE49-F238E27FC236}">
                <a16:creationId xmlns:a16="http://schemas.microsoft.com/office/drawing/2014/main" id="{1EAEE87B-FA9E-52A5-5436-62C2D4217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817431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C53032-3F8C-81CE-0036-540A0987331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0E6DB3-C71C-7E91-72F3-A181D42D1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204D50-385C-C1C5-582A-43E181C4172A}"/>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Use Dedicated Hosts with AKS</a:t>
            </a:r>
          </a:p>
        </p:txBody>
      </p:sp>
      <p:sp>
        <p:nvSpPr>
          <p:cNvPr id="12" name="sketch line">
            <a:extLst>
              <a:ext uri="{FF2B5EF4-FFF2-40B4-BE49-F238E27FC236}">
                <a16:creationId xmlns:a16="http://schemas.microsoft.com/office/drawing/2014/main" id="{8BEF8354-E463-0DE6-A44F-CCEF9FAED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0835888-A9E9-DDCA-3076-D2BFFF0ED00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2486336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AB7844-7021-474B-3CFB-F2EE0694C2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EEE586-CBBF-4B8C-814E-3180D3DD2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31DAE2B-027B-1326-15AF-FCA54B888D8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4C5807D-0221-B095-4AB4-023EC946FFF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Dedicated Hosts with AKS</a:t>
            </a:r>
          </a:p>
        </p:txBody>
      </p:sp>
      <p:sp>
        <p:nvSpPr>
          <p:cNvPr id="10" name="sketch line">
            <a:extLst>
              <a:ext uri="{FF2B5EF4-FFF2-40B4-BE49-F238E27FC236}">
                <a16:creationId xmlns:a16="http://schemas.microsoft.com/office/drawing/2014/main" id="{CDCDFEBF-B04F-2342-CB73-3F503524A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978540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5BDDE7-E183-E909-9433-E056382D9E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C42DB1-72E8-4724-59B1-54960C196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E6EB84-D2E4-AE8C-73A6-CA40DBD2FFE6}"/>
              </a:ext>
            </a:extLst>
          </p:cNvPr>
          <p:cNvSpPr>
            <a:spLocks noGrp="1"/>
          </p:cNvSpPr>
          <p:nvPr>
            <p:ph type="title"/>
          </p:nvPr>
        </p:nvSpPr>
        <p:spPr>
          <a:xfrm>
            <a:off x="669036" y="370098"/>
            <a:ext cx="9786528" cy="1325563"/>
          </a:xfrm>
        </p:spPr>
        <p:txBody>
          <a:bodyPr vert="horz" lIns="91440" tIns="45720" rIns="91440" bIns="45720" rtlCol="0" anchor="ctr">
            <a:normAutofit/>
          </a:bodyPr>
          <a:lstStyle/>
          <a:p>
            <a:r>
              <a:rPr lang="en-US"/>
              <a:t>Restrict access to IMDS</a:t>
            </a:r>
          </a:p>
        </p:txBody>
      </p:sp>
      <p:sp>
        <p:nvSpPr>
          <p:cNvPr id="12" name="sketch line">
            <a:extLst>
              <a:ext uri="{FF2B5EF4-FFF2-40B4-BE49-F238E27FC236}">
                <a16:creationId xmlns:a16="http://schemas.microsoft.com/office/drawing/2014/main" id="{905306E4-85E5-A370-11C8-108D2C413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DBCE9F9-4FEB-3EBB-AB53-6F01AA9A3C4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33466803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A33B36-D49F-2633-948B-DC03F16612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6B0483D-AF39-6943-0B79-EE291F477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571D93A-D87C-955E-8E14-364F09281F0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75FA813-03E3-BAED-7121-F1D15D0F9BAC}"/>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Restrict access to IMDS</a:t>
            </a:r>
          </a:p>
        </p:txBody>
      </p:sp>
      <p:sp>
        <p:nvSpPr>
          <p:cNvPr id="10" name="sketch line">
            <a:extLst>
              <a:ext uri="{FF2B5EF4-FFF2-40B4-BE49-F238E27FC236}">
                <a16:creationId xmlns:a16="http://schemas.microsoft.com/office/drawing/2014/main" id="{C51EAE23-85AB-FD16-6906-DB3F9CE576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899656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DC237E-10D7-517D-BD76-EBC7E427B5B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DEC9E65-BEDC-0705-AE16-470454D44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0DE6B9B-4881-601E-06BE-142ACBB37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E35DE1CA-FFBE-0C40-713D-0DF218DE0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519881-E390-935D-6752-729AB6A35CB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Authentication and Authorization</a:t>
            </a:r>
          </a:p>
        </p:txBody>
      </p:sp>
      <p:sp>
        <p:nvSpPr>
          <p:cNvPr id="13" name="Rectangle 12">
            <a:extLst>
              <a:ext uri="{FF2B5EF4-FFF2-40B4-BE49-F238E27FC236}">
                <a16:creationId xmlns:a16="http://schemas.microsoft.com/office/drawing/2014/main" id="{9293DA3B-ED1E-2375-CBF7-F73AE2FA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33017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DB95D-E335-EE9D-8EE5-E8491F0D04C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7D4573-DAB8-0CDA-F045-C7634B66B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0B9DDA-6C2F-97BF-A253-ADBC6A744D97}"/>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Authentication and authorization best practices</a:t>
            </a:r>
          </a:p>
        </p:txBody>
      </p:sp>
      <p:sp>
        <p:nvSpPr>
          <p:cNvPr id="12" name="sketch line">
            <a:extLst>
              <a:ext uri="{FF2B5EF4-FFF2-40B4-BE49-F238E27FC236}">
                <a16:creationId xmlns:a16="http://schemas.microsoft.com/office/drawing/2014/main" id="{C3F2413B-69FB-C0BA-1076-87D122C9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3E24745-0036-DDCB-F1FC-0F49360E7EDB}"/>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9678138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0B1BB9-5692-1E77-48F7-CF34DE3B8DA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B6FFF-436E-0346-0507-EF5A2C5C3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0DD9C-870A-AD96-3D7E-B08966941582}"/>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Use Managed Identities</a:t>
            </a:r>
          </a:p>
        </p:txBody>
      </p:sp>
      <p:sp>
        <p:nvSpPr>
          <p:cNvPr id="12" name="sketch line">
            <a:extLst>
              <a:ext uri="{FF2B5EF4-FFF2-40B4-BE49-F238E27FC236}">
                <a16:creationId xmlns:a16="http://schemas.microsoft.com/office/drawing/2014/main" id="{3581C335-670A-1079-06CE-8A004A54D4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9D04B8-3D82-6AC4-4F17-1AC310A0057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86835356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914EC1-01D2-34B4-7317-47AA6F45AF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C02DFD-0ABE-2739-0527-9230AF5BC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D57A790-205F-A602-2AB4-42F0C832CE3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E63E2F6C-42FD-4189-E355-29CF42B2CB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Managed Identities</a:t>
            </a:r>
          </a:p>
        </p:txBody>
      </p:sp>
      <p:sp>
        <p:nvSpPr>
          <p:cNvPr id="10" name="sketch line">
            <a:extLst>
              <a:ext uri="{FF2B5EF4-FFF2-40B4-BE49-F238E27FC236}">
                <a16:creationId xmlns:a16="http://schemas.microsoft.com/office/drawing/2014/main" id="{39A124B8-A378-4126-9BF8-EB9DC2B7E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749292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4CAB7-0BB2-EB3E-A5A5-8270BCCB9A6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3BD976-DFCA-04B3-53F8-390FDAC10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98924-D08C-721D-6A87-28CE0839F2FB}"/>
              </a:ext>
            </a:extLst>
          </p:cNvPr>
          <p:cNvSpPr>
            <a:spLocks noGrp="1"/>
          </p:cNvSpPr>
          <p:nvPr>
            <p:ph type="title"/>
          </p:nvPr>
        </p:nvSpPr>
        <p:spPr>
          <a:xfrm>
            <a:off x="669036" y="370098"/>
            <a:ext cx="11023092" cy="1325563"/>
          </a:xfrm>
        </p:spPr>
        <p:txBody>
          <a:bodyPr vert="horz" lIns="91440" tIns="45720" rIns="91440" bIns="45720" rtlCol="0" anchor="ctr">
            <a:normAutofit/>
          </a:bodyPr>
          <a:lstStyle/>
          <a:p>
            <a:r>
              <a:rPr lang="en-US"/>
              <a:t>Create Service Principal</a:t>
            </a:r>
          </a:p>
        </p:txBody>
      </p:sp>
      <p:sp>
        <p:nvSpPr>
          <p:cNvPr id="12" name="sketch line">
            <a:extLst>
              <a:ext uri="{FF2B5EF4-FFF2-40B4-BE49-F238E27FC236}">
                <a16:creationId xmlns:a16="http://schemas.microsoft.com/office/drawing/2014/main" id="{7E3F1343-1D41-8B61-C928-63D8A361E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06D1E63-8882-7173-2E19-195ED7D1610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2720027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052188-C5D5-A228-E4A9-10B86271D8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4A8D96-26A0-1B53-C0FA-A548621125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A1ABAA5-8E75-DE48-ECF2-8F2B4CB3AC4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7D51C69-B98A-C7C2-0DDC-7683E42CE4A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Service Principal</a:t>
            </a:r>
          </a:p>
        </p:txBody>
      </p:sp>
      <p:sp>
        <p:nvSpPr>
          <p:cNvPr id="10" name="sketch line">
            <a:extLst>
              <a:ext uri="{FF2B5EF4-FFF2-40B4-BE49-F238E27FC236}">
                <a16:creationId xmlns:a16="http://schemas.microsoft.com/office/drawing/2014/main" id="{9E9DD8E6-88A4-6538-175E-8B94F8D6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490128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322E7-CCBF-310A-216D-5B0D833A5B4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D8C152-5395-0723-3A4A-9894B5391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899A72-703E-7AEB-632A-97540EB6FFEC}"/>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Enable AKS-Managed Microsoft Entra Integration</a:t>
            </a:r>
          </a:p>
        </p:txBody>
      </p:sp>
      <p:sp>
        <p:nvSpPr>
          <p:cNvPr id="12" name="sketch line">
            <a:extLst>
              <a:ext uri="{FF2B5EF4-FFF2-40B4-BE49-F238E27FC236}">
                <a16:creationId xmlns:a16="http://schemas.microsoft.com/office/drawing/2014/main" id="{16070F2D-FBD3-183A-2285-4FAA0D156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ADD536-D1F9-5F42-BC18-0DFEF99EBA7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66922524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D23E56-D00A-8321-E58B-1170D9C35F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09C12C-12F6-E7BA-930E-BDA1A0AB1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259E0C2-E262-8069-2D0F-F1DEE4C4A05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8A5B698-4BD1-FEF1-E937-773AB1F1BC1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AKS-Managed Microsoft Entra Integration</a:t>
            </a:r>
          </a:p>
        </p:txBody>
      </p:sp>
      <p:sp>
        <p:nvSpPr>
          <p:cNvPr id="10" name="sketch line">
            <a:extLst>
              <a:ext uri="{FF2B5EF4-FFF2-40B4-BE49-F238E27FC236}">
                <a16:creationId xmlns:a16="http://schemas.microsoft.com/office/drawing/2014/main" id="{6792C811-A43E-79BB-2DEB-EE3F8018F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598119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0DAC57-8B52-913F-B376-FD31A2ECF98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756CB4-29A5-239B-93BE-FA8238D7F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C3E7E8-EFFD-5E94-9A11-1567908009C0}"/>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Manage Local Accounts</a:t>
            </a:r>
          </a:p>
        </p:txBody>
      </p:sp>
      <p:sp>
        <p:nvSpPr>
          <p:cNvPr id="12" name="sketch line">
            <a:extLst>
              <a:ext uri="{FF2B5EF4-FFF2-40B4-BE49-F238E27FC236}">
                <a16:creationId xmlns:a16="http://schemas.microsoft.com/office/drawing/2014/main" id="{0A704B35-EAD6-716D-D5D6-9206A2CC0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888EAC5-DF5B-56FD-04D7-B0308B629FB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87921457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C6D0DD-A43D-DAFE-67D9-35AB8C4D26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6A0B03-D33F-9CA7-102C-C8B3D25E5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67C3DFA-9D2E-58F3-AAA4-B8D250FC9FD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709302D-4092-AD1B-8CF1-452AE8FBF11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Manage Local Accounts</a:t>
            </a:r>
          </a:p>
        </p:txBody>
      </p:sp>
      <p:sp>
        <p:nvSpPr>
          <p:cNvPr id="10" name="sketch line">
            <a:extLst>
              <a:ext uri="{FF2B5EF4-FFF2-40B4-BE49-F238E27FC236}">
                <a16:creationId xmlns:a16="http://schemas.microsoft.com/office/drawing/2014/main" id="{4C155BA1-CDA4-9A69-A688-79165F3A7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311001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46588-A876-CC5D-201E-920A796343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5ADFCB-A8EA-8686-75DE-AC3A61DD0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FD5262-9B91-7892-8EBC-CE5562186096}"/>
              </a:ext>
            </a:extLst>
          </p:cNvPr>
          <p:cNvSpPr>
            <a:spLocks noGrp="1"/>
          </p:cNvSpPr>
          <p:nvPr>
            <p:ph type="title"/>
          </p:nvPr>
        </p:nvSpPr>
        <p:spPr>
          <a:xfrm>
            <a:off x="669036" y="370098"/>
            <a:ext cx="11519916" cy="1325563"/>
          </a:xfrm>
        </p:spPr>
        <p:txBody>
          <a:bodyPr vert="horz" lIns="91440" tIns="45720" rIns="91440" bIns="45720" rtlCol="0" anchor="ctr">
            <a:normAutofit/>
          </a:bodyPr>
          <a:lstStyle/>
          <a:p>
            <a:pPr algn="ctr"/>
            <a:r>
              <a:rPr lang="en-US"/>
              <a:t>Cluster and Node Access Control with Conditional Access</a:t>
            </a:r>
          </a:p>
        </p:txBody>
      </p:sp>
      <p:sp>
        <p:nvSpPr>
          <p:cNvPr id="12" name="sketch line">
            <a:extLst>
              <a:ext uri="{FF2B5EF4-FFF2-40B4-BE49-F238E27FC236}">
                <a16:creationId xmlns:a16="http://schemas.microsoft.com/office/drawing/2014/main" id="{E2AD23F1-1621-7B3E-97E5-2F6427B6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019660-069F-AB19-12AA-FE3258A5660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56097939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05878B-8575-36DA-4E5A-A4DDDC3034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EF851D-A7C8-720D-40E2-B853E626D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470666-273C-7645-DA6D-00792F17308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82A56D0-BD8F-C72C-87D2-D304008CB7F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Cluster and Node Access Control with Conditional Access</a:t>
            </a:r>
          </a:p>
        </p:txBody>
      </p:sp>
      <p:sp>
        <p:nvSpPr>
          <p:cNvPr id="10" name="sketch line">
            <a:extLst>
              <a:ext uri="{FF2B5EF4-FFF2-40B4-BE49-F238E27FC236}">
                <a16:creationId xmlns:a16="http://schemas.microsoft.com/office/drawing/2014/main" id="{6C80448A-2C55-3836-3116-A50117A87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151388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7F5460-7A50-D7B2-5702-90BA06E3534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E6D18B-9742-298E-1244-ACE111A61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9C530-B214-3AE7-2CD3-D5E9D9371CAC}"/>
              </a:ext>
            </a:extLst>
          </p:cNvPr>
          <p:cNvSpPr>
            <a:spLocks noGrp="1"/>
          </p:cNvSpPr>
          <p:nvPr>
            <p:ph type="title"/>
          </p:nvPr>
        </p:nvSpPr>
        <p:spPr>
          <a:xfrm>
            <a:off x="669036" y="370098"/>
            <a:ext cx="11519916" cy="1325563"/>
          </a:xfrm>
        </p:spPr>
        <p:txBody>
          <a:bodyPr vert="horz" lIns="91440" tIns="45720" rIns="91440" bIns="45720" rtlCol="0" anchor="ctr">
            <a:normAutofit/>
          </a:bodyPr>
          <a:lstStyle/>
          <a:p>
            <a:pPr algn="ctr"/>
            <a:r>
              <a:rPr lang="en-US"/>
              <a:t>Cluster and node access control with Privileged Identity Management</a:t>
            </a:r>
          </a:p>
        </p:txBody>
      </p:sp>
      <p:sp>
        <p:nvSpPr>
          <p:cNvPr id="12" name="sketch line">
            <a:extLst>
              <a:ext uri="{FF2B5EF4-FFF2-40B4-BE49-F238E27FC236}">
                <a16:creationId xmlns:a16="http://schemas.microsoft.com/office/drawing/2014/main" id="{E6DEFF0A-B47B-839E-176D-FF34DB116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4E1643-D479-BD96-4D0A-BE513091FE3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29515694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046A1-5B55-90CF-E8DC-C895489837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450CAD-FCED-8B56-7FB3-9E6A7FA5D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A45418B-61F2-DCA5-D12E-208EC6DCF5E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BBBDD78-E151-DE20-6BB3-44A8444936C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Cluster and Node Access Control with Privileged Identity Management</a:t>
            </a:r>
          </a:p>
        </p:txBody>
      </p:sp>
      <p:sp>
        <p:nvSpPr>
          <p:cNvPr id="10" name="sketch line">
            <a:extLst>
              <a:ext uri="{FF2B5EF4-FFF2-40B4-BE49-F238E27FC236}">
                <a16:creationId xmlns:a16="http://schemas.microsoft.com/office/drawing/2014/main" id="{50E7C93D-FE4C-91A0-0E79-3E6FCA0BF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482895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12873-A345-0D65-92AA-CA1085345C6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66490C-F20D-6FF6-E04C-189999674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D7FE2-57DE-11BD-C7FC-5B0B78B90CB2}"/>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Microsoft Entra Integration (Legacy)</a:t>
            </a:r>
          </a:p>
        </p:txBody>
      </p:sp>
      <p:sp>
        <p:nvSpPr>
          <p:cNvPr id="12" name="sketch line">
            <a:extLst>
              <a:ext uri="{FF2B5EF4-FFF2-40B4-BE49-F238E27FC236}">
                <a16:creationId xmlns:a16="http://schemas.microsoft.com/office/drawing/2014/main" id="{A55F0042-B334-2F00-7954-948AD7C29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4EB4AF4-E812-FF2E-F522-35B7F780D4E7}"/>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4157492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C123B1-07A6-124F-58E0-F62D67729E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108FD66-4CBF-D012-D907-A6F68897E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7E7F0AC-50E3-A7EE-1B37-6002F0A81BF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20C24CB8-A6F1-0CC7-4B64-7B785A005756}"/>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Microsoft Entra Integration (Legacy)</a:t>
            </a:r>
          </a:p>
        </p:txBody>
      </p:sp>
      <p:sp>
        <p:nvSpPr>
          <p:cNvPr id="10" name="sketch line">
            <a:extLst>
              <a:ext uri="{FF2B5EF4-FFF2-40B4-BE49-F238E27FC236}">
                <a16:creationId xmlns:a16="http://schemas.microsoft.com/office/drawing/2014/main" id="{76C74185-9420-9825-8B99-9A020E373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213223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A47B5F-DD7E-7193-D367-24F6F01275A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3C7CFC-8040-971A-5162-F30946431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AF1BB1-7657-7C4A-395F-4ADBC5A15AD8}"/>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Enable GMSA Integration</a:t>
            </a:r>
          </a:p>
        </p:txBody>
      </p:sp>
      <p:sp>
        <p:nvSpPr>
          <p:cNvPr id="12" name="sketch line">
            <a:extLst>
              <a:ext uri="{FF2B5EF4-FFF2-40B4-BE49-F238E27FC236}">
                <a16:creationId xmlns:a16="http://schemas.microsoft.com/office/drawing/2014/main" id="{D16AE3F0-3FF4-4059-FD1A-D6610E488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0E49FD0-848C-3252-E355-3274A5AB994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85256816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A8A9F8-152B-4C65-176D-E119986512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0074D6-E27F-C04A-C7C9-061ABBBF0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A515FD1-C787-107E-CDD0-8668C69AC24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B0347DC-A366-A6DC-41E7-75DB0195C1C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Enable GMSA Integration</a:t>
            </a:r>
          </a:p>
        </p:txBody>
      </p:sp>
      <p:sp>
        <p:nvSpPr>
          <p:cNvPr id="10" name="sketch line">
            <a:extLst>
              <a:ext uri="{FF2B5EF4-FFF2-40B4-BE49-F238E27FC236}">
                <a16:creationId xmlns:a16="http://schemas.microsoft.com/office/drawing/2014/main" id="{7874F5AB-E845-7D64-DCFD-C28DB1E70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314686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A0905E-D76A-165D-70A1-465B093DC8A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03C2BA-C63C-A3CF-DDDE-D78CF37804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56326-4398-3B8B-6CAD-73EE27BBCA62}"/>
              </a:ext>
            </a:extLst>
          </p:cNvPr>
          <p:cNvSpPr>
            <a:spLocks noGrp="1"/>
          </p:cNvSpPr>
          <p:nvPr>
            <p:ph type="title"/>
          </p:nvPr>
        </p:nvSpPr>
        <p:spPr>
          <a:xfrm>
            <a:off x="669036" y="370098"/>
            <a:ext cx="11519916" cy="1325563"/>
          </a:xfrm>
        </p:spPr>
        <p:txBody>
          <a:bodyPr vert="horz" lIns="91440" tIns="45720" rIns="91440" bIns="45720" rtlCol="0" anchor="ctr">
            <a:normAutofit/>
          </a:bodyPr>
          <a:lstStyle/>
          <a:p>
            <a:r>
              <a:rPr lang="en-US"/>
              <a:t>Use Azure RBAC for Kubernetes Authorization</a:t>
            </a:r>
          </a:p>
        </p:txBody>
      </p:sp>
      <p:sp>
        <p:nvSpPr>
          <p:cNvPr id="12" name="sketch line">
            <a:extLst>
              <a:ext uri="{FF2B5EF4-FFF2-40B4-BE49-F238E27FC236}">
                <a16:creationId xmlns:a16="http://schemas.microsoft.com/office/drawing/2014/main" id="{CE020DCE-E559-3D1D-C78C-A1567ABE4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CD13A3-856E-8BF6-C92C-CEEDD326025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895975024"/>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3D2272-2C30-8006-393C-C013A94C49A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4A0823-ECAD-FB90-95BF-A4F9BFF5F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910AF3A-BD9E-1784-521E-5D607BB3535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66E8DBC-5CF4-6B7D-979C-6464C3DE60E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Azure RBAC for Kubernetes Authorization</a:t>
            </a:r>
          </a:p>
        </p:txBody>
      </p:sp>
      <p:sp>
        <p:nvSpPr>
          <p:cNvPr id="10" name="sketch line">
            <a:extLst>
              <a:ext uri="{FF2B5EF4-FFF2-40B4-BE49-F238E27FC236}">
                <a16:creationId xmlns:a16="http://schemas.microsoft.com/office/drawing/2014/main" id="{7CC3421B-4587-B3D4-CCF1-5398D2A195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138486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9E209F-5E31-ADEE-3BA1-F94322EF349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838E4E-3F9D-B227-C4AE-1C0863376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B7DDD-BFE6-2746-772A-769BDE1F21CA}"/>
              </a:ext>
            </a:extLst>
          </p:cNvPr>
          <p:cNvSpPr>
            <a:spLocks noGrp="1"/>
          </p:cNvSpPr>
          <p:nvPr>
            <p:ph type="title"/>
          </p:nvPr>
        </p:nvSpPr>
        <p:spPr>
          <a:xfrm>
            <a:off x="-45879" y="370098"/>
            <a:ext cx="12455837" cy="1325563"/>
          </a:xfrm>
        </p:spPr>
        <p:txBody>
          <a:bodyPr vert="horz" lIns="91440" tIns="45720" rIns="91440" bIns="45720" rtlCol="0" anchor="ctr">
            <a:normAutofit/>
          </a:bodyPr>
          <a:lstStyle/>
          <a:p>
            <a:r>
              <a:rPr lang="en-US"/>
              <a:t>Use Kubernetes RBAC with Microsoft Entra Integration</a:t>
            </a:r>
          </a:p>
        </p:txBody>
      </p:sp>
      <p:sp>
        <p:nvSpPr>
          <p:cNvPr id="12" name="sketch line">
            <a:extLst>
              <a:ext uri="{FF2B5EF4-FFF2-40B4-BE49-F238E27FC236}">
                <a16:creationId xmlns:a16="http://schemas.microsoft.com/office/drawing/2014/main" id="{BAB6F620-C711-3872-D63F-4EB6BED78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F52DD7-45E9-D6B7-0A76-D8B24BAE5B5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91215636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0E2538-DF29-6C08-91A5-F30AE24D7A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FA2AD3-21F0-F849-E8BE-819EA161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BD387E-606C-539B-4765-955B4FF9589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E866EAB0-9F66-9075-96C8-6D9F3E6E10E2}"/>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Kubernetes RBAC with Microsoft Entra Integration</a:t>
            </a:r>
          </a:p>
        </p:txBody>
      </p:sp>
      <p:sp>
        <p:nvSpPr>
          <p:cNvPr id="10" name="sketch line">
            <a:extLst>
              <a:ext uri="{FF2B5EF4-FFF2-40B4-BE49-F238E27FC236}">
                <a16:creationId xmlns:a16="http://schemas.microsoft.com/office/drawing/2014/main" id="{1005CDA6-A983-92B5-E854-93DF5AF4F1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3447059"/>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FE5153-BAF1-D7D6-38C3-553C7A4F97B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F3C3AF-CCB5-D015-FD05-EC34F4A93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1DD87-E5FF-7CF4-8259-5001A1FA8B00}"/>
              </a:ext>
            </a:extLst>
          </p:cNvPr>
          <p:cNvSpPr>
            <a:spLocks noGrp="1"/>
          </p:cNvSpPr>
          <p:nvPr>
            <p:ph type="title"/>
          </p:nvPr>
        </p:nvSpPr>
        <p:spPr>
          <a:xfrm>
            <a:off x="-46180" y="370098"/>
            <a:ext cx="12598400" cy="1325563"/>
          </a:xfrm>
        </p:spPr>
        <p:txBody>
          <a:bodyPr vert="horz" lIns="91440" tIns="45720" rIns="91440" bIns="45720" rtlCol="0" anchor="ctr">
            <a:normAutofit/>
          </a:bodyPr>
          <a:lstStyle/>
          <a:p>
            <a:r>
              <a:rPr lang="en-US"/>
              <a:t>Use Kubernetes RBAC with Microsoft Entra Integration</a:t>
            </a:r>
          </a:p>
        </p:txBody>
      </p:sp>
      <p:sp>
        <p:nvSpPr>
          <p:cNvPr id="12" name="sketch line">
            <a:extLst>
              <a:ext uri="{FF2B5EF4-FFF2-40B4-BE49-F238E27FC236}">
                <a16:creationId xmlns:a16="http://schemas.microsoft.com/office/drawing/2014/main" id="{8969231E-833D-D3F5-8703-7051311B5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B391437-B472-D358-1A8B-5B0377CD8D9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366881976"/>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693A26-4944-4411-8EE5-A4882E3B97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7CDE21-D611-205D-E653-1675A460E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3800E2F-58DA-294F-5F92-C20C2EA3B0F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8B371977-67A9-3158-6011-950C1920EA2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Kubernetes RBAC with Microsoft Entra Integration</a:t>
            </a:r>
          </a:p>
        </p:txBody>
      </p:sp>
      <p:sp>
        <p:nvSpPr>
          <p:cNvPr id="10" name="sketch line">
            <a:extLst>
              <a:ext uri="{FF2B5EF4-FFF2-40B4-BE49-F238E27FC236}">
                <a16:creationId xmlns:a16="http://schemas.microsoft.com/office/drawing/2014/main" id="{166B1C4E-77FB-C847-5082-D596B155F2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374969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9DED2C-9303-C884-276D-979F9BB03D5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CCF97D-AF3D-89FB-DB1C-E549692A8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A4B2BF-D033-16AF-1BB1-B2CAFCC8BA3A}"/>
              </a:ext>
            </a:extLst>
          </p:cNvPr>
          <p:cNvSpPr>
            <a:spLocks noGrp="1"/>
          </p:cNvSpPr>
          <p:nvPr>
            <p:ph type="title"/>
          </p:nvPr>
        </p:nvSpPr>
        <p:spPr>
          <a:xfrm>
            <a:off x="600365" y="370098"/>
            <a:ext cx="12598400" cy="1325563"/>
          </a:xfrm>
        </p:spPr>
        <p:txBody>
          <a:bodyPr vert="horz" lIns="91440" tIns="45720" rIns="91440" bIns="45720" rtlCol="0" anchor="ctr">
            <a:normAutofit/>
          </a:bodyPr>
          <a:lstStyle/>
          <a:p>
            <a:r>
              <a:rPr lang="en-US"/>
              <a:t>Update Cluster Credentials</a:t>
            </a:r>
          </a:p>
        </p:txBody>
      </p:sp>
      <p:sp>
        <p:nvSpPr>
          <p:cNvPr id="12" name="sketch line">
            <a:extLst>
              <a:ext uri="{FF2B5EF4-FFF2-40B4-BE49-F238E27FC236}">
                <a16:creationId xmlns:a16="http://schemas.microsoft.com/office/drawing/2014/main" id="{6A1D9557-C8A9-AF2F-C420-915726AAF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D781C5-EB6A-1B7E-3C5C-7F71CF266AF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749380583"/>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E6DC0-FD30-706B-E013-CB7D2D51A4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A31137-DC69-360D-828A-7FFF01F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C8DA8B1-8306-A5A3-F9CE-3B3BAB8C39C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A295097-8D48-4F79-B98D-508B023D9E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Update Cluster Credentials</a:t>
            </a:r>
          </a:p>
        </p:txBody>
      </p:sp>
      <p:sp>
        <p:nvSpPr>
          <p:cNvPr id="10" name="sketch line">
            <a:extLst>
              <a:ext uri="{FF2B5EF4-FFF2-40B4-BE49-F238E27FC236}">
                <a16:creationId xmlns:a16="http://schemas.microsoft.com/office/drawing/2014/main" id="{1E2266DE-D505-19F8-E8D7-BD83332B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22302599"/>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D71629-13E5-CD7B-52B4-D7C16802CC3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1410FD-81E7-B08D-0C7F-01D06BD0F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E1971-CB27-B165-8CB3-7EEB121B7255}"/>
              </a:ext>
            </a:extLst>
          </p:cNvPr>
          <p:cNvSpPr>
            <a:spLocks noGrp="1"/>
          </p:cNvSpPr>
          <p:nvPr>
            <p:ph type="title"/>
          </p:nvPr>
        </p:nvSpPr>
        <p:spPr>
          <a:xfrm>
            <a:off x="600365" y="370098"/>
            <a:ext cx="10021453" cy="1325563"/>
          </a:xfrm>
        </p:spPr>
        <p:txBody>
          <a:bodyPr vert="horz" lIns="91440" tIns="45720" rIns="91440" bIns="45720" rtlCol="0" anchor="ctr">
            <a:normAutofit/>
          </a:bodyPr>
          <a:lstStyle/>
          <a:p>
            <a:r>
              <a:rPr lang="en-US"/>
              <a:t>Limit Access to Cluster Configuration File</a:t>
            </a:r>
          </a:p>
        </p:txBody>
      </p:sp>
      <p:sp>
        <p:nvSpPr>
          <p:cNvPr id="12" name="sketch line">
            <a:extLst>
              <a:ext uri="{FF2B5EF4-FFF2-40B4-BE49-F238E27FC236}">
                <a16:creationId xmlns:a16="http://schemas.microsoft.com/office/drawing/2014/main" id="{4F7898BA-3F67-A2CE-1AAD-133948DA3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3ED24F3-52DC-6745-1F4F-D192E850176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77020821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3D879E-9E27-93BF-D47C-A6247CDACD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042C0C6-E330-4BF6-6F54-B02CD1DFF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E84AD11-F7C0-D2E3-4003-4E23002D3E7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551D8FC-E8B2-E702-260E-C8F47094529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Limit Access to Cluster Configuration File</a:t>
            </a:r>
          </a:p>
        </p:txBody>
      </p:sp>
      <p:sp>
        <p:nvSpPr>
          <p:cNvPr id="10" name="sketch line">
            <a:extLst>
              <a:ext uri="{FF2B5EF4-FFF2-40B4-BE49-F238E27FC236}">
                <a16:creationId xmlns:a16="http://schemas.microsoft.com/office/drawing/2014/main" id="{7FE2CEBB-64E3-D7CC-91AC-360DFD9A2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406219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B666D9-0C01-4A49-379D-F284E315806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38DE11-8C11-DCE0-64CD-ECAE11C2F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47C7E2-CCA3-F6AD-D4D2-AF6C70357106}"/>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External Identity Provider Authentication Overview</a:t>
            </a:r>
          </a:p>
        </p:txBody>
      </p:sp>
      <p:sp>
        <p:nvSpPr>
          <p:cNvPr id="12" name="sketch line">
            <a:extLst>
              <a:ext uri="{FF2B5EF4-FFF2-40B4-BE49-F238E27FC236}">
                <a16:creationId xmlns:a16="http://schemas.microsoft.com/office/drawing/2014/main" id="{790A018F-726B-ECAB-8037-3ADBEB0FBD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6A6765E-F160-C3FC-097F-DE012084072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22382897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D4A0AC-3EE5-EF4D-FC6C-FC7E35F1B6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30170E-4282-71B0-C270-3431C2DA5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A46AE56-7CF1-5664-DC96-ABB383AC25E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A25BE88-E3E9-A08E-9CD0-8CA213EBFAC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External Identity Provider Authentication Overview</a:t>
            </a:r>
          </a:p>
        </p:txBody>
      </p:sp>
      <p:sp>
        <p:nvSpPr>
          <p:cNvPr id="10" name="sketch line">
            <a:extLst>
              <a:ext uri="{FF2B5EF4-FFF2-40B4-BE49-F238E27FC236}">
                <a16:creationId xmlns:a16="http://schemas.microsoft.com/office/drawing/2014/main" id="{EF379D01-6F02-08C7-41C3-F4F2758E5A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908843"/>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8DAF90-0620-F195-9EA6-1C13872C202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BEFD1C-6C49-9395-1603-5C1A19996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D141F-7422-07D5-C62A-221B6A9D486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External Identity Providers</a:t>
            </a:r>
          </a:p>
        </p:txBody>
      </p:sp>
      <p:sp>
        <p:nvSpPr>
          <p:cNvPr id="12" name="sketch line">
            <a:extLst>
              <a:ext uri="{FF2B5EF4-FFF2-40B4-BE49-F238E27FC236}">
                <a16:creationId xmlns:a16="http://schemas.microsoft.com/office/drawing/2014/main" id="{1AA5E465-7E87-DEC6-3A80-CAFBD449F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10A754-D277-1EDC-3DA2-88C363D46D1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07848780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DEE7D0-87B4-BE5F-6ED7-1DA12D3FD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94E34D-3FD3-85BB-C0F5-57744D5D9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69D273-70D0-BD2E-7005-3B2675901F0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C582E8D-BA97-7E1F-4790-BF0AD3FDADF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Configure External Identity Providers</a:t>
            </a:r>
          </a:p>
        </p:txBody>
      </p:sp>
      <p:sp>
        <p:nvSpPr>
          <p:cNvPr id="10" name="sketch line">
            <a:extLst>
              <a:ext uri="{FF2B5EF4-FFF2-40B4-BE49-F238E27FC236}">
                <a16:creationId xmlns:a16="http://schemas.microsoft.com/office/drawing/2014/main" id="{3C672906-93F3-1DC0-6CE1-8257F9A73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571806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892844-BE25-76EA-E505-11C4DA48A3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A76ADA-3C4C-12A7-9E76-700096609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443F6-2D54-B799-38C4-17CB4618D403}"/>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Control Deployments with Azure Policy</a:t>
            </a:r>
          </a:p>
        </p:txBody>
      </p:sp>
      <p:sp>
        <p:nvSpPr>
          <p:cNvPr id="12" name="sketch line">
            <a:extLst>
              <a:ext uri="{FF2B5EF4-FFF2-40B4-BE49-F238E27FC236}">
                <a16:creationId xmlns:a16="http://schemas.microsoft.com/office/drawing/2014/main" id="{1EFD2F79-AEFF-2D94-0103-C488440FE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9BA1B5-CEBD-EC04-9B38-76E36148C863}"/>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58547476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313C9F-8CD0-0AB6-A617-05891C4A0B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509603-85EB-8154-E8F6-7A82464A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71B16A1-87F6-1592-2521-1EFAF681553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10DB8FF7-0625-093B-0E97-35D2E66C6B1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Control Deployments with Azure Policy</a:t>
            </a:r>
          </a:p>
        </p:txBody>
      </p:sp>
      <p:sp>
        <p:nvSpPr>
          <p:cNvPr id="10" name="sketch line">
            <a:extLst>
              <a:ext uri="{FF2B5EF4-FFF2-40B4-BE49-F238E27FC236}">
                <a16:creationId xmlns:a16="http://schemas.microsoft.com/office/drawing/2014/main" id="{A838535C-E118-3A08-4D28-8A01843FF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7801573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DE65B4-851B-09EC-D40B-FFE4BB61226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C1AA650-790C-AA60-9DBA-0C2CF56DE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811A1EFE-E247-264A-BD69-60FA70D56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DB57B304-AF40-7313-4AC0-0EFB15A85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147A16-468A-3465-32F2-30A32CBAEE5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Application Security</a:t>
            </a:r>
          </a:p>
        </p:txBody>
      </p:sp>
      <p:sp>
        <p:nvSpPr>
          <p:cNvPr id="13" name="Rectangle 12">
            <a:extLst>
              <a:ext uri="{FF2B5EF4-FFF2-40B4-BE49-F238E27FC236}">
                <a16:creationId xmlns:a16="http://schemas.microsoft.com/office/drawing/2014/main" id="{E0CD5FE8-9F16-E6A4-E3CC-B74E0A49B1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48828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190C4-927A-9180-2047-F2BA7D5E427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6EBB76-C1F5-14CF-78E6-BE8D03887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52F211-DCA1-B027-0012-C233F89082D8}"/>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Create an OIDC Issuer for your Cluster</a:t>
            </a:r>
          </a:p>
        </p:txBody>
      </p:sp>
      <p:sp>
        <p:nvSpPr>
          <p:cNvPr id="12" name="sketch line">
            <a:extLst>
              <a:ext uri="{FF2B5EF4-FFF2-40B4-BE49-F238E27FC236}">
                <a16:creationId xmlns:a16="http://schemas.microsoft.com/office/drawing/2014/main" id="{57016CC9-F7F0-BFE4-EFF3-1CC5BB9D0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0C9604-7CE8-BEFA-90E2-71FAF82B899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5970956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FEA48-3157-D30D-46BC-628DBBA136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6C3B050-5EF4-190F-DC72-E3C52ABFD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79F2DA3-5DF7-6ABD-827B-EFA15046357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C4DCCB4-5E36-DD86-1003-2457DE4C624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Create an OIDC Issuer for your Cluster</a:t>
            </a:r>
          </a:p>
        </p:txBody>
      </p:sp>
      <p:sp>
        <p:nvSpPr>
          <p:cNvPr id="10" name="sketch line">
            <a:extLst>
              <a:ext uri="{FF2B5EF4-FFF2-40B4-BE49-F238E27FC236}">
                <a16:creationId xmlns:a16="http://schemas.microsoft.com/office/drawing/2014/main" id="{D8EC2FD5-8D2A-8C0C-C234-8B5165F4F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782234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172F0-585B-E2EF-1189-33D9F0F195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A165472-91FB-170E-83A3-84A437F14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C63230-797C-ED66-DE44-2FBF2BE1D177}"/>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Workload Identity Overview</a:t>
            </a:r>
          </a:p>
        </p:txBody>
      </p:sp>
      <p:sp>
        <p:nvSpPr>
          <p:cNvPr id="12" name="sketch line">
            <a:extLst>
              <a:ext uri="{FF2B5EF4-FFF2-40B4-BE49-F238E27FC236}">
                <a16:creationId xmlns:a16="http://schemas.microsoft.com/office/drawing/2014/main" id="{730B20A2-6922-DF5C-1504-6C185EDBE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4FC7198-A4FE-653E-303A-78D2BD68368E}"/>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42015705"/>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2EC008-DB4A-D06E-F1CC-07D71C16B9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58C299-437C-DFC5-793D-6A14ED311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AF66565-0FF7-9B38-B426-31F44852606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274347C-6296-1FD4-1CFE-D615F7F3D13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Workload Identity Overview</a:t>
            </a:r>
          </a:p>
        </p:txBody>
      </p:sp>
      <p:sp>
        <p:nvSpPr>
          <p:cNvPr id="10" name="sketch line">
            <a:extLst>
              <a:ext uri="{FF2B5EF4-FFF2-40B4-BE49-F238E27FC236}">
                <a16:creationId xmlns:a16="http://schemas.microsoft.com/office/drawing/2014/main" id="{69B8AC1D-7393-7B27-0AFF-1AB9AE2A0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9188570"/>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5D66F-13E3-E45E-B69E-4D8742F91DD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2F0FCE1-A52B-6285-070E-D680D581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460A4-D8D3-42F6-BA81-8669FD081A4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Deploy and Configure Workload Identity</a:t>
            </a:r>
          </a:p>
        </p:txBody>
      </p:sp>
      <p:sp>
        <p:nvSpPr>
          <p:cNvPr id="12" name="sketch line">
            <a:extLst>
              <a:ext uri="{FF2B5EF4-FFF2-40B4-BE49-F238E27FC236}">
                <a16:creationId xmlns:a16="http://schemas.microsoft.com/office/drawing/2014/main" id="{2F4D2338-1312-8593-2605-25B88C7497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29B4AA0-F907-55E0-A5F7-8055BE94197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209591986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4E5AE7-5ACC-5289-2BDB-31624A2253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2BABFA-FE14-3DF0-15FB-631D5F853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6C9A60C-5B94-6228-E79C-0BD9C5A83FD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71718AA-24BA-0D86-5449-0659A8BF9BF3}"/>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and Configure Workload Identity for a Cluster</a:t>
            </a:r>
          </a:p>
        </p:txBody>
      </p:sp>
      <p:sp>
        <p:nvSpPr>
          <p:cNvPr id="10" name="sketch line">
            <a:extLst>
              <a:ext uri="{FF2B5EF4-FFF2-40B4-BE49-F238E27FC236}">
                <a16:creationId xmlns:a16="http://schemas.microsoft.com/office/drawing/2014/main" id="{FE9799DC-4109-73B3-0B24-3DD14299E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0992868"/>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772DF-3B35-B43E-6829-D35D2A5E905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D8D871-06A9-EE05-40B4-F9A3B194B3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03E7D-A5B7-8292-B848-0178DD2F251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Cross-Tenant Workload Identity</a:t>
            </a:r>
          </a:p>
        </p:txBody>
      </p:sp>
      <p:sp>
        <p:nvSpPr>
          <p:cNvPr id="12" name="sketch line">
            <a:extLst>
              <a:ext uri="{FF2B5EF4-FFF2-40B4-BE49-F238E27FC236}">
                <a16:creationId xmlns:a16="http://schemas.microsoft.com/office/drawing/2014/main" id="{00F062C9-AD8C-4880-7F58-4419A9D5D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91A958-19AC-7113-894F-2BEED25C0FB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42622583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697DBF-7B19-19A1-569A-82A7B73BD05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E093A4-7084-BED3-890B-4ADCAC685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5E12A6-4805-EFD1-44AF-557E93F3711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573C9983-A13C-CFB7-ACE1-88415AC8172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Configure Cross-Tenant Workload Identity</a:t>
            </a:r>
          </a:p>
        </p:txBody>
      </p:sp>
      <p:sp>
        <p:nvSpPr>
          <p:cNvPr id="10" name="sketch line">
            <a:extLst>
              <a:ext uri="{FF2B5EF4-FFF2-40B4-BE49-F238E27FC236}">
                <a16:creationId xmlns:a16="http://schemas.microsoft.com/office/drawing/2014/main" id="{75A75FBD-4098-9CDF-D364-DBF979CA7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090348"/>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98232C-6D88-924F-6CE9-EC24F8666E3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45F1BA-88EF-A6D1-8439-85ED0FE7F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D9F24A-1D00-3DD5-810C-51DFADC91C2B}"/>
              </a:ext>
            </a:extLst>
          </p:cNvPr>
          <p:cNvSpPr>
            <a:spLocks noGrp="1"/>
          </p:cNvSpPr>
          <p:nvPr>
            <p:ph type="title"/>
          </p:nvPr>
        </p:nvSpPr>
        <p:spPr>
          <a:xfrm>
            <a:off x="600365" y="370098"/>
            <a:ext cx="11443853" cy="1325563"/>
          </a:xfrm>
        </p:spPr>
        <p:txBody>
          <a:bodyPr vert="horz" lIns="91440" tIns="45720" rIns="91440" bIns="45720" rtlCol="0" anchor="ctr">
            <a:normAutofit/>
          </a:bodyPr>
          <a:lstStyle/>
          <a:p>
            <a:pPr algn="ctr"/>
            <a:r>
              <a:rPr lang="en-US"/>
              <a:t>Migrate your App from Pod identity to Workload Identity</a:t>
            </a:r>
          </a:p>
        </p:txBody>
      </p:sp>
      <p:sp>
        <p:nvSpPr>
          <p:cNvPr id="12" name="sketch line">
            <a:extLst>
              <a:ext uri="{FF2B5EF4-FFF2-40B4-BE49-F238E27FC236}">
                <a16:creationId xmlns:a16="http://schemas.microsoft.com/office/drawing/2014/main" id="{A2239DBD-91E8-29A9-DC67-4B31DE3F4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4BBB4D-7DF9-69DD-F53A-23352D082C3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9135227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B0D86A-FB9A-DA04-9610-3B0B5C9BBE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EABD54-2547-9142-122C-B15E34F65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7DF60A8-40C9-8403-6E67-FDCD57D9C4C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993CE9B-CFAF-D462-D36F-E81658D37C6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Migrate your App from Pod identity to Workload Identity</a:t>
            </a:r>
          </a:p>
        </p:txBody>
      </p:sp>
      <p:sp>
        <p:nvSpPr>
          <p:cNvPr id="10" name="sketch line">
            <a:extLst>
              <a:ext uri="{FF2B5EF4-FFF2-40B4-BE49-F238E27FC236}">
                <a16:creationId xmlns:a16="http://schemas.microsoft.com/office/drawing/2014/main" id="{25800856-6351-209E-21EB-D01D4C537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9675574"/>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40419-BCCE-7666-C332-03F36B85117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5F7638-58D1-F5F2-31DF-3B8DE6889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A867DA-7EAE-EC15-1B2D-111AC2090E1C}"/>
              </a:ext>
            </a:extLst>
          </p:cNvPr>
          <p:cNvSpPr>
            <a:spLocks noGrp="1"/>
          </p:cNvSpPr>
          <p:nvPr>
            <p:ph type="title"/>
          </p:nvPr>
        </p:nvSpPr>
        <p:spPr>
          <a:xfrm>
            <a:off x="600365" y="370098"/>
            <a:ext cx="11443853" cy="1325563"/>
          </a:xfrm>
        </p:spPr>
        <p:txBody>
          <a:bodyPr vert="horz" lIns="91440" tIns="45720" rIns="91440" bIns="45720" rtlCol="0" anchor="ctr">
            <a:normAutofit/>
          </a:bodyPr>
          <a:lstStyle/>
          <a:p>
            <a:pPr algn="ctr"/>
            <a:r>
              <a:rPr lang="en-US"/>
              <a:t>Identity Bindings Overview</a:t>
            </a:r>
          </a:p>
        </p:txBody>
      </p:sp>
      <p:sp>
        <p:nvSpPr>
          <p:cNvPr id="12" name="sketch line">
            <a:extLst>
              <a:ext uri="{FF2B5EF4-FFF2-40B4-BE49-F238E27FC236}">
                <a16:creationId xmlns:a16="http://schemas.microsoft.com/office/drawing/2014/main" id="{61C09CCE-DAB3-16E3-D4FA-7EE1A7C77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F09B3F0-410E-3093-119C-35D13E1505B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06723250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0E50CA-0F6C-8CCC-FE67-5E186B71E18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C00B979-D6D9-B6F4-0E1C-E8778560C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2B1FBB-2AE1-10A2-B599-8F5931EA2AED}"/>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Set up identity bindings</a:t>
            </a:r>
          </a:p>
        </p:txBody>
      </p:sp>
      <p:sp>
        <p:nvSpPr>
          <p:cNvPr id="12" name="sketch line">
            <a:extLst>
              <a:ext uri="{FF2B5EF4-FFF2-40B4-BE49-F238E27FC236}">
                <a16:creationId xmlns:a16="http://schemas.microsoft.com/office/drawing/2014/main" id="{836A7F06-B884-DB5B-41C5-8AFA1168A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E8708CD-4DE0-8618-C1B3-25B6AEF1C9E0}"/>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424851945"/>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79DF2F-1482-C2D9-B175-95C158C838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2ED187-A594-F3CC-749E-17A39F3D2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8FE64C6-0E99-583A-2FD2-49FEB044B4C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F8BE9FE-D421-1A99-CC29-4552F3EF19D1}"/>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Set up identity bindings</a:t>
            </a:r>
          </a:p>
        </p:txBody>
      </p:sp>
      <p:sp>
        <p:nvSpPr>
          <p:cNvPr id="10" name="sketch line">
            <a:extLst>
              <a:ext uri="{FF2B5EF4-FFF2-40B4-BE49-F238E27FC236}">
                <a16:creationId xmlns:a16="http://schemas.microsoft.com/office/drawing/2014/main" id="{0732A6F1-F785-BC43-695C-51DF56581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619401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C2047-C134-E7E5-02EA-6F1503D5088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C39D1DD-3482-1649-A3B2-2E3698914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0F2A5-0EB5-5DAC-B210-B25D114C80E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Microsoft Entra Pod Identity</a:t>
            </a:r>
          </a:p>
        </p:txBody>
      </p:sp>
      <p:sp>
        <p:nvSpPr>
          <p:cNvPr id="12" name="sketch line">
            <a:extLst>
              <a:ext uri="{FF2B5EF4-FFF2-40B4-BE49-F238E27FC236}">
                <a16:creationId xmlns:a16="http://schemas.microsoft.com/office/drawing/2014/main" id="{2D34024E-5890-D83C-ADEA-A30A676F5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C7D87EB-154E-C22B-4A4C-15B260DC06B8}"/>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88717977"/>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B44396-1A89-DA31-A505-F1A0EF8648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1F567E-6B78-66A9-E733-BF52955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22BE1C-73CD-44EC-9351-E08B28BC9610}"/>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5DE59B6-2385-B366-018B-BA6FDEA9F3A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Microsoft Entra Pod Identity</a:t>
            </a:r>
          </a:p>
        </p:txBody>
      </p:sp>
      <p:sp>
        <p:nvSpPr>
          <p:cNvPr id="10" name="sketch line">
            <a:extLst>
              <a:ext uri="{FF2B5EF4-FFF2-40B4-BE49-F238E27FC236}">
                <a16:creationId xmlns:a16="http://schemas.microsoft.com/office/drawing/2014/main" id="{524792C2-8401-D9F0-A6FF-109F0F089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427609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81CE53-2C65-5A01-ED4A-31FDAD0F61F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F38012-E227-EFD3-17A4-ABFE74CF8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2774E-79AC-3DE2-36A7-8D2151B83A7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Sandboxing Overview</a:t>
            </a:r>
          </a:p>
        </p:txBody>
      </p:sp>
      <p:sp>
        <p:nvSpPr>
          <p:cNvPr id="12" name="sketch line">
            <a:extLst>
              <a:ext uri="{FF2B5EF4-FFF2-40B4-BE49-F238E27FC236}">
                <a16:creationId xmlns:a16="http://schemas.microsoft.com/office/drawing/2014/main" id="{CB29DF3B-362D-BCDF-DB94-E54A43295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2F9266-9279-B17D-9867-E619927B2F12}"/>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505376268"/>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DBB46-3C71-DCB1-4A52-D0F1E9F6FAC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17E51D-548D-7F60-D22D-A54ED933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4D932-CBBF-6DC7-8E13-2EB519E9DB21}"/>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Sandboxing Considerations</a:t>
            </a:r>
          </a:p>
        </p:txBody>
      </p:sp>
      <p:sp>
        <p:nvSpPr>
          <p:cNvPr id="12" name="sketch line">
            <a:extLst>
              <a:ext uri="{FF2B5EF4-FFF2-40B4-BE49-F238E27FC236}">
                <a16:creationId xmlns:a16="http://schemas.microsoft.com/office/drawing/2014/main" id="{F054443B-258B-AFB4-082D-F7D8552F2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35FB6DB-2A5D-B135-1695-138BF16B24BF}"/>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98357815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E64F7F-6D43-A3FA-F13C-A80715EB34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6C6112-1C88-3A60-D615-88D0C0E6E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BAA50-2E4C-3D1E-470F-280FB71D93DE}"/>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Deploy Pod Sandboxing</a:t>
            </a:r>
          </a:p>
        </p:txBody>
      </p:sp>
      <p:sp>
        <p:nvSpPr>
          <p:cNvPr id="12" name="sketch line">
            <a:extLst>
              <a:ext uri="{FF2B5EF4-FFF2-40B4-BE49-F238E27FC236}">
                <a16:creationId xmlns:a16="http://schemas.microsoft.com/office/drawing/2014/main" id="{26311F4D-3436-0AD9-6CEC-D1F222C22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AB8312-C0A1-54A3-6B7A-C78EAE3EEDD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64272476"/>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1BD64F-CF2F-6D92-92B6-9FFFE17126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0C112E-1CD7-8951-AAC3-DDFE3D5E4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1A2E389-3DDF-1DB9-D5EC-92F119D32CB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732B477-CC46-113F-0F96-BC9E3059939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Pod Sandboxing</a:t>
            </a:r>
          </a:p>
        </p:txBody>
      </p:sp>
      <p:sp>
        <p:nvSpPr>
          <p:cNvPr id="10" name="sketch line">
            <a:extLst>
              <a:ext uri="{FF2B5EF4-FFF2-40B4-BE49-F238E27FC236}">
                <a16:creationId xmlns:a16="http://schemas.microsoft.com/office/drawing/2014/main" id="{C33AE091-046C-5551-860A-6DE9EE876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080391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B3306B-6548-C288-5BD7-0ADF0126201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307D12-59EB-D220-1E22-B80D57587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F0EF5-D006-135D-5F6A-045B8541CFF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Secure Pod Traffic with Network Policies</a:t>
            </a:r>
          </a:p>
        </p:txBody>
      </p:sp>
      <p:sp>
        <p:nvSpPr>
          <p:cNvPr id="12" name="sketch line">
            <a:extLst>
              <a:ext uri="{FF2B5EF4-FFF2-40B4-BE49-F238E27FC236}">
                <a16:creationId xmlns:a16="http://schemas.microsoft.com/office/drawing/2014/main" id="{ED99F7DC-8BB2-4C92-7570-E567F149A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B8CEE2-7A2B-4028-472C-C322745DCBC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135404949"/>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5B37C0-517B-EE31-7BBF-65E5F3209B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661289-36DA-FEBC-C2E8-3DB7C16ED5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08AFBB-9B47-841F-9571-FC5566C56635}"/>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42BC2152-7ECA-6DD6-C716-1DA7305291B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Secure Pod Traffic with Network Policies</a:t>
            </a:r>
          </a:p>
        </p:txBody>
      </p:sp>
      <p:sp>
        <p:nvSpPr>
          <p:cNvPr id="10" name="sketch line">
            <a:extLst>
              <a:ext uri="{FF2B5EF4-FFF2-40B4-BE49-F238E27FC236}">
                <a16:creationId xmlns:a16="http://schemas.microsoft.com/office/drawing/2014/main" id="{0F786956-3FAD-5B6A-D7F0-91F0E29B0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977938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FF1F47-EBC9-B2B6-A997-D09D5642E29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F45904-80D4-9DD7-8593-BF318B909B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3BE30-59BD-2C8B-FD92-D5B417BD625F}"/>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Network Policy Best Practices</a:t>
            </a:r>
          </a:p>
        </p:txBody>
      </p:sp>
      <p:sp>
        <p:nvSpPr>
          <p:cNvPr id="12" name="sketch line">
            <a:extLst>
              <a:ext uri="{FF2B5EF4-FFF2-40B4-BE49-F238E27FC236}">
                <a16:creationId xmlns:a16="http://schemas.microsoft.com/office/drawing/2014/main" id="{1A6266FF-BD2A-3BB6-BB99-4D30CD33F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81F82F6-ACDE-9A3E-35CF-F4F937EA5A46}"/>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643407306"/>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F1395B-111C-1247-EF38-A2C66C57EC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7F3E25D-7ADB-48B6-43B0-84A5426F0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0E3FBB9-7DF6-B93E-006D-6578A70F7DD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21CCBA3-D7DB-B9C7-C346-B77FCFB5F97F}"/>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Network Policy Best Practices</a:t>
            </a:r>
          </a:p>
        </p:txBody>
      </p:sp>
      <p:sp>
        <p:nvSpPr>
          <p:cNvPr id="10" name="sketch line">
            <a:extLst>
              <a:ext uri="{FF2B5EF4-FFF2-40B4-BE49-F238E27FC236}">
                <a16:creationId xmlns:a16="http://schemas.microsoft.com/office/drawing/2014/main" id="{94636AD0-5049-D54B-8C29-14B8015B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3870819"/>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7C1F0-455C-AD0C-0C62-0C4417D3A95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2BA7FB-95E4-FD3C-CFAA-C00BBE365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6B1FB-5036-2327-D3AD-7590A752A3E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Use Network Policies in the Azure Portal</a:t>
            </a:r>
          </a:p>
        </p:txBody>
      </p:sp>
      <p:sp>
        <p:nvSpPr>
          <p:cNvPr id="12" name="sketch line">
            <a:extLst>
              <a:ext uri="{FF2B5EF4-FFF2-40B4-BE49-F238E27FC236}">
                <a16:creationId xmlns:a16="http://schemas.microsoft.com/office/drawing/2014/main" id="{F3CD6426-D49B-3EFC-4C18-F1B656573F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1ACC7A-1B59-5B95-9FA3-31B41E49533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9178502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B7490B-93B2-325C-2CC4-A3E854581EA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ED5703-FE16-F351-BEBA-B48745643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24FE6C-7693-4B10-C63B-D9F7187D508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C27BD83-1BE8-C3CA-0213-A709CC448A1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Use Network Policies in the Azure Portal</a:t>
            </a:r>
          </a:p>
        </p:txBody>
      </p:sp>
      <p:sp>
        <p:nvSpPr>
          <p:cNvPr id="10" name="sketch line">
            <a:extLst>
              <a:ext uri="{FF2B5EF4-FFF2-40B4-BE49-F238E27FC236}">
                <a16:creationId xmlns:a16="http://schemas.microsoft.com/office/drawing/2014/main" id="{0B502D79-59FC-1174-AE69-B31ABF7E5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2724405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5E6205-7C0C-ED3B-B434-48DFD1B8632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5FEE2-7684-9C0C-18BB-4850868615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A6859-5C29-3820-DDD6-B520D71BBB24}"/>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Security Policies</a:t>
            </a:r>
          </a:p>
        </p:txBody>
      </p:sp>
      <p:sp>
        <p:nvSpPr>
          <p:cNvPr id="12" name="sketch line">
            <a:extLst>
              <a:ext uri="{FF2B5EF4-FFF2-40B4-BE49-F238E27FC236}">
                <a16:creationId xmlns:a16="http://schemas.microsoft.com/office/drawing/2014/main" id="{E06C9D4C-1489-28D8-DF19-5A769277C7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723F6F-0E23-A0FB-CBAD-381700F4558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98931912"/>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DE2E0E-4A44-2EAD-6182-0A1ED413D1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6E8A52-FE88-09B8-FCCE-ABB4792EE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CAC7FAD-A68B-0AE9-12C1-4A84C6DBDF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2582ED3E-9988-9965-5D39-0C9EC0686538}"/>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Pod Security Policies</a:t>
            </a:r>
          </a:p>
        </p:txBody>
      </p:sp>
      <p:sp>
        <p:nvSpPr>
          <p:cNvPr id="10" name="sketch line">
            <a:extLst>
              <a:ext uri="{FF2B5EF4-FFF2-40B4-BE49-F238E27FC236}">
                <a16:creationId xmlns:a16="http://schemas.microsoft.com/office/drawing/2014/main" id="{08BA1A7E-1D48-76C5-D967-4291B83ED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81743134"/>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FECA8-2BE4-000A-0318-6F3DF43267B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AB3821-429D-07F6-F646-FF47BFD03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53E534-A21D-B8D9-0314-31E48420DE39}"/>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Pod Security Best Practices</a:t>
            </a:r>
          </a:p>
        </p:txBody>
      </p:sp>
      <p:sp>
        <p:nvSpPr>
          <p:cNvPr id="12" name="sketch line">
            <a:extLst>
              <a:ext uri="{FF2B5EF4-FFF2-40B4-BE49-F238E27FC236}">
                <a16:creationId xmlns:a16="http://schemas.microsoft.com/office/drawing/2014/main" id="{9F33E82A-19FF-A83A-2B9F-B2BFE738F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82C0A2E-B6F7-2DE6-C969-026F42141F64}"/>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649195866"/>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6C5BCC-A86C-1488-2BA8-B145ACB9F1D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14ED73-1611-A8B6-1D95-A9859B02C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81A0C3-2EAC-2CB0-B55D-AF8C6B188776}"/>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Resource Management Best Practices</a:t>
            </a:r>
          </a:p>
        </p:txBody>
      </p:sp>
      <p:sp>
        <p:nvSpPr>
          <p:cNvPr id="12" name="sketch line">
            <a:extLst>
              <a:ext uri="{FF2B5EF4-FFF2-40B4-BE49-F238E27FC236}">
                <a16:creationId xmlns:a16="http://schemas.microsoft.com/office/drawing/2014/main" id="{1F1DD402-DB94-9022-E86D-36588D8CE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82ECD86-9133-780D-06B9-D4D98D553AFA}"/>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42847385"/>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D0FF71-0804-914B-4D6A-8DE003FE076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5A92B9-CECF-5C2B-E826-2057B90C5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AE92A-F126-97D1-CA0E-E39C3F90613B}"/>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Configure TLS for NGINX Ingress Controller</a:t>
            </a:r>
          </a:p>
        </p:txBody>
      </p:sp>
      <p:sp>
        <p:nvSpPr>
          <p:cNvPr id="12" name="sketch line">
            <a:extLst>
              <a:ext uri="{FF2B5EF4-FFF2-40B4-BE49-F238E27FC236}">
                <a16:creationId xmlns:a16="http://schemas.microsoft.com/office/drawing/2014/main" id="{DDD8933B-4F98-6C68-59C0-90805A0A2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8A78B8-7805-88DB-0FAF-1C6F17022079}"/>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835990213"/>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22BC66-3D47-CE20-B2B4-0B357AB5713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867D2E-F29F-7006-471A-0FB780547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B9DDD-D2A8-B2ED-9450-8498AFDA3CCE}"/>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1 - Configure Secrets Store CSI Driver</a:t>
            </a:r>
          </a:p>
        </p:txBody>
      </p:sp>
      <p:sp>
        <p:nvSpPr>
          <p:cNvPr id="12" name="sketch line">
            <a:extLst>
              <a:ext uri="{FF2B5EF4-FFF2-40B4-BE49-F238E27FC236}">
                <a16:creationId xmlns:a16="http://schemas.microsoft.com/office/drawing/2014/main" id="{24E93211-5F6B-DE0D-DF2D-6A1BCC785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3FAC52-4CD9-E2AF-21FC-0AA1D836553D}"/>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412577290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A9EB2B-CEE2-9122-BD90-13333C3C08D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6D82BE-B3D3-8045-6383-67BEEE8BE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5F35B6A-F1EF-015E-21F9-C2573D1AB8D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D5A9AA4D-F9E2-ACAB-559A-74AD2FE245ED}"/>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1 - Configure Secrets Store CSI Driver</a:t>
            </a:r>
          </a:p>
        </p:txBody>
      </p:sp>
      <p:sp>
        <p:nvSpPr>
          <p:cNvPr id="10" name="sketch line">
            <a:extLst>
              <a:ext uri="{FF2B5EF4-FFF2-40B4-BE49-F238E27FC236}">
                <a16:creationId xmlns:a16="http://schemas.microsoft.com/office/drawing/2014/main" id="{2FD9B433-B428-4375-7026-D887178D8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071483"/>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9AD7FB-D520-3DE8-FB16-5ADD60495EC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7794E1-3B51-DE8F-D6F4-F42799521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F7EBB-6415-8831-36AD-C87E13CC10C0}"/>
              </a:ext>
            </a:extLst>
          </p:cNvPr>
          <p:cNvSpPr>
            <a:spLocks noGrp="1"/>
          </p:cNvSpPr>
          <p:nvPr>
            <p:ph type="title"/>
          </p:nvPr>
        </p:nvSpPr>
        <p:spPr>
          <a:xfrm>
            <a:off x="600365" y="370098"/>
            <a:ext cx="11443853" cy="1325563"/>
          </a:xfrm>
        </p:spPr>
        <p:txBody>
          <a:bodyPr vert="horz" lIns="91440" tIns="45720" rIns="91440" bIns="45720" rtlCol="0" anchor="ctr">
            <a:normAutofit/>
          </a:bodyPr>
          <a:lstStyle/>
          <a:p>
            <a:r>
              <a:rPr lang="en-US"/>
              <a:t>2 - Provider Azure Key Vault Access</a:t>
            </a:r>
          </a:p>
        </p:txBody>
      </p:sp>
      <p:sp>
        <p:nvSpPr>
          <p:cNvPr id="12" name="sketch line">
            <a:extLst>
              <a:ext uri="{FF2B5EF4-FFF2-40B4-BE49-F238E27FC236}">
                <a16:creationId xmlns:a16="http://schemas.microsoft.com/office/drawing/2014/main" id="{5A7884D9-D9EC-DEB3-E0D6-A261B7A60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753465-AC08-705C-CDD4-57A3D74B8285}"/>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1097750979"/>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A6CE77-59C1-1E09-FE1A-B100E3426FD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C250BA-F516-90D5-4867-A5D4D8F7F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8B8B1C0-FC69-4B25-3F67-5B5760D29D82}"/>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98473647-28F9-59F2-A81C-F8749EEE83FE}"/>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2 - Provider Azure Key Vault Access</a:t>
            </a:r>
          </a:p>
        </p:txBody>
      </p:sp>
      <p:sp>
        <p:nvSpPr>
          <p:cNvPr id="10" name="sketch line">
            <a:extLst>
              <a:ext uri="{FF2B5EF4-FFF2-40B4-BE49-F238E27FC236}">
                <a16:creationId xmlns:a16="http://schemas.microsoft.com/office/drawing/2014/main" id="{870B6CB7-1F44-A101-2E3A-10E352FBB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7060031"/>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C3CB07-8FB9-89BF-D860-CF2FF7E40EE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F6B7C7-FE52-281D-ECF7-7FE2F77004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3B127E-6EED-76DF-F985-002358681455}"/>
              </a:ext>
            </a:extLst>
          </p:cNvPr>
          <p:cNvSpPr>
            <a:spLocks noGrp="1"/>
          </p:cNvSpPr>
          <p:nvPr>
            <p:ph type="title"/>
          </p:nvPr>
        </p:nvSpPr>
        <p:spPr>
          <a:xfrm>
            <a:off x="157019" y="370098"/>
            <a:ext cx="13337308" cy="1325563"/>
          </a:xfrm>
        </p:spPr>
        <p:txBody>
          <a:bodyPr vert="horz" lIns="91440" tIns="45720" rIns="91440" bIns="45720" rtlCol="0" anchor="ctr">
            <a:normAutofit/>
          </a:bodyPr>
          <a:lstStyle/>
          <a:p>
            <a:pPr algn="ctr"/>
            <a:r>
              <a:rPr lang="en-US"/>
              <a:t>3 - Apply Extra Configurations or Perform </a:t>
            </a:r>
            <a:br>
              <a:rPr lang="en-US"/>
            </a:br>
            <a:r>
              <a:rPr lang="en-US"/>
              <a:t>Troubleshooting</a:t>
            </a:r>
          </a:p>
        </p:txBody>
      </p:sp>
      <p:sp>
        <p:nvSpPr>
          <p:cNvPr id="12" name="sketch line">
            <a:extLst>
              <a:ext uri="{FF2B5EF4-FFF2-40B4-BE49-F238E27FC236}">
                <a16:creationId xmlns:a16="http://schemas.microsoft.com/office/drawing/2014/main" id="{F9A4FBB3-E720-8582-3269-EC6BE593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336BC0-1C27-B58A-FBBA-5CED404F41A1}"/>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lorem</a:t>
            </a:r>
          </a:p>
        </p:txBody>
      </p:sp>
    </p:spTree>
    <p:extLst>
      <p:ext uri="{BB962C8B-B14F-4D97-AF65-F5344CB8AC3E}">
        <p14:creationId xmlns:p14="http://schemas.microsoft.com/office/powerpoint/2010/main" val="3758626798"/>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C3A70-23B0-4E74-D440-352C9D30D71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38AACA-399F-B521-DCC0-B01545684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CD28783-BD30-0453-84C6-00E222C4F8F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6D92FD4-418B-1436-577D-1082FAEE19C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3 - Apply Extra Configurations or Perform </a:t>
            </a:r>
            <a:br>
              <a:rPr lang="en-US" sz="2400"/>
            </a:br>
            <a:r>
              <a:rPr lang="en-US" sz="2400"/>
              <a:t>Troubleshooting</a:t>
            </a:r>
          </a:p>
        </p:txBody>
      </p:sp>
      <p:sp>
        <p:nvSpPr>
          <p:cNvPr id="10" name="sketch line">
            <a:extLst>
              <a:ext uri="{FF2B5EF4-FFF2-40B4-BE49-F238E27FC236}">
                <a16:creationId xmlns:a16="http://schemas.microsoft.com/office/drawing/2014/main" id="{8350902F-016D-0683-833C-B96E9FA09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2811610"/>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04EC62-3031-7072-16EC-B397A472F0C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F269636-5A48-605F-5D7F-D02783CEAB36}"/>
              </a:ext>
            </a:extLst>
          </p:cNvPr>
          <p:cNvSpPr>
            <a:spLocks noGrp="1"/>
          </p:cNvSpPr>
          <p:nvPr>
            <p:ph idx="1"/>
          </p:nvPr>
        </p:nvSpPr>
        <p:spPr>
          <a:xfrm>
            <a:off x="566926" y="2221992"/>
            <a:ext cx="11167447" cy="3954971"/>
          </a:xfrm>
        </p:spPr>
        <p:txBody>
          <a:bodyPr>
            <a:normAutofit/>
          </a:bodyPr>
          <a:lstStyle/>
          <a:p>
            <a:pPr>
              <a:spcAft>
                <a:spcPts val="600"/>
              </a:spcAft>
            </a:pPr>
            <a:r>
              <a:rPr lang="en-US" sz="2400"/>
              <a:t>OpenID Connect (OIDC) extends the OAuth 2.0 authorization protocol for use as another authentication protocol issued by Microsoft Entra ID.</a:t>
            </a:r>
          </a:p>
          <a:p>
            <a:pPr>
              <a:spcAft>
                <a:spcPts val="600"/>
              </a:spcAft>
            </a:pPr>
            <a:r>
              <a:rPr lang="en-US" sz="2400"/>
              <a:t>You can use OIDC to enable single sign-on (SSO) between OAuth-enabled applications on your Azure Kubernetes Service (AKS) cluster using a security token called an ID token.</a:t>
            </a:r>
          </a:p>
          <a:p>
            <a:r>
              <a:rPr lang="en-US" sz="2400"/>
              <a:t>You can enable the OIDC issuer on your AKS clusters, which allows Microsoft Entra ID (or another cloud provider's identity and access management platform) to discover the API server's public signing keys.</a:t>
            </a:r>
          </a:p>
        </p:txBody>
      </p:sp>
    </p:spTree>
    <p:extLst>
      <p:ext uri="{BB962C8B-B14F-4D97-AF65-F5344CB8AC3E}">
        <p14:creationId xmlns:p14="http://schemas.microsoft.com/office/powerpoint/2010/main" val="1827053775"/>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AA1D32-73FF-82E5-2497-794DF4F477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7DC455-9DA7-ECF5-2DCB-53D9BDD2E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AD3C12A-5076-52A3-1685-F2BED1EFF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A3BDF82-8657-2EB3-FAD4-5A187F891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2126B6-019F-E31A-9CC9-C39145F659D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27030759-B1F7-1EDA-31C1-4E59B7FB0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7B3DE-5DCD-FC19-616B-5E6BE8B42A42}"/>
              </a:ext>
            </a:extLst>
          </p:cNvPr>
          <p:cNvSpPr>
            <a:spLocks noGrp="1"/>
          </p:cNvSpPr>
          <p:nvPr>
            <p:ph idx="1"/>
          </p:nvPr>
        </p:nvSpPr>
        <p:spPr>
          <a:xfrm>
            <a:off x="566926" y="2221993"/>
            <a:ext cx="11250700" cy="2966234"/>
          </a:xfrm>
        </p:spPr>
        <p:txBody>
          <a:bodyPr>
            <a:normAutofit/>
          </a:bodyPr>
          <a:lstStyle/>
          <a:p>
            <a:pPr>
              <a:spcAft>
                <a:spcPts val="600"/>
              </a:spcAft>
            </a:pPr>
            <a:r>
              <a:rPr lang="en-US" sz="2400"/>
              <a:t>You can't disable OIDC issuer once enabled</a:t>
            </a:r>
          </a:p>
          <a:p>
            <a:pPr>
              <a:spcAft>
                <a:spcPts val="600"/>
              </a:spcAft>
            </a:pPr>
            <a:r>
              <a:rPr lang="en-US" sz="2400"/>
              <a:t>Enabling OIDC issuer on existing clusters requires API server restart (brief downtime)</a:t>
            </a:r>
          </a:p>
          <a:p>
            <a:pPr>
              <a:spcAft>
                <a:spcPts val="600"/>
              </a:spcAft>
            </a:pPr>
            <a:r>
              <a:rPr lang="en-US" sz="2400"/>
              <a:t>Maximum token lifetime is 24 hours (one day)</a:t>
            </a:r>
          </a:p>
          <a:p>
            <a:pPr>
              <a:spcAft>
                <a:spcPts val="600"/>
              </a:spcAft>
            </a:pPr>
            <a:r>
              <a:rPr lang="en-US" sz="2400"/>
              <a:t>Projected service account tokens required for Kubernetes 1.30+ clusters</a:t>
            </a:r>
          </a:p>
        </p:txBody>
      </p:sp>
    </p:spTree>
    <p:extLst>
      <p:ext uri="{BB962C8B-B14F-4D97-AF65-F5344CB8AC3E}">
        <p14:creationId xmlns:p14="http://schemas.microsoft.com/office/powerpoint/2010/main" val="1027240615"/>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E3460-5C96-3C33-F90A-080BF82F08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9C24B3-CEB1-EAE1-D153-34ECE9D69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6EB5E184-6A90-6D5F-6327-55B0A1C0B3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6FC209B1-39D6-B470-2D66-1A8200404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BFB6A8-72CA-A075-B175-0C40A6D9367E}"/>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2B50AACE-4138-503A-0CCD-A55D0DE965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F63206D-E739-6FB7-38D3-4E3AF57E06EC}"/>
              </a:ext>
            </a:extLst>
          </p:cNvPr>
          <p:cNvSpPr txBox="1"/>
          <p:nvPr/>
        </p:nvSpPr>
        <p:spPr>
          <a:xfrm>
            <a:off x="241024" y="2770632"/>
            <a:ext cx="5853320" cy="3416320"/>
          </a:xfrm>
          <a:prstGeom prst="rect">
            <a:avLst/>
          </a:prstGeom>
          <a:noFill/>
          <a:ln w="3175">
            <a:solidFill>
              <a:schemeClr val="tx1"/>
            </a:solidFill>
            <a:prstDash val="solid"/>
          </a:ln>
        </p:spPr>
        <p:txBody>
          <a:bodyPr wrap="square">
            <a:spAutoFit/>
          </a:bodyPr>
          <a:lstStyle/>
          <a:p>
            <a:r>
              <a:rPr lang="en-US" b="1">
                <a:solidFill>
                  <a:schemeClr val="accent3">
                    <a:lumMod val="60000"/>
                    <a:lumOff val="40000"/>
                  </a:schemeClr>
                </a:solidFill>
              </a:rPr>
              <a:t># Set environment variables</a:t>
            </a:r>
          </a:p>
          <a:p>
            <a:r>
              <a:rPr lang="en-US">
                <a:latin typeface="Consolas" panose="020B0609020204030204" pitchFamily="49" charset="0"/>
              </a:rPr>
              <a:t>RESOURCE_GROUP=</a:t>
            </a:r>
            <a:r>
              <a:rPr lang="en-US">
                <a:solidFill>
                  <a:srgbClr val="EE0000"/>
                </a:solidFill>
                <a:latin typeface="Consolas" panose="020B0609020204030204" pitchFamily="49" charset="0"/>
              </a:rPr>
              <a:t>&lt;your-resource-group-name&gt;</a:t>
            </a:r>
          </a:p>
          <a:p>
            <a:r>
              <a:rPr lang="en-US">
                <a:latin typeface="Consolas" panose="020B0609020204030204" pitchFamily="49" charset="0"/>
              </a:rPr>
              <a:t>CLUSTER_NAME=</a:t>
            </a:r>
            <a:r>
              <a:rPr lang="en-US">
                <a:solidFill>
                  <a:srgbClr val="EE0000"/>
                </a:solidFill>
                <a:latin typeface="Consolas" panose="020B0609020204030204" pitchFamily="49" charset="0"/>
              </a:rPr>
              <a:t>&lt;your-</a:t>
            </a:r>
            <a:r>
              <a:rPr lang="en-US" err="1">
                <a:solidFill>
                  <a:srgbClr val="EE0000"/>
                </a:solidFill>
                <a:latin typeface="Consolas" panose="020B0609020204030204" pitchFamily="49" charset="0"/>
              </a:rPr>
              <a:t>aks</a:t>
            </a:r>
            <a:r>
              <a:rPr lang="en-US">
                <a:solidFill>
                  <a:srgbClr val="EE0000"/>
                </a:solidFill>
                <a:latin typeface="Consolas" panose="020B0609020204030204" pitchFamily="49" charset="0"/>
              </a:rPr>
              <a:t>-cluster-name&gt;</a:t>
            </a:r>
          </a:p>
          <a:p>
            <a:endParaRPr lang="en-US"/>
          </a:p>
          <a:p>
            <a:r>
              <a:rPr lang="en-US" b="1">
                <a:solidFill>
                  <a:schemeClr val="accent3">
                    <a:lumMod val="60000"/>
                    <a:lumOff val="40000"/>
                  </a:schemeClr>
                </a:solidFill>
              </a:rPr>
              <a:t># Create the AKS cluster with OIDC issuer enabled (OIDC issuer enabled by default for Kubernetes 1.34+)</a:t>
            </a:r>
          </a:p>
          <a:p>
            <a:r>
              <a:rPr lang="en-US" b="1" err="1">
                <a:solidFill>
                  <a:schemeClr val="tx2">
                    <a:lumMod val="75000"/>
                    <a:lumOff val="25000"/>
                  </a:schemeClr>
                </a:solidFill>
                <a:latin typeface="Consolas" panose="020B0609020204030204" pitchFamily="49" charset="0"/>
              </a:rPr>
              <a:t>az</a:t>
            </a:r>
            <a:r>
              <a:rPr lang="en-US" b="1">
                <a:solidFill>
                  <a:schemeClr val="tx2">
                    <a:lumMod val="75000"/>
                    <a:lumOff val="25000"/>
                  </a:schemeClr>
                </a:solidFill>
                <a:latin typeface="Consolas" panose="020B0609020204030204" pitchFamily="49" charset="0"/>
              </a:rPr>
              <a:t> </a:t>
            </a:r>
            <a:r>
              <a:rPr lang="en-US" b="1" err="1">
                <a:solidFill>
                  <a:schemeClr val="tx2">
                    <a:lumMod val="75000"/>
                    <a:lumOff val="25000"/>
                  </a:schemeClr>
                </a:solidFill>
                <a:latin typeface="Consolas" panose="020B0609020204030204" pitchFamily="49" charset="0"/>
              </a:rPr>
              <a:t>aks</a:t>
            </a:r>
            <a:r>
              <a:rPr lang="en-US" b="1">
                <a:solidFill>
                  <a:schemeClr val="tx2">
                    <a:lumMod val="75000"/>
                    <a:lumOff val="25000"/>
                  </a:schemeClr>
                </a:solidFill>
                <a:latin typeface="Consolas" panose="020B0609020204030204" pitchFamily="49" charset="0"/>
              </a:rPr>
              <a:t> create </a:t>
            </a:r>
          </a:p>
          <a:p>
            <a:r>
              <a:rPr lang="en-US">
                <a:solidFill>
                  <a:schemeClr val="accent4">
                    <a:lumMod val="75000"/>
                  </a:schemeClr>
                </a:solidFill>
                <a:latin typeface="Consolas" panose="020B0609020204030204" pitchFamily="49" charset="0"/>
              </a:rPr>
              <a:t>--resource-group </a:t>
            </a:r>
            <a:r>
              <a:rPr lang="en-US">
                <a:latin typeface="Consolas" panose="020B0609020204030204" pitchFamily="49" charset="0"/>
              </a:rPr>
              <a:t>$RESOURCE_GROUP </a:t>
            </a:r>
          </a:p>
          <a:p>
            <a:r>
              <a:rPr lang="en-US">
                <a:solidFill>
                  <a:schemeClr val="accent4">
                    <a:lumMod val="75000"/>
                  </a:schemeClr>
                </a:solidFill>
                <a:latin typeface="Consolas" panose="020B0609020204030204" pitchFamily="49" charset="0"/>
              </a:rPr>
              <a:t>--name </a:t>
            </a:r>
            <a:r>
              <a:rPr lang="en-US">
                <a:latin typeface="Consolas" panose="020B0609020204030204" pitchFamily="49" charset="0"/>
              </a:rPr>
              <a:t>$CLUSTER_NAME </a:t>
            </a:r>
          </a:p>
          <a:p>
            <a:r>
              <a:rPr lang="en-US">
                <a:solidFill>
                  <a:schemeClr val="accent4">
                    <a:lumMod val="75000"/>
                  </a:schemeClr>
                </a:solidFill>
                <a:latin typeface="Consolas" panose="020B0609020204030204" pitchFamily="49" charset="0"/>
              </a:rPr>
              <a:t>--node-count </a:t>
            </a:r>
            <a:r>
              <a:rPr lang="en-US">
                <a:latin typeface="Consolas" panose="020B0609020204030204" pitchFamily="49" charset="0"/>
              </a:rPr>
              <a:t>1 </a:t>
            </a:r>
          </a:p>
          <a:p>
            <a:r>
              <a:rPr lang="en-US">
                <a:solidFill>
                  <a:schemeClr val="accent4">
                    <a:lumMod val="75000"/>
                  </a:schemeClr>
                </a:solidFill>
                <a:latin typeface="Consolas" panose="020B0609020204030204" pitchFamily="49" charset="0"/>
              </a:rPr>
              <a:t>--enable-</a:t>
            </a:r>
            <a:r>
              <a:rPr lang="en-US" err="1">
                <a:solidFill>
                  <a:schemeClr val="accent4">
                    <a:lumMod val="75000"/>
                  </a:schemeClr>
                </a:solidFill>
                <a:latin typeface="Consolas" panose="020B0609020204030204" pitchFamily="49" charset="0"/>
              </a:rPr>
              <a:t>oidc</a:t>
            </a:r>
            <a:r>
              <a:rPr lang="en-US">
                <a:solidFill>
                  <a:schemeClr val="accent4">
                    <a:lumMod val="75000"/>
                  </a:schemeClr>
                </a:solidFill>
                <a:latin typeface="Consolas" panose="020B0609020204030204" pitchFamily="49" charset="0"/>
              </a:rPr>
              <a:t>-issuer </a:t>
            </a:r>
          </a:p>
          <a:p>
            <a:r>
              <a:rPr lang="en-US">
                <a:solidFill>
                  <a:schemeClr val="accent4">
                    <a:lumMod val="75000"/>
                  </a:schemeClr>
                </a:solidFill>
                <a:latin typeface="Consolas" panose="020B0609020204030204" pitchFamily="49" charset="0"/>
              </a:rPr>
              <a:t>--generate-ssh-keys</a:t>
            </a:r>
          </a:p>
        </p:txBody>
      </p:sp>
      <p:sp>
        <p:nvSpPr>
          <p:cNvPr id="11" name="TextBox 10">
            <a:extLst>
              <a:ext uri="{FF2B5EF4-FFF2-40B4-BE49-F238E27FC236}">
                <a16:creationId xmlns:a16="http://schemas.microsoft.com/office/drawing/2014/main" id="{81200CD9-EF60-0550-71DE-64C70CBDEE74}"/>
              </a:ext>
            </a:extLst>
          </p:cNvPr>
          <p:cNvSpPr txBox="1"/>
          <p:nvPr/>
        </p:nvSpPr>
        <p:spPr>
          <a:xfrm>
            <a:off x="6265795" y="2770632"/>
            <a:ext cx="5685181" cy="2585323"/>
          </a:xfrm>
          <a:prstGeom prst="rect">
            <a:avLst/>
          </a:prstGeom>
          <a:noFill/>
          <a:ln w="3175">
            <a:solidFill>
              <a:schemeClr val="tx1"/>
            </a:solidFill>
            <a:prstDash val="solid"/>
          </a:ln>
        </p:spPr>
        <p:txBody>
          <a:bodyPr wrap="square">
            <a:spAutoFit/>
          </a:bodyPr>
          <a:lstStyle/>
          <a:p>
            <a:r>
              <a:rPr lang="en-US" b="1">
                <a:solidFill>
                  <a:schemeClr val="accent3">
                    <a:lumMod val="60000"/>
                    <a:lumOff val="40000"/>
                  </a:schemeClr>
                </a:solidFill>
              </a:rPr>
              <a:t># Set environment variables</a:t>
            </a:r>
          </a:p>
          <a:p>
            <a:r>
              <a:rPr lang="en-US">
                <a:latin typeface="Consolas" panose="020B0609020204030204" pitchFamily="49" charset="0"/>
              </a:rPr>
              <a:t>RESOURCE_GROUP=</a:t>
            </a:r>
            <a:r>
              <a:rPr lang="en-US">
                <a:solidFill>
                  <a:srgbClr val="EE0000"/>
                </a:solidFill>
                <a:latin typeface="Consolas" panose="020B0609020204030204" pitchFamily="49" charset="0"/>
              </a:rPr>
              <a:t>&lt;your-resource-group-name&gt;</a:t>
            </a:r>
          </a:p>
          <a:p>
            <a:r>
              <a:rPr lang="en-US">
                <a:latin typeface="Consolas" panose="020B0609020204030204" pitchFamily="49" charset="0"/>
              </a:rPr>
              <a:t>CLUSTER_NAME=</a:t>
            </a:r>
            <a:r>
              <a:rPr lang="en-US">
                <a:solidFill>
                  <a:srgbClr val="EE0000"/>
                </a:solidFill>
                <a:latin typeface="Consolas" panose="020B0609020204030204" pitchFamily="49" charset="0"/>
              </a:rPr>
              <a:t>&lt;your-</a:t>
            </a:r>
            <a:r>
              <a:rPr lang="en-US" err="1">
                <a:solidFill>
                  <a:srgbClr val="EE0000"/>
                </a:solidFill>
                <a:latin typeface="Consolas" panose="020B0609020204030204" pitchFamily="49" charset="0"/>
              </a:rPr>
              <a:t>aks</a:t>
            </a:r>
            <a:r>
              <a:rPr lang="en-US">
                <a:solidFill>
                  <a:srgbClr val="EE0000"/>
                </a:solidFill>
                <a:latin typeface="Consolas" panose="020B0609020204030204" pitchFamily="49" charset="0"/>
              </a:rPr>
              <a:t>-cluster-name&gt;</a:t>
            </a:r>
          </a:p>
          <a:p>
            <a:endParaRPr lang="en-US">
              <a:latin typeface="Consolas" panose="020B0609020204030204" pitchFamily="49" charset="0"/>
            </a:endParaRPr>
          </a:p>
          <a:p>
            <a:r>
              <a:rPr lang="en-US" b="1">
                <a:solidFill>
                  <a:schemeClr val="accent3">
                    <a:lumMod val="60000"/>
                    <a:lumOff val="40000"/>
                  </a:schemeClr>
                </a:solidFill>
              </a:rPr>
              <a:t># Enable the OIDC issuer on the existing AKS cluster</a:t>
            </a:r>
          </a:p>
          <a:p>
            <a:r>
              <a:rPr lang="en-US" b="1" err="1">
                <a:solidFill>
                  <a:schemeClr val="tx2">
                    <a:lumMod val="75000"/>
                    <a:lumOff val="25000"/>
                  </a:schemeClr>
                </a:solidFill>
                <a:latin typeface="Consolas" panose="020B0609020204030204" pitchFamily="49" charset="0"/>
              </a:rPr>
              <a:t>az</a:t>
            </a:r>
            <a:r>
              <a:rPr lang="en-US" b="1">
                <a:solidFill>
                  <a:schemeClr val="tx2">
                    <a:lumMod val="75000"/>
                    <a:lumOff val="25000"/>
                  </a:schemeClr>
                </a:solidFill>
                <a:latin typeface="Consolas" panose="020B0609020204030204" pitchFamily="49" charset="0"/>
              </a:rPr>
              <a:t> </a:t>
            </a:r>
            <a:r>
              <a:rPr lang="en-US" b="1" err="1">
                <a:solidFill>
                  <a:schemeClr val="tx2">
                    <a:lumMod val="75000"/>
                    <a:lumOff val="25000"/>
                  </a:schemeClr>
                </a:solidFill>
                <a:latin typeface="Consolas" panose="020B0609020204030204" pitchFamily="49" charset="0"/>
              </a:rPr>
              <a:t>aks</a:t>
            </a:r>
            <a:r>
              <a:rPr lang="en-US" b="1">
                <a:solidFill>
                  <a:schemeClr val="tx2">
                    <a:lumMod val="75000"/>
                    <a:lumOff val="25000"/>
                  </a:schemeClr>
                </a:solidFill>
                <a:latin typeface="Consolas" panose="020B0609020204030204" pitchFamily="49" charset="0"/>
              </a:rPr>
              <a:t> update</a:t>
            </a:r>
            <a:r>
              <a:rPr lang="en-US">
                <a:latin typeface="Consolas" panose="020B0609020204030204" pitchFamily="49" charset="0"/>
              </a:rPr>
              <a:t> </a:t>
            </a:r>
          </a:p>
          <a:p>
            <a:r>
              <a:rPr lang="en-US">
                <a:solidFill>
                  <a:schemeClr val="accent4">
                    <a:lumMod val="75000"/>
                  </a:schemeClr>
                </a:solidFill>
                <a:latin typeface="Consolas" panose="020B0609020204030204" pitchFamily="49" charset="0"/>
              </a:rPr>
              <a:t>--resource-group </a:t>
            </a:r>
            <a:r>
              <a:rPr lang="en-US">
                <a:latin typeface="Consolas" panose="020B0609020204030204" pitchFamily="49" charset="0"/>
              </a:rPr>
              <a:t>$RESOURCE_GROUP </a:t>
            </a:r>
          </a:p>
          <a:p>
            <a:r>
              <a:rPr lang="en-US">
                <a:solidFill>
                  <a:schemeClr val="accent4">
                    <a:lumMod val="75000"/>
                  </a:schemeClr>
                </a:solidFill>
                <a:latin typeface="Consolas" panose="020B0609020204030204" pitchFamily="49" charset="0"/>
              </a:rPr>
              <a:t>--name </a:t>
            </a:r>
            <a:r>
              <a:rPr lang="en-US">
                <a:latin typeface="Consolas" panose="020B0609020204030204" pitchFamily="49" charset="0"/>
              </a:rPr>
              <a:t>$CLUSTER_NAME </a:t>
            </a:r>
          </a:p>
          <a:p>
            <a:r>
              <a:rPr lang="en-US">
                <a:solidFill>
                  <a:schemeClr val="accent4">
                    <a:lumMod val="75000"/>
                  </a:schemeClr>
                </a:solidFill>
                <a:latin typeface="Consolas" panose="020B0609020204030204" pitchFamily="49" charset="0"/>
              </a:rPr>
              <a:t>--enable-</a:t>
            </a:r>
            <a:r>
              <a:rPr lang="en-US" err="1">
                <a:solidFill>
                  <a:schemeClr val="accent4">
                    <a:lumMod val="75000"/>
                  </a:schemeClr>
                </a:solidFill>
                <a:latin typeface="Consolas" panose="020B0609020204030204" pitchFamily="49" charset="0"/>
              </a:rPr>
              <a:t>oidc</a:t>
            </a:r>
            <a:r>
              <a:rPr lang="en-US">
                <a:solidFill>
                  <a:schemeClr val="accent4">
                    <a:lumMod val="75000"/>
                  </a:schemeClr>
                </a:solidFill>
                <a:latin typeface="Consolas" panose="020B0609020204030204" pitchFamily="49" charset="0"/>
              </a:rPr>
              <a:t>-issuer</a:t>
            </a:r>
          </a:p>
        </p:txBody>
      </p:sp>
      <p:sp>
        <p:nvSpPr>
          <p:cNvPr id="15" name="TextBox 14">
            <a:extLst>
              <a:ext uri="{FF2B5EF4-FFF2-40B4-BE49-F238E27FC236}">
                <a16:creationId xmlns:a16="http://schemas.microsoft.com/office/drawing/2014/main" id="{4FBB8ACE-66B4-1A82-EE32-0B2075AED2BE}"/>
              </a:ext>
            </a:extLst>
          </p:cNvPr>
          <p:cNvSpPr txBox="1"/>
          <p:nvPr/>
        </p:nvSpPr>
        <p:spPr>
          <a:xfrm>
            <a:off x="237712" y="2167896"/>
            <a:ext cx="5228810" cy="400110"/>
          </a:xfrm>
          <a:prstGeom prst="rect">
            <a:avLst/>
          </a:prstGeom>
          <a:noFill/>
        </p:spPr>
        <p:txBody>
          <a:bodyPr wrap="square">
            <a:spAutoFit/>
          </a:bodyPr>
          <a:lstStyle/>
          <a:p>
            <a:r>
              <a:rPr lang="en-US" sz="2000" b="1"/>
              <a:t>Create an AKS cluster with the OIDC issuer</a:t>
            </a:r>
          </a:p>
        </p:txBody>
      </p:sp>
      <p:sp>
        <p:nvSpPr>
          <p:cNvPr id="17" name="TextBox 16">
            <a:extLst>
              <a:ext uri="{FF2B5EF4-FFF2-40B4-BE49-F238E27FC236}">
                <a16:creationId xmlns:a16="http://schemas.microsoft.com/office/drawing/2014/main" id="{874C6C01-EC4A-F6BF-8974-C8263B7415F2}"/>
              </a:ext>
            </a:extLst>
          </p:cNvPr>
          <p:cNvSpPr txBox="1"/>
          <p:nvPr/>
        </p:nvSpPr>
        <p:spPr>
          <a:xfrm>
            <a:off x="6262483" y="2167896"/>
            <a:ext cx="5929517" cy="400110"/>
          </a:xfrm>
          <a:prstGeom prst="rect">
            <a:avLst/>
          </a:prstGeom>
          <a:noFill/>
        </p:spPr>
        <p:txBody>
          <a:bodyPr wrap="square">
            <a:spAutoFit/>
          </a:bodyPr>
          <a:lstStyle/>
          <a:p>
            <a:r>
              <a:rPr lang="en-US" sz="2000" b="1"/>
              <a:t>Enable the OIDC issuer on an existing AKS cluster</a:t>
            </a:r>
          </a:p>
        </p:txBody>
      </p:sp>
    </p:spTree>
    <p:extLst>
      <p:ext uri="{BB962C8B-B14F-4D97-AF65-F5344CB8AC3E}">
        <p14:creationId xmlns:p14="http://schemas.microsoft.com/office/powerpoint/2010/main" val="3728687266"/>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FCD82E3-B46D-E980-D577-D230A357CD92}"/>
              </a:ext>
            </a:extLst>
          </p:cNvPr>
          <p:cNvSpPr txBox="1"/>
          <p:nvPr/>
        </p:nvSpPr>
        <p:spPr>
          <a:xfrm>
            <a:off x="630936" y="640080"/>
            <a:ext cx="4229299"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kern="1200">
                <a:solidFill>
                  <a:schemeClr val="tx1"/>
                </a:solidFill>
                <a:latin typeface="+mj-lt"/>
                <a:ea typeface="+mj-ea"/>
                <a:cs typeface="+mj-cs"/>
              </a:rPr>
              <a:t>OIDC on AKS  How it works</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2CF2C99-3EEA-C445-2547-DC63E64FD4B3}"/>
              </a:ext>
            </a:extLst>
          </p:cNvPr>
          <p:cNvSpPr txBox="1"/>
          <p:nvPr/>
        </p:nvSpPr>
        <p:spPr>
          <a:xfrm>
            <a:off x="362583" y="2660904"/>
            <a:ext cx="4051367" cy="3547872"/>
          </a:xfrm>
          <a:prstGeom prst="rect">
            <a:avLst/>
          </a:prstGeom>
        </p:spPr>
        <p:txBody>
          <a:bodyPr vert="horz" lIns="91440" tIns="45720" rIns="91440" bIns="45720" rtlCol="0" anchor="t">
            <a:normAutofit/>
          </a:bodyPr>
          <a:lstStyle/>
          <a:p>
            <a:r>
              <a:rPr lang="en-US" sz="1500"/>
              <a:t>In this security model, the AKS cluster acts </a:t>
            </a:r>
          </a:p>
          <a:p>
            <a:r>
              <a:rPr lang="en-US" sz="1500"/>
              <a:t>as the token issuer. </a:t>
            </a:r>
          </a:p>
          <a:p>
            <a:endParaRPr lang="en-US" sz="1500"/>
          </a:p>
          <a:p>
            <a:r>
              <a:rPr lang="en-US" sz="1500"/>
              <a:t>Microsoft Entra ID uses OIDC to discover </a:t>
            </a:r>
          </a:p>
          <a:p>
            <a:r>
              <a:rPr lang="en-US" sz="1500"/>
              <a:t>public signing keys and verify the authenticity </a:t>
            </a:r>
          </a:p>
          <a:p>
            <a:r>
              <a:rPr lang="en-US" sz="1500"/>
              <a:t>of the service account token before exchanging it for a Microsoft Entra token. </a:t>
            </a:r>
          </a:p>
          <a:p>
            <a:endParaRPr lang="en-US" sz="1500"/>
          </a:p>
          <a:p>
            <a:r>
              <a:rPr lang="en-US" sz="1500"/>
              <a:t>Your workload can exchange a service account </a:t>
            </a:r>
          </a:p>
          <a:p>
            <a:r>
              <a:rPr lang="en-US" sz="1500"/>
              <a:t>token projected to its volume for a </a:t>
            </a:r>
          </a:p>
          <a:p>
            <a:r>
              <a:rPr lang="en-US" sz="1500"/>
              <a:t>Microsoft Entra token using the Azure Identity </a:t>
            </a:r>
          </a:p>
          <a:p>
            <a:r>
              <a:rPr lang="en-US" sz="1500"/>
              <a:t>client library or the MSAL.</a:t>
            </a:r>
          </a:p>
        </p:txBody>
      </p:sp>
      <p:pic>
        <p:nvPicPr>
          <p:cNvPr id="4" name="Picture 3" descr="Diagram of the AKS Microsoft Entra Workload ID security model.">
            <a:extLst>
              <a:ext uri="{FF2B5EF4-FFF2-40B4-BE49-F238E27FC236}">
                <a16:creationId xmlns:a16="http://schemas.microsoft.com/office/drawing/2014/main" id="{9E2DE0D2-DC6E-C2FA-8481-BFEFBF672943}"/>
              </a:ext>
            </a:extLst>
          </p:cNvPr>
          <p:cNvPicPr>
            <a:picLocks noChangeAspect="1"/>
          </p:cNvPicPr>
          <p:nvPr/>
        </p:nvPicPr>
        <p:blipFill>
          <a:blip r:embed="rId2"/>
          <a:stretch>
            <a:fillRect/>
          </a:stretch>
        </p:blipFill>
        <p:spPr>
          <a:xfrm>
            <a:off x="4462675" y="1623796"/>
            <a:ext cx="7509697" cy="4430720"/>
          </a:xfrm>
          <a:prstGeom prst="rect">
            <a:avLst/>
          </a:prstGeom>
        </p:spPr>
      </p:pic>
    </p:spTree>
    <p:extLst>
      <p:ext uri="{BB962C8B-B14F-4D97-AF65-F5344CB8AC3E}">
        <p14:creationId xmlns:p14="http://schemas.microsoft.com/office/powerpoint/2010/main" val="1338012161"/>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FA974-4C98-9B69-D243-3F864748CE23}"/>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4600"/>
              <a:t>Authentication Sequence of OIDC</a:t>
            </a: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 of the AKS Microsoft Entra Workload ID OIDC authentication sequence.">
            <a:extLst>
              <a:ext uri="{FF2B5EF4-FFF2-40B4-BE49-F238E27FC236}">
                <a16:creationId xmlns:a16="http://schemas.microsoft.com/office/drawing/2014/main" id="{CF86CF09-68AB-8FE8-D740-EDA651992B5D}"/>
              </a:ext>
            </a:extLst>
          </p:cNvPr>
          <p:cNvPicPr>
            <a:picLocks noChangeAspect="1"/>
          </p:cNvPicPr>
          <p:nvPr/>
        </p:nvPicPr>
        <p:blipFill>
          <a:blip r:embed="rId2"/>
          <a:stretch>
            <a:fillRect/>
          </a:stretch>
        </p:blipFill>
        <p:spPr>
          <a:xfrm>
            <a:off x="5088835" y="0"/>
            <a:ext cx="6987208" cy="6858000"/>
          </a:xfrm>
          <a:prstGeom prst="rect">
            <a:avLst/>
          </a:prstGeom>
        </p:spPr>
      </p:pic>
    </p:spTree>
    <p:extLst>
      <p:ext uri="{BB962C8B-B14F-4D97-AF65-F5344CB8AC3E}">
        <p14:creationId xmlns:p14="http://schemas.microsoft.com/office/powerpoint/2010/main" val="329330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38979D-4E8F-A7F8-F81E-225FBB44EF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D70251-F7B4-B02A-9D65-9B3AD9DAB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90937578-B2AB-ADB4-976C-46F179987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09CDCDA-7399-C2B2-7539-2BA3ECDE9B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865A8E-3618-0238-C6AE-7B4EF420A2F4}"/>
              </a:ext>
            </a:extLst>
          </p:cNvPr>
          <p:cNvSpPr>
            <a:spLocks noGrp="1"/>
          </p:cNvSpPr>
          <p:nvPr>
            <p:ph type="title"/>
          </p:nvPr>
        </p:nvSpPr>
        <p:spPr>
          <a:xfrm>
            <a:off x="1115568" y="548640"/>
            <a:ext cx="10168128" cy="1179576"/>
          </a:xfrm>
        </p:spPr>
        <p:txBody>
          <a:bodyPr>
            <a:normAutofit/>
          </a:bodyPr>
          <a:lstStyle/>
          <a:p>
            <a:r>
              <a:rPr lang="en-US" sz="4000"/>
              <a:t>Open ID Connect (OIDC) on AKS</a:t>
            </a:r>
          </a:p>
        </p:txBody>
      </p:sp>
      <p:sp>
        <p:nvSpPr>
          <p:cNvPr id="14" name="Rectangle 13">
            <a:extLst>
              <a:ext uri="{FF2B5EF4-FFF2-40B4-BE49-F238E27FC236}">
                <a16:creationId xmlns:a16="http://schemas.microsoft.com/office/drawing/2014/main" id="{15BAF43F-04BA-8370-D08F-3FBDAEB6E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46F2D74E-FD8F-77EF-A767-F0CE1A9DBDCE}"/>
              </a:ext>
            </a:extLst>
          </p:cNvPr>
          <p:cNvGraphicFramePr>
            <a:graphicFrameLocks noGrp="1"/>
          </p:cNvGraphicFramePr>
          <p:nvPr>
            <p:extLst>
              <p:ext uri="{D42A27DB-BD31-4B8C-83A1-F6EECF244321}">
                <p14:modId xmlns:p14="http://schemas.microsoft.com/office/powerpoint/2010/main" val="1821152536"/>
              </p:ext>
            </p:extLst>
          </p:nvPr>
        </p:nvGraphicFramePr>
        <p:xfrm>
          <a:off x="576467" y="2221992"/>
          <a:ext cx="11167447" cy="1341120"/>
        </p:xfrm>
        <a:graphic>
          <a:graphicData uri="http://schemas.openxmlformats.org/drawingml/2006/table">
            <a:tbl>
              <a:tblPr/>
              <a:tblGrid>
                <a:gridCol w="3637724">
                  <a:extLst>
                    <a:ext uri="{9D8B030D-6E8A-4147-A177-3AD203B41FA5}">
                      <a16:colId xmlns:a16="http://schemas.microsoft.com/office/drawing/2014/main" val="1848566490"/>
                    </a:ext>
                  </a:extLst>
                </a:gridCol>
                <a:gridCol w="7529723">
                  <a:extLst>
                    <a:ext uri="{9D8B030D-6E8A-4147-A177-3AD203B41FA5}">
                      <a16:colId xmlns:a16="http://schemas.microsoft.com/office/drawing/2014/main" val="856657601"/>
                    </a:ext>
                  </a:extLst>
                </a:gridCol>
              </a:tblGrid>
              <a:tr h="0">
                <a:tc>
                  <a:txBody>
                    <a:bodyPr/>
                    <a:lstStyle/>
                    <a:p>
                      <a:pPr algn="l" fontAlgn="t">
                        <a:buNone/>
                      </a:pPr>
                      <a:r>
                        <a:rPr lang="en-US" sz="1400" b="1">
                          <a:effectLst/>
                        </a:rPr>
                        <a:t>Endpoint</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Description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78207093"/>
                  </a:ext>
                </a:extLst>
              </a:tr>
              <a:tr h="0">
                <a:tc>
                  <a:txBody>
                    <a:bodyPr/>
                    <a:lstStyle/>
                    <a:p>
                      <a:pPr algn="l" fontAlgn="t">
                        <a:buNone/>
                      </a:pPr>
                      <a:r>
                        <a:rPr lang="en-US" sz="1400">
                          <a:effectLst/>
                          <a:latin typeface="SFMono-Regular"/>
                        </a:rPr>
                        <a:t>{</a:t>
                      </a:r>
                      <a:r>
                        <a:rPr lang="en-US" sz="1400" err="1">
                          <a:effectLst/>
                          <a:latin typeface="SFMono-Regular"/>
                        </a:rPr>
                        <a:t>IssuerURL</a:t>
                      </a:r>
                      <a:r>
                        <a:rPr lang="en-US" sz="1400">
                          <a:effectLst/>
                          <a:latin typeface="SFMono-Regular"/>
                        </a:rPr>
                        <a:t>}/.well-known/</a:t>
                      </a:r>
                      <a:r>
                        <a:rPr lang="en-US" sz="1400" err="1">
                          <a:effectLst/>
                          <a:latin typeface="SFMono-Regular"/>
                        </a:rPr>
                        <a:t>openid</a:t>
                      </a:r>
                      <a:r>
                        <a:rPr lang="en-US" sz="1400">
                          <a:effectLst/>
                          <a:latin typeface="SFMono-Regular"/>
                        </a:rPr>
                        <a:t>-configuration</a:t>
                      </a:r>
                      <a:endParaRPr lang="en-US" sz="140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Also known as the OIDC discovery document. This contains the metadata about the issuer's configurations.</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805942949"/>
                  </a:ext>
                </a:extLst>
              </a:tr>
              <a:tr h="0">
                <a:tc>
                  <a:txBody>
                    <a:bodyPr/>
                    <a:lstStyle/>
                    <a:p>
                      <a:pPr algn="l" fontAlgn="t">
                        <a:buNone/>
                      </a:pPr>
                      <a:r>
                        <a:rPr lang="en-US" sz="1400">
                          <a:effectLst/>
                          <a:latin typeface="SFMono-Regular"/>
                        </a:rPr>
                        <a:t>{</a:t>
                      </a:r>
                      <a:r>
                        <a:rPr lang="en-US" sz="1400" err="1">
                          <a:effectLst/>
                          <a:latin typeface="SFMono-Regular"/>
                        </a:rPr>
                        <a:t>IssuerURL</a:t>
                      </a:r>
                      <a:r>
                        <a:rPr lang="en-US" sz="1400">
                          <a:effectLst/>
                          <a:latin typeface="SFMono-Regular"/>
                        </a:rPr>
                        <a:t>}/</a:t>
                      </a:r>
                      <a:r>
                        <a:rPr lang="en-US" sz="1400" err="1">
                          <a:effectLst/>
                          <a:latin typeface="SFMono-Regular"/>
                        </a:rPr>
                        <a:t>openid</a:t>
                      </a:r>
                      <a:r>
                        <a:rPr lang="en-US" sz="1400">
                          <a:effectLst/>
                          <a:latin typeface="SFMono-Regular"/>
                        </a:rPr>
                        <a:t>/v1/</a:t>
                      </a:r>
                      <a:r>
                        <a:rPr lang="en-US" sz="1400" err="1">
                          <a:effectLst/>
                          <a:latin typeface="SFMono-Regular"/>
                        </a:rPr>
                        <a:t>jwks</a:t>
                      </a:r>
                      <a:endParaRPr lang="en-US" sz="1400">
                        <a:effectLst/>
                      </a:endParaRP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This contains the public signing key(s) that Microsoft Entra ID uses to verify the authenticity of the service account token.</a:t>
                      </a:r>
                    </a:p>
                  </a:txBody>
                  <a:tcPr>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76529359"/>
                  </a:ext>
                </a:extLst>
              </a:tr>
            </a:tbl>
          </a:graphicData>
        </a:graphic>
      </p:graphicFrame>
      <p:sp>
        <p:nvSpPr>
          <p:cNvPr id="9" name="TextBox 8">
            <a:extLst>
              <a:ext uri="{FF2B5EF4-FFF2-40B4-BE49-F238E27FC236}">
                <a16:creationId xmlns:a16="http://schemas.microsoft.com/office/drawing/2014/main" id="{BF7C92ED-D115-B373-965B-E7C8A992008C}"/>
              </a:ext>
            </a:extLst>
          </p:cNvPr>
          <p:cNvSpPr txBox="1"/>
          <p:nvPr/>
        </p:nvSpPr>
        <p:spPr>
          <a:xfrm>
            <a:off x="576467" y="4138593"/>
            <a:ext cx="5256182" cy="2585323"/>
          </a:xfrm>
          <a:prstGeom prst="rect">
            <a:avLst/>
          </a:prstGeom>
          <a:noFill/>
          <a:ln w="3175">
            <a:solidFill>
              <a:schemeClr val="tx1"/>
            </a:solidFill>
            <a:prstDash val="solid"/>
          </a:ln>
        </p:spPr>
        <p:txBody>
          <a:bodyPr wrap="square">
            <a:spAutoFit/>
          </a:bodyPr>
          <a:lstStyle/>
          <a:p>
            <a:r>
              <a:rPr lang="en-US" b="1">
                <a:solidFill>
                  <a:schemeClr val="accent6"/>
                </a:solidFill>
              </a:rPr>
              <a:t># Set environment variables</a:t>
            </a:r>
          </a:p>
          <a:p>
            <a:r>
              <a:rPr lang="en-US"/>
              <a:t>RESOURCE_GROUP=</a:t>
            </a:r>
            <a:r>
              <a:rPr lang="en-US">
                <a:solidFill>
                  <a:srgbClr val="EE0000"/>
                </a:solidFill>
              </a:rPr>
              <a:t>&lt;your-resource-group-name&gt;</a:t>
            </a:r>
          </a:p>
          <a:p>
            <a:r>
              <a:rPr lang="en-US"/>
              <a:t>CLUSTER_NAME=</a:t>
            </a:r>
            <a:r>
              <a:rPr lang="en-US">
                <a:solidFill>
                  <a:srgbClr val="EE0000"/>
                </a:solidFill>
              </a:rPr>
              <a:t>&lt;your-</a:t>
            </a:r>
            <a:r>
              <a:rPr lang="en-US" err="1">
                <a:solidFill>
                  <a:srgbClr val="EE0000"/>
                </a:solidFill>
              </a:rPr>
              <a:t>aks</a:t>
            </a:r>
            <a:r>
              <a:rPr lang="en-US">
                <a:solidFill>
                  <a:srgbClr val="EE0000"/>
                </a:solidFill>
              </a:rPr>
              <a:t>-cluster-name&gt;</a:t>
            </a:r>
          </a:p>
          <a:p>
            <a:endParaRPr lang="en-US"/>
          </a:p>
          <a:p>
            <a:r>
              <a:rPr lang="en-US" b="1">
                <a:solidFill>
                  <a:schemeClr val="accent6"/>
                </a:solidFill>
              </a:rPr>
              <a:t># Get the OIDC issuer URL</a:t>
            </a:r>
          </a:p>
          <a:p>
            <a:r>
              <a:rPr lang="en-US" b="1" err="1">
                <a:solidFill>
                  <a:srgbClr val="0070C0"/>
                </a:solidFill>
              </a:rPr>
              <a:t>az</a:t>
            </a:r>
            <a:r>
              <a:rPr lang="en-US" b="1">
                <a:solidFill>
                  <a:srgbClr val="0070C0"/>
                </a:solidFill>
              </a:rPr>
              <a:t> </a:t>
            </a:r>
            <a:r>
              <a:rPr lang="en-US" b="1" err="1">
                <a:solidFill>
                  <a:srgbClr val="0070C0"/>
                </a:solidFill>
              </a:rPr>
              <a:t>aks</a:t>
            </a:r>
            <a:r>
              <a:rPr lang="en-US" b="1">
                <a:solidFill>
                  <a:srgbClr val="0070C0"/>
                </a:solidFill>
              </a:rPr>
              <a:t> show </a:t>
            </a:r>
          </a:p>
          <a:p>
            <a:r>
              <a:rPr lang="en-US">
                <a:solidFill>
                  <a:srgbClr val="00B0F0"/>
                </a:solidFill>
              </a:rPr>
              <a:t>--name</a:t>
            </a:r>
            <a:r>
              <a:rPr lang="en-US"/>
              <a:t> $CLUSTER_NAME </a:t>
            </a:r>
          </a:p>
          <a:p>
            <a:r>
              <a:rPr lang="en-US">
                <a:solidFill>
                  <a:srgbClr val="00B0F0"/>
                </a:solidFill>
              </a:rPr>
              <a:t>--resource-group</a:t>
            </a:r>
            <a:r>
              <a:rPr lang="en-US"/>
              <a:t> $RESOURCE_GROUP </a:t>
            </a:r>
          </a:p>
          <a:p>
            <a:r>
              <a:rPr lang="en-US">
                <a:solidFill>
                  <a:srgbClr val="00B0F0"/>
                </a:solidFill>
              </a:rPr>
              <a:t>--query</a:t>
            </a:r>
            <a:r>
              <a:rPr lang="en-US"/>
              <a:t> "</a:t>
            </a:r>
            <a:r>
              <a:rPr lang="en-US" err="1"/>
              <a:t>oidcIssuerProfile.issuerUrl</a:t>
            </a:r>
            <a:r>
              <a:rPr lang="en-US"/>
              <a:t>" -o </a:t>
            </a:r>
            <a:r>
              <a:rPr lang="en-US" err="1"/>
              <a:t>tsv</a:t>
            </a:r>
            <a:endParaRPr lang="en-US"/>
          </a:p>
        </p:txBody>
      </p:sp>
      <p:sp>
        <p:nvSpPr>
          <p:cNvPr id="11" name="TextBox 10">
            <a:extLst>
              <a:ext uri="{FF2B5EF4-FFF2-40B4-BE49-F238E27FC236}">
                <a16:creationId xmlns:a16="http://schemas.microsoft.com/office/drawing/2014/main" id="{0CC3A7B6-C2C9-AE37-7B67-BB3EE0D5F601}"/>
              </a:ext>
            </a:extLst>
          </p:cNvPr>
          <p:cNvSpPr txBox="1"/>
          <p:nvPr/>
        </p:nvSpPr>
        <p:spPr>
          <a:xfrm>
            <a:off x="566928" y="3724788"/>
            <a:ext cx="2730235" cy="369332"/>
          </a:xfrm>
          <a:prstGeom prst="rect">
            <a:avLst/>
          </a:prstGeom>
          <a:noFill/>
        </p:spPr>
        <p:txBody>
          <a:bodyPr wrap="none" rtlCol="0">
            <a:spAutoFit/>
          </a:bodyPr>
          <a:lstStyle/>
          <a:p>
            <a:r>
              <a:rPr lang="en-US" b="1"/>
              <a:t>Get the OIDC Issuer URL</a:t>
            </a:r>
          </a:p>
        </p:txBody>
      </p:sp>
    </p:spTree>
    <p:extLst>
      <p:ext uri="{BB962C8B-B14F-4D97-AF65-F5344CB8AC3E}">
        <p14:creationId xmlns:p14="http://schemas.microsoft.com/office/powerpoint/2010/main" val="725342305"/>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B4544-E4F3-9868-C6F1-C55C65643D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5E5626-C23A-42AD-89AE-2FC9BAF3C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349A8084-9217-4DB1-B24E-AB7A11434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33695A8-6585-652F-5855-360ED6A0A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535BF53-37A9-CDE4-A7E1-59C27A9AF9B0}"/>
              </a:ext>
            </a:extLst>
          </p:cNvPr>
          <p:cNvSpPr>
            <a:spLocks noGrp="1"/>
          </p:cNvSpPr>
          <p:nvPr>
            <p:ph type="title"/>
          </p:nvPr>
        </p:nvSpPr>
        <p:spPr>
          <a:xfrm>
            <a:off x="1115568" y="548640"/>
            <a:ext cx="10168128" cy="1179576"/>
          </a:xfrm>
        </p:spPr>
        <p:txBody>
          <a:bodyPr>
            <a:normAutofit/>
          </a:bodyPr>
          <a:lstStyle/>
          <a:p>
            <a:r>
              <a:rPr lang="en-US" sz="4000"/>
              <a:t>Service Account Labels and Annotations</a:t>
            </a:r>
          </a:p>
        </p:txBody>
      </p:sp>
      <p:sp>
        <p:nvSpPr>
          <p:cNvPr id="14" name="Rectangle 13">
            <a:extLst>
              <a:ext uri="{FF2B5EF4-FFF2-40B4-BE49-F238E27FC236}">
                <a16:creationId xmlns:a16="http://schemas.microsoft.com/office/drawing/2014/main" id="{D31BD7F6-8F85-B8AC-7E5F-2504E6F07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A7D5E59-779C-1E45-FE95-659967F3F4A0}"/>
              </a:ext>
            </a:extLst>
          </p:cNvPr>
          <p:cNvSpPr txBox="1"/>
          <p:nvPr/>
        </p:nvSpPr>
        <p:spPr>
          <a:xfrm>
            <a:off x="498834" y="2276856"/>
            <a:ext cx="11220592" cy="3708708"/>
          </a:xfrm>
          <a:prstGeom prst="rect">
            <a:avLst/>
          </a:prstGeom>
          <a:noFill/>
        </p:spPr>
        <p:txBody>
          <a:bodyPr wrap="square">
            <a:spAutoFit/>
          </a:bodyPr>
          <a:lstStyle/>
          <a:p>
            <a:r>
              <a:rPr lang="en-US" sz="2000"/>
              <a:t>Microsoft Entra Workload ID supports the following mappings related to a service account:</a:t>
            </a:r>
          </a:p>
          <a:p>
            <a:endParaRPr lang="en-US" sz="2000"/>
          </a:p>
          <a:p>
            <a:pPr marL="285750" indent="-285750">
              <a:lnSpc>
                <a:spcPct val="150000"/>
              </a:lnSpc>
              <a:spcAft>
                <a:spcPts val="600"/>
              </a:spcAft>
              <a:buFont typeface="Arial" panose="020B0604020202020204" pitchFamily="34" charset="0"/>
              <a:buChar char="•"/>
            </a:pPr>
            <a:r>
              <a:rPr lang="en-US" sz="2000" b="1"/>
              <a:t>One-to-one</a:t>
            </a:r>
            <a:r>
              <a:rPr lang="en-US" sz="2000"/>
              <a:t>, where a service account references a Microsoft Entra object.</a:t>
            </a:r>
          </a:p>
          <a:p>
            <a:pPr marL="285750" indent="-285750">
              <a:lnSpc>
                <a:spcPct val="150000"/>
              </a:lnSpc>
              <a:spcAft>
                <a:spcPts val="600"/>
              </a:spcAft>
              <a:buFont typeface="Arial" panose="020B0604020202020204" pitchFamily="34" charset="0"/>
              <a:buChar char="•"/>
            </a:pPr>
            <a:r>
              <a:rPr lang="en-US" sz="2000" b="1"/>
              <a:t>Many-to-one</a:t>
            </a:r>
            <a:r>
              <a:rPr lang="en-US" sz="2000"/>
              <a:t>, where multiple service accounts reference the same Microsoft Entra object.</a:t>
            </a:r>
          </a:p>
          <a:p>
            <a:pPr marL="285750" indent="-285750">
              <a:lnSpc>
                <a:spcPct val="150000"/>
              </a:lnSpc>
              <a:spcAft>
                <a:spcPts val="600"/>
              </a:spcAft>
              <a:buFont typeface="Arial" panose="020B0604020202020204" pitchFamily="34" charset="0"/>
              <a:buChar char="•"/>
            </a:pPr>
            <a:r>
              <a:rPr lang="en-US" sz="2000" b="1"/>
              <a:t>One-to-many</a:t>
            </a:r>
            <a:r>
              <a:rPr lang="en-US" sz="2000"/>
              <a:t>, where a service account references multiple Microsoft Entra objects by changing the client ID annotation. </a:t>
            </a:r>
          </a:p>
          <a:p>
            <a:endParaRPr lang="en-US" sz="2000"/>
          </a:p>
          <a:p>
            <a:r>
              <a:rPr lang="en-US" sz="2000" b="1"/>
              <a:t>Note:</a:t>
            </a:r>
            <a:r>
              <a:rPr lang="en-US" sz="2000"/>
              <a:t> If you update the service account annotations, you must restart the pod for the changes to take effect.</a:t>
            </a:r>
          </a:p>
        </p:txBody>
      </p:sp>
    </p:spTree>
    <p:extLst>
      <p:ext uri="{BB962C8B-B14F-4D97-AF65-F5344CB8AC3E}">
        <p14:creationId xmlns:p14="http://schemas.microsoft.com/office/powerpoint/2010/main" val="420893220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3524BF-5B7B-2DBC-AD1C-0E61F6CF91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37C321A-1F5E-405D-D243-2CA8EEA3F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59B6A496-314A-3B20-BB7E-4A22E71D6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94F43B1-BFF1-6E10-9127-7F2BE1394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879F0F-3E7E-49A8-2583-EA5C6B787010}"/>
              </a:ext>
            </a:extLst>
          </p:cNvPr>
          <p:cNvSpPr>
            <a:spLocks noGrp="1"/>
          </p:cNvSpPr>
          <p:nvPr>
            <p:ph type="title"/>
          </p:nvPr>
        </p:nvSpPr>
        <p:spPr>
          <a:xfrm>
            <a:off x="1115568" y="548640"/>
            <a:ext cx="10168128" cy="1179576"/>
          </a:xfrm>
        </p:spPr>
        <p:txBody>
          <a:bodyPr>
            <a:normAutofit/>
          </a:bodyPr>
          <a:lstStyle/>
          <a:p>
            <a:r>
              <a:rPr lang="en-US" sz="4000"/>
              <a:t>Service Account Annotations</a:t>
            </a:r>
          </a:p>
        </p:txBody>
      </p:sp>
      <p:sp>
        <p:nvSpPr>
          <p:cNvPr id="14" name="Rectangle 13">
            <a:extLst>
              <a:ext uri="{FF2B5EF4-FFF2-40B4-BE49-F238E27FC236}">
                <a16:creationId xmlns:a16="http://schemas.microsoft.com/office/drawing/2014/main" id="{F473F037-E920-827F-BA7D-8B1FF0FBC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5679273-6A0B-5CD8-A4C7-732DB6930D12}"/>
              </a:ext>
            </a:extLst>
          </p:cNvPr>
          <p:cNvGraphicFramePr>
            <a:graphicFrameLocks noGrp="1"/>
          </p:cNvGraphicFramePr>
          <p:nvPr>
            <p:extLst>
              <p:ext uri="{D42A27DB-BD31-4B8C-83A1-F6EECF244321}">
                <p14:modId xmlns:p14="http://schemas.microsoft.com/office/powerpoint/2010/main" val="3934441063"/>
              </p:ext>
            </p:extLst>
          </p:nvPr>
        </p:nvGraphicFramePr>
        <p:xfrm>
          <a:off x="566928" y="2567446"/>
          <a:ext cx="11181124" cy="2409563"/>
        </p:xfrm>
        <a:graphic>
          <a:graphicData uri="http://schemas.openxmlformats.org/drawingml/2006/table">
            <a:tbl>
              <a:tblPr/>
              <a:tblGrid>
                <a:gridCol w="3378907">
                  <a:extLst>
                    <a:ext uri="{9D8B030D-6E8A-4147-A177-3AD203B41FA5}">
                      <a16:colId xmlns:a16="http://schemas.microsoft.com/office/drawing/2014/main" val="1051040934"/>
                    </a:ext>
                  </a:extLst>
                </a:gridCol>
                <a:gridCol w="4890052">
                  <a:extLst>
                    <a:ext uri="{9D8B030D-6E8A-4147-A177-3AD203B41FA5}">
                      <a16:colId xmlns:a16="http://schemas.microsoft.com/office/drawing/2014/main" val="3003606410"/>
                    </a:ext>
                  </a:extLst>
                </a:gridCol>
                <a:gridCol w="2912165">
                  <a:extLst>
                    <a:ext uri="{9D8B030D-6E8A-4147-A177-3AD203B41FA5}">
                      <a16:colId xmlns:a16="http://schemas.microsoft.com/office/drawing/2014/main" val="2699256802"/>
                    </a:ext>
                  </a:extLst>
                </a:gridCol>
              </a:tblGrid>
              <a:tr h="198778">
                <a:tc>
                  <a:txBody>
                    <a:bodyPr/>
                    <a:lstStyle/>
                    <a:p>
                      <a:pPr algn="l" fontAlgn="t">
                        <a:buNone/>
                      </a:pPr>
                      <a:r>
                        <a:rPr lang="en-US" sz="1000" b="1">
                          <a:effectLst/>
                        </a:rPr>
                        <a:t>Annotation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a:effectLst/>
                        </a:rPr>
                        <a:t>Description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a:effectLst/>
                        </a:rPr>
                        <a:t>Default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66153793"/>
                  </a:ext>
                </a:extLst>
              </a:tr>
              <a:tr h="347861">
                <a:tc>
                  <a:txBody>
                    <a:bodyPr/>
                    <a:lstStyle/>
                    <a:p>
                      <a:pPr algn="l" fontAlgn="t">
                        <a:buNone/>
                      </a:pPr>
                      <a:r>
                        <a:rPr lang="en-US" sz="1100" err="1">
                          <a:effectLst/>
                          <a:latin typeface="SFMono-Regular"/>
                        </a:rPr>
                        <a:t>azure.workload.identity</a:t>
                      </a:r>
                      <a:r>
                        <a:rPr lang="en-US" sz="1100">
                          <a:effectLst/>
                          <a:latin typeface="SFMono-Regular"/>
                        </a:rPr>
                        <a:t>/client-id</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Microsoft Entra application client ID to be used with the pod.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02854954"/>
                  </a:ext>
                </a:extLst>
              </a:tr>
              <a:tr h="347861">
                <a:tc>
                  <a:txBody>
                    <a:bodyPr/>
                    <a:lstStyle/>
                    <a:p>
                      <a:pPr algn="l" fontAlgn="t">
                        <a:buNone/>
                      </a:pPr>
                      <a:r>
                        <a:rPr lang="en-US" sz="1100">
                          <a:effectLst/>
                          <a:latin typeface="SFMono-Regular"/>
                        </a:rPr>
                        <a:t>azure.workload.identity/tenant-id</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Azure tenant ID where the Microsoft Entra application is registered.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AZURE_TENANT_ID environment variable extracted</a:t>
                      </a:r>
                      <a:br>
                        <a:rPr lang="en-US" sz="1100">
                          <a:effectLst/>
                        </a:rPr>
                      </a:br>
                      <a:r>
                        <a:rPr lang="en-US" sz="1100">
                          <a:effectLst/>
                        </a:rPr>
                        <a:t>from </a:t>
                      </a:r>
                      <a:r>
                        <a:rPr lang="en-US" sz="1100">
                          <a:effectLst/>
                          <a:latin typeface="SFMono-Regular"/>
                        </a:rPr>
                        <a:t>azure-</a:t>
                      </a:r>
                      <a:r>
                        <a:rPr lang="en-US" sz="1100" err="1">
                          <a:effectLst/>
                          <a:latin typeface="SFMono-Regular"/>
                        </a:rPr>
                        <a:t>wi</a:t>
                      </a:r>
                      <a:r>
                        <a:rPr lang="en-US" sz="1100">
                          <a:effectLst/>
                          <a:latin typeface="SFMono-Regular"/>
                        </a:rPr>
                        <a:t>-webhook-config</a:t>
                      </a:r>
                      <a:r>
                        <a:rPr lang="en-US" sz="1100">
                          <a:effectLst/>
                        </a:rPr>
                        <a:t> </a:t>
                      </a:r>
                      <a:r>
                        <a:rPr lang="en-US" sz="1100" err="1">
                          <a:effectLst/>
                        </a:rPr>
                        <a:t>ConfigMap</a:t>
                      </a:r>
                      <a:r>
                        <a:rPr lang="en-US" sz="1100">
                          <a:effectLst/>
                        </a:rPr>
                        <a: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752182263"/>
                  </a:ext>
                </a:extLst>
              </a:tr>
              <a:tr h="944194">
                <a:tc>
                  <a:txBody>
                    <a:bodyPr/>
                    <a:lstStyle/>
                    <a:p>
                      <a:pPr algn="l" fontAlgn="t">
                        <a:buNone/>
                      </a:pPr>
                      <a:r>
                        <a:rPr lang="en-US" sz="1100">
                          <a:effectLst/>
                          <a:latin typeface="SFMono-Regular"/>
                        </a:rPr>
                        <a:t>azure.workload.identity/service-account-token-expiration</a:t>
                      </a:r>
                      <a:endParaRPr lang="en-US" sz="11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lnSpc>
                          <a:spcPct val="150000"/>
                        </a:lnSpc>
                        <a:buNone/>
                      </a:pPr>
                      <a:r>
                        <a:rPr lang="en-US" sz="1100">
                          <a:effectLst/>
                        </a:rPr>
                        <a:t>Represents the </a:t>
                      </a:r>
                      <a:r>
                        <a:rPr lang="en-US" sz="1100" err="1">
                          <a:effectLst/>
                          <a:latin typeface="SFMono-Regular"/>
                        </a:rPr>
                        <a:t>expirationSeconds</a:t>
                      </a:r>
                      <a:r>
                        <a:rPr lang="en-US" sz="1100">
                          <a:effectLst/>
                        </a:rPr>
                        <a:t> field for the projected service account token. It's an optional field that you configure to prevent any downtime caused by errors during service account token refresh. Kubernetes service account token expiry isn't correlated with Microsoft Entra tokens. Microsoft Entra tokens expire in 24 hours after they're issued.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3600</a:t>
                      </a:r>
                      <a:br>
                        <a:rPr lang="en-US" sz="1100">
                          <a:effectLst/>
                        </a:rPr>
                      </a:br>
                      <a:r>
                        <a:rPr lang="en-US" sz="1100">
                          <a:effectLst/>
                        </a:rPr>
                        <a:t>Supported range is 3600-86400.</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900575607"/>
                  </a:ext>
                </a:extLst>
              </a:tr>
            </a:tbl>
          </a:graphicData>
        </a:graphic>
      </p:graphicFrame>
    </p:spTree>
    <p:extLst>
      <p:ext uri="{BB962C8B-B14F-4D97-AF65-F5344CB8AC3E}">
        <p14:creationId xmlns:p14="http://schemas.microsoft.com/office/powerpoint/2010/main" val="660422530"/>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A1AA8-7CAF-9845-6C09-300ACC1BBA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0E0ED9-2E70-C2E5-3E09-276D9CAB4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80D29217-2ECD-5E22-290E-9010BD4BD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5698BAFE-C604-1D33-FE02-D952BE50F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B93FA8-3094-1BB2-4C61-5793860175AB}"/>
              </a:ext>
            </a:extLst>
          </p:cNvPr>
          <p:cNvSpPr>
            <a:spLocks noGrp="1"/>
          </p:cNvSpPr>
          <p:nvPr>
            <p:ph type="title"/>
          </p:nvPr>
        </p:nvSpPr>
        <p:spPr>
          <a:xfrm>
            <a:off x="1115568" y="548640"/>
            <a:ext cx="10168128" cy="1179576"/>
          </a:xfrm>
        </p:spPr>
        <p:txBody>
          <a:bodyPr>
            <a:normAutofit/>
          </a:bodyPr>
          <a:lstStyle/>
          <a:p>
            <a:r>
              <a:rPr lang="en-US" sz="4000"/>
              <a:t>Pod Labels</a:t>
            </a:r>
          </a:p>
        </p:txBody>
      </p:sp>
      <p:sp>
        <p:nvSpPr>
          <p:cNvPr id="14" name="Rectangle 13">
            <a:extLst>
              <a:ext uri="{FF2B5EF4-FFF2-40B4-BE49-F238E27FC236}">
                <a16:creationId xmlns:a16="http://schemas.microsoft.com/office/drawing/2014/main" id="{65070596-0C07-A553-6A74-B6E8226D1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30F78693-FC73-9703-D773-8D502F2225F9}"/>
              </a:ext>
            </a:extLst>
          </p:cNvPr>
          <p:cNvGraphicFramePr>
            <a:graphicFrameLocks noGrp="1"/>
          </p:cNvGraphicFramePr>
          <p:nvPr>
            <p:extLst>
              <p:ext uri="{D42A27DB-BD31-4B8C-83A1-F6EECF244321}">
                <p14:modId xmlns:p14="http://schemas.microsoft.com/office/powerpoint/2010/main" val="2299596537"/>
              </p:ext>
            </p:extLst>
          </p:nvPr>
        </p:nvGraphicFramePr>
        <p:xfrm>
          <a:off x="558209" y="3137587"/>
          <a:ext cx="11173120" cy="1622860"/>
        </p:xfrm>
        <a:graphic>
          <a:graphicData uri="http://schemas.openxmlformats.org/drawingml/2006/table">
            <a:tbl>
              <a:tblPr/>
              <a:tblGrid>
                <a:gridCol w="2483165">
                  <a:extLst>
                    <a:ext uri="{9D8B030D-6E8A-4147-A177-3AD203B41FA5}">
                      <a16:colId xmlns:a16="http://schemas.microsoft.com/office/drawing/2014/main" val="3376633057"/>
                    </a:ext>
                  </a:extLst>
                </a:gridCol>
                <a:gridCol w="5814391">
                  <a:extLst>
                    <a:ext uri="{9D8B030D-6E8A-4147-A177-3AD203B41FA5}">
                      <a16:colId xmlns:a16="http://schemas.microsoft.com/office/drawing/2014/main" val="498254926"/>
                    </a:ext>
                  </a:extLst>
                </a:gridCol>
                <a:gridCol w="1540565">
                  <a:extLst>
                    <a:ext uri="{9D8B030D-6E8A-4147-A177-3AD203B41FA5}">
                      <a16:colId xmlns:a16="http://schemas.microsoft.com/office/drawing/2014/main" val="1305125283"/>
                    </a:ext>
                  </a:extLst>
                </a:gridCol>
                <a:gridCol w="1334999">
                  <a:extLst>
                    <a:ext uri="{9D8B030D-6E8A-4147-A177-3AD203B41FA5}">
                      <a16:colId xmlns:a16="http://schemas.microsoft.com/office/drawing/2014/main" val="4180459243"/>
                    </a:ext>
                  </a:extLst>
                </a:gridCol>
              </a:tblGrid>
              <a:tr h="445843">
                <a:tc>
                  <a:txBody>
                    <a:bodyPr/>
                    <a:lstStyle/>
                    <a:p>
                      <a:pPr algn="l" fontAlgn="t">
                        <a:buNone/>
                      </a:pPr>
                      <a:r>
                        <a:rPr lang="en-US" sz="1500" b="1">
                          <a:effectLst/>
                        </a:rPr>
                        <a:t>Label</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Description</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Recommended value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b="1">
                          <a:effectLst/>
                        </a:rPr>
                        <a:t>Required</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804759759"/>
                  </a:ext>
                </a:extLst>
              </a:tr>
              <a:tr h="1087958">
                <a:tc>
                  <a:txBody>
                    <a:bodyPr/>
                    <a:lstStyle/>
                    <a:p>
                      <a:pPr algn="l" fontAlgn="t">
                        <a:buNone/>
                      </a:pPr>
                      <a:r>
                        <a:rPr lang="en-US" sz="1500">
                          <a:effectLst/>
                          <a:latin typeface="SFMono-Regular"/>
                        </a:rPr>
                        <a:t>azure.workload.identity/use</a:t>
                      </a:r>
                      <a:endParaRPr lang="en-US" sz="1500">
                        <a:effectLst/>
                      </a:endParaRP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This label is required in the pod template spec. Only pods with this label are mutated by the azure-workload-identity mutating admission webhook to inject the Azure specific environment variables and the projected service account token volume.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true</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500">
                          <a:effectLst/>
                        </a:rPr>
                        <a:t>Yes</a:t>
                      </a:r>
                    </a:p>
                  </a:txBody>
                  <a:tcPr marL="77702" marR="77702" marT="38851" marB="3885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38853820"/>
                  </a:ext>
                </a:extLst>
              </a:tr>
            </a:tbl>
          </a:graphicData>
        </a:graphic>
      </p:graphicFrame>
    </p:spTree>
    <p:extLst>
      <p:ext uri="{BB962C8B-B14F-4D97-AF65-F5344CB8AC3E}">
        <p14:creationId xmlns:p14="http://schemas.microsoft.com/office/powerpoint/2010/main" val="3331747759"/>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EEA8D-03BB-03F4-AE4E-566DF5BE18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BE5C0ED-040A-327B-6049-A589959EC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AD088820-3831-B156-2F93-3197BC199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8B7CD94-D61C-3639-EE40-34129F7DF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0BE792-28C3-AC42-D181-28DF6B39C05C}"/>
              </a:ext>
            </a:extLst>
          </p:cNvPr>
          <p:cNvSpPr>
            <a:spLocks noGrp="1"/>
          </p:cNvSpPr>
          <p:nvPr>
            <p:ph type="title"/>
          </p:nvPr>
        </p:nvSpPr>
        <p:spPr>
          <a:xfrm>
            <a:off x="1115568" y="548640"/>
            <a:ext cx="10168128" cy="1179576"/>
          </a:xfrm>
        </p:spPr>
        <p:txBody>
          <a:bodyPr>
            <a:normAutofit/>
          </a:bodyPr>
          <a:lstStyle/>
          <a:p>
            <a:r>
              <a:rPr lang="en-US" sz="4000"/>
              <a:t>Pod Annotations</a:t>
            </a:r>
          </a:p>
        </p:txBody>
      </p:sp>
      <p:sp>
        <p:nvSpPr>
          <p:cNvPr id="14" name="Rectangle 13">
            <a:extLst>
              <a:ext uri="{FF2B5EF4-FFF2-40B4-BE49-F238E27FC236}">
                <a16:creationId xmlns:a16="http://schemas.microsoft.com/office/drawing/2014/main" id="{97589B57-2569-A264-8C37-FB4427F7B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79728FE5-F48C-03CD-EACB-50159C2F53FD}"/>
              </a:ext>
            </a:extLst>
          </p:cNvPr>
          <p:cNvGraphicFramePr>
            <a:graphicFrameLocks noGrp="1"/>
          </p:cNvGraphicFramePr>
          <p:nvPr>
            <p:extLst>
              <p:ext uri="{D42A27DB-BD31-4B8C-83A1-F6EECF244321}">
                <p14:modId xmlns:p14="http://schemas.microsoft.com/office/powerpoint/2010/main" val="2645185745"/>
              </p:ext>
            </p:extLst>
          </p:nvPr>
        </p:nvGraphicFramePr>
        <p:xfrm>
          <a:off x="555161" y="2365512"/>
          <a:ext cx="11176167" cy="3619899"/>
        </p:xfrm>
        <a:graphic>
          <a:graphicData uri="http://schemas.openxmlformats.org/drawingml/2006/table">
            <a:tbl>
              <a:tblPr/>
              <a:tblGrid>
                <a:gridCol w="3162074">
                  <a:extLst>
                    <a:ext uri="{9D8B030D-6E8A-4147-A177-3AD203B41FA5}">
                      <a16:colId xmlns:a16="http://schemas.microsoft.com/office/drawing/2014/main" val="2157973385"/>
                    </a:ext>
                  </a:extLst>
                </a:gridCol>
                <a:gridCol w="5158408">
                  <a:extLst>
                    <a:ext uri="{9D8B030D-6E8A-4147-A177-3AD203B41FA5}">
                      <a16:colId xmlns:a16="http://schemas.microsoft.com/office/drawing/2014/main" val="4203712295"/>
                    </a:ext>
                  </a:extLst>
                </a:gridCol>
                <a:gridCol w="2855685">
                  <a:extLst>
                    <a:ext uri="{9D8B030D-6E8A-4147-A177-3AD203B41FA5}">
                      <a16:colId xmlns:a16="http://schemas.microsoft.com/office/drawing/2014/main" val="3959015242"/>
                    </a:ext>
                  </a:extLst>
                </a:gridCol>
              </a:tblGrid>
              <a:tr h="304700">
                <a:tc>
                  <a:txBody>
                    <a:bodyPr/>
                    <a:lstStyle/>
                    <a:p>
                      <a:pPr algn="l" fontAlgn="t">
                        <a:buNone/>
                      </a:pPr>
                      <a:r>
                        <a:rPr lang="en-US" sz="1400" b="1">
                          <a:effectLst/>
                        </a:rPr>
                        <a:t>Annotation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Description</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Default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50913743"/>
                  </a:ext>
                </a:extLst>
              </a:tr>
              <a:tr h="603225">
                <a:tc>
                  <a:txBody>
                    <a:bodyPr/>
                    <a:lstStyle/>
                    <a:p>
                      <a:pPr algn="l" fontAlgn="t">
                        <a:buNone/>
                      </a:pPr>
                      <a:r>
                        <a:rPr lang="en-US" sz="1400" err="1">
                          <a:effectLst/>
                          <a:latin typeface="SFMono-Regular"/>
                        </a:rPr>
                        <a:t>azure.workload.identity</a:t>
                      </a:r>
                      <a:r>
                        <a:rPr lang="en-US" sz="1400">
                          <a:effectLst/>
                          <a:latin typeface="SFMono-Regular"/>
                        </a:rPr>
                        <a:t>/service-account-token-expiration</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b="1">
                          <a:effectLst/>
                        </a:rPr>
                        <a:t>Pod annotations take precedence over service account annotations</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3600</a:t>
                      </a:r>
                      <a:br>
                        <a:rPr lang="en-US" sz="1400">
                          <a:effectLst/>
                        </a:rPr>
                      </a:br>
                      <a:r>
                        <a:rPr lang="en-US" sz="1400">
                          <a:effectLst/>
                        </a:rPr>
                        <a:t>Supported range is 3600-86400.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0358407"/>
                  </a:ext>
                </a:extLst>
              </a:tr>
              <a:tr h="797289">
                <a:tc>
                  <a:txBody>
                    <a:bodyPr/>
                    <a:lstStyle/>
                    <a:p>
                      <a:pPr algn="l" fontAlgn="t">
                        <a:buNone/>
                      </a:pPr>
                      <a:r>
                        <a:rPr lang="en-US" sz="1400">
                          <a:effectLst/>
                          <a:latin typeface="SFMono-Regular"/>
                        </a:rPr>
                        <a:t>azure.workload.identity/skip-containers</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a semi-colon-separated list of containers to skip adding projected service account token volume. For example, </a:t>
                      </a:r>
                      <a:r>
                        <a:rPr lang="en-US" sz="1400">
                          <a:effectLst/>
                          <a:latin typeface="SFMono-Regular"/>
                        </a:rPr>
                        <a:t>container1;container2</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By default, the projected service account token volume is added to all containers if the pod is labeled with </a:t>
                      </a:r>
                      <a:r>
                        <a:rPr lang="en-US" sz="1400">
                          <a:effectLst/>
                          <a:latin typeface="SFMono-Regular"/>
                        </a:rPr>
                        <a:t>azure.workload.identity/use: true</a:t>
                      </a:r>
                      <a:r>
                        <a:rPr lang="en-US" sz="1400">
                          <a:effectLst/>
                        </a:rPr>
                        <a:t>.</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76244893"/>
                  </a:ext>
                </a:extLst>
              </a:tr>
              <a:tr h="1043583">
                <a:tc>
                  <a:txBody>
                    <a:bodyPr/>
                    <a:lstStyle/>
                    <a:p>
                      <a:pPr algn="l" fontAlgn="t">
                        <a:buNone/>
                      </a:pPr>
                      <a:r>
                        <a:rPr lang="en-US" sz="1400">
                          <a:effectLst/>
                          <a:latin typeface="SFMono-Regular"/>
                        </a:rPr>
                        <a:t>azure.workload.identity/inject-proxy-sidecar</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Injects a proxy init container and proxy sidecar into the pod. The proxy sidecar is used to intercept token requests to IMDS and acquire a Microsoft Entra token on behalf of the user with federated identity credential.</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false</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45314689"/>
                  </a:ext>
                </a:extLst>
              </a:tr>
              <a:tr h="550995">
                <a:tc>
                  <a:txBody>
                    <a:bodyPr/>
                    <a:lstStyle/>
                    <a:p>
                      <a:pPr algn="l" fontAlgn="t">
                        <a:buNone/>
                      </a:pPr>
                      <a:r>
                        <a:rPr lang="en-US" sz="1400">
                          <a:effectLst/>
                          <a:latin typeface="SFMono-Regular"/>
                        </a:rPr>
                        <a:t>azure.workload.identity/proxy-sidecar-port</a:t>
                      </a:r>
                      <a:endParaRPr lang="en-US" sz="1400">
                        <a:effectLst/>
                      </a:endParaRP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Represents the port of the proxy sidecar.</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400">
                          <a:effectLst/>
                        </a:rPr>
                        <a:t>8000</a:t>
                      </a:r>
                    </a:p>
                  </a:txBody>
                  <a:tcPr marL="50597" marR="50597" marT="25298" marB="252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15048298"/>
                  </a:ext>
                </a:extLst>
              </a:tr>
            </a:tbl>
          </a:graphicData>
        </a:graphic>
      </p:graphicFrame>
    </p:spTree>
    <p:extLst>
      <p:ext uri="{BB962C8B-B14F-4D97-AF65-F5344CB8AC3E}">
        <p14:creationId xmlns:p14="http://schemas.microsoft.com/office/powerpoint/2010/main" val="354518482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Deploy and configure Microsoft Entra Workload ID on an Azure Kubernetes Service (AKS) cluster</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74405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63244-4949-EB37-4D42-76690E48CA3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Deploy and configure Microsoft Entra Workload ID on an Azure Kubernetes Service (AKS) cluster</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3DE259-39F3-0924-0353-80307BA326A8}"/>
              </a:ext>
            </a:extLst>
          </p:cNvPr>
          <p:cNvSpPr txBox="1"/>
          <p:nvPr/>
        </p:nvSpPr>
        <p:spPr>
          <a:xfrm>
            <a:off x="838200" y="2138102"/>
            <a:ext cx="10853928" cy="3855193"/>
          </a:xfrm>
          <a:prstGeom prst="rect">
            <a:avLst/>
          </a:prstGeom>
        </p:spPr>
        <p:txBody>
          <a:bodyPr vert="horz" lIns="91440" tIns="45720" rIns="91440" bIns="45720" rtlCol="0">
            <a:normAutofit fontScale="92500"/>
          </a:bodyPr>
          <a:lstStyle/>
          <a:p>
            <a:pPr marL="285750" indent="-228600">
              <a:lnSpc>
                <a:spcPct val="90000"/>
              </a:lnSpc>
              <a:spcBef>
                <a:spcPts val="600"/>
              </a:spcBef>
              <a:spcAft>
                <a:spcPts val="1200"/>
              </a:spcAft>
              <a:buFont typeface="Arial" panose="020B0604020202020204" pitchFamily="34" charset="0"/>
              <a:buChar char="•"/>
            </a:pPr>
            <a:r>
              <a:rPr lang="en-US" sz="2800"/>
              <a:t>Create a new or update an existing AKS cluster using the Azure CLI with OpenID Connect (OIDC) issuer and Microsoft Entra Workload ID enabled.</a:t>
            </a:r>
          </a:p>
          <a:p>
            <a:pPr marL="285750" indent="-228600">
              <a:lnSpc>
                <a:spcPct val="90000"/>
              </a:lnSpc>
              <a:spcBef>
                <a:spcPts val="600"/>
              </a:spcBef>
              <a:spcAft>
                <a:spcPts val="1200"/>
              </a:spcAft>
              <a:buFont typeface="Arial" panose="020B0604020202020204" pitchFamily="34" charset="0"/>
              <a:buChar char="•"/>
            </a:pPr>
            <a:r>
              <a:rPr lang="en-US" sz="2800"/>
              <a:t>Create a workload identity and Kubernetes service account.</a:t>
            </a:r>
          </a:p>
          <a:p>
            <a:pPr marL="285750" indent="-228600">
              <a:lnSpc>
                <a:spcPct val="90000"/>
              </a:lnSpc>
              <a:spcBef>
                <a:spcPts val="600"/>
              </a:spcBef>
              <a:spcAft>
                <a:spcPts val="1200"/>
              </a:spcAft>
              <a:buFont typeface="Arial" panose="020B0604020202020204" pitchFamily="34" charset="0"/>
              <a:buChar char="•"/>
            </a:pPr>
            <a:r>
              <a:rPr lang="en-US" sz="2800"/>
              <a:t>Configure the managed identity for token federation.</a:t>
            </a:r>
          </a:p>
          <a:p>
            <a:pPr marL="285750" indent="-228600">
              <a:lnSpc>
                <a:spcPct val="90000"/>
              </a:lnSpc>
              <a:spcBef>
                <a:spcPts val="600"/>
              </a:spcBef>
              <a:spcAft>
                <a:spcPts val="1200"/>
              </a:spcAft>
              <a:buFont typeface="Arial" panose="020B0604020202020204" pitchFamily="34" charset="0"/>
              <a:buChar char="•"/>
            </a:pPr>
            <a:r>
              <a:rPr lang="en-US" sz="2800"/>
              <a:t>Deploy the workload and verify authentication with the workload identity.</a:t>
            </a:r>
          </a:p>
          <a:p>
            <a:pPr marL="285750" indent="-228600">
              <a:lnSpc>
                <a:spcPct val="90000"/>
              </a:lnSpc>
              <a:spcBef>
                <a:spcPts val="600"/>
              </a:spcBef>
              <a:spcAft>
                <a:spcPts val="1200"/>
              </a:spcAft>
              <a:buFont typeface="Arial" panose="020B0604020202020204" pitchFamily="34" charset="0"/>
              <a:buChar char="•"/>
            </a:pPr>
            <a:r>
              <a:rPr lang="en-US" sz="2800"/>
              <a:t>Optionally grant a pod in the cluster access to secrets in an Azure key vault.</a:t>
            </a:r>
          </a:p>
        </p:txBody>
      </p:sp>
    </p:spTree>
    <p:extLst>
      <p:ext uri="{BB962C8B-B14F-4D97-AF65-F5344CB8AC3E}">
        <p14:creationId xmlns:p14="http://schemas.microsoft.com/office/powerpoint/2010/main" val="3131274016"/>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1FAE03-065D-7599-E1A5-CD22D24CF1B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A3CE1F1-6713-86E6-8AAE-D4881CBA7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80BF5A8E-E44E-B657-27D7-896E96402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05E75DA-A16C-ED99-D713-E4E5F9E5F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15B1F9-1A96-BEBB-3AFB-11C6D3E74BF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Secrets Store CSI Driver</a:t>
            </a:r>
          </a:p>
        </p:txBody>
      </p:sp>
      <p:sp>
        <p:nvSpPr>
          <p:cNvPr id="13" name="Rectangle 12">
            <a:extLst>
              <a:ext uri="{FF2B5EF4-FFF2-40B4-BE49-F238E27FC236}">
                <a16:creationId xmlns:a16="http://schemas.microsoft.com/office/drawing/2014/main" id="{E15175E4-7419-54E6-D29E-F2CDE4CC7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935753"/>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8CB151-A4A3-4C6A-7C88-FCCE678625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C4004E-D86A-D5D9-A5C5-42EDE4D0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72ECC-5817-3BC3-CAC7-F7DD858BF1B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CSI Driver</a:t>
            </a:r>
          </a:p>
        </p:txBody>
      </p:sp>
      <p:sp>
        <p:nvSpPr>
          <p:cNvPr id="12" name="sketch line">
            <a:extLst>
              <a:ext uri="{FF2B5EF4-FFF2-40B4-BE49-F238E27FC236}">
                <a16:creationId xmlns:a16="http://schemas.microsoft.com/office/drawing/2014/main" id="{B612F7B7-1977-27E7-45C6-C453C68A8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CE0DF66-6242-2523-C6BD-189FBDE76F9C}"/>
              </a:ext>
            </a:extLst>
          </p:cNvPr>
          <p:cNvSpPr txBox="1"/>
          <p:nvPr/>
        </p:nvSpPr>
        <p:spPr>
          <a:xfrm>
            <a:off x="838200" y="2446214"/>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The Container Storage Interface (CSI) is a standard for exposing arbitrary block and file storage systems to containerized workloads on Container Orchestration Systems (COS) like Kubernetes. </a:t>
            </a:r>
          </a:p>
          <a:p>
            <a:pPr marL="285750" indent="-228600">
              <a:lnSpc>
                <a:spcPct val="90000"/>
              </a:lnSpc>
              <a:spcBef>
                <a:spcPts val="600"/>
              </a:spcBef>
              <a:spcAft>
                <a:spcPts val="1200"/>
              </a:spcAft>
              <a:buFont typeface="Arial" panose="020B0604020202020204" pitchFamily="34" charset="0"/>
              <a:buChar char="•"/>
            </a:pPr>
            <a:r>
              <a:rPr lang="en-US" sz="2800"/>
              <a:t>Using CSI third-party storage providers can write and deploy plugins exposing new storage systems in Kubernetes without ever having to touch the core Kubernetes code.</a:t>
            </a:r>
          </a:p>
        </p:txBody>
      </p:sp>
    </p:spTree>
    <p:extLst>
      <p:ext uri="{BB962C8B-B14F-4D97-AF65-F5344CB8AC3E}">
        <p14:creationId xmlns:p14="http://schemas.microsoft.com/office/powerpoint/2010/main" val="1943525955"/>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D4151-C8A8-720E-A6FB-5A4B080E9CF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E9CFE6-6D88-3158-450F-1FA335845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73244-415D-1E68-2BC3-7944B43AEF2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a:solidFill>
                  <a:schemeClr val="tx1"/>
                </a:solidFill>
                <a:latin typeface="+mj-lt"/>
                <a:ea typeface="+mj-ea"/>
                <a:cs typeface="+mj-cs"/>
              </a:rPr>
              <a:t>Secret Store CSI Driver</a:t>
            </a:r>
          </a:p>
        </p:txBody>
      </p:sp>
      <p:sp>
        <p:nvSpPr>
          <p:cNvPr id="12" name="sketch line">
            <a:extLst>
              <a:ext uri="{FF2B5EF4-FFF2-40B4-BE49-F238E27FC236}">
                <a16:creationId xmlns:a16="http://schemas.microsoft.com/office/drawing/2014/main" id="{7946E436-2FE2-E7BC-3266-1C0DAED1C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DD22AB8-9347-F997-4926-1151CE27FC93}"/>
              </a:ext>
            </a:extLst>
          </p:cNvPr>
          <p:cNvSpPr txBox="1"/>
          <p:nvPr/>
        </p:nvSpPr>
        <p:spPr>
          <a:xfrm>
            <a:off x="838200" y="2297126"/>
            <a:ext cx="10853928" cy="3855193"/>
          </a:xfrm>
          <a:prstGeom prst="rect">
            <a:avLst/>
          </a:prstGeom>
        </p:spPr>
        <p:txBody>
          <a:bodyPr vert="horz" lIns="91440" tIns="45720" rIns="91440" bIns="45720" rtlCol="0">
            <a:normAutofit/>
          </a:bodyPr>
          <a:lstStyle/>
          <a:p>
            <a:pPr marL="285750" indent="-228600">
              <a:lnSpc>
                <a:spcPct val="90000"/>
              </a:lnSpc>
              <a:spcBef>
                <a:spcPts val="600"/>
              </a:spcBef>
              <a:spcAft>
                <a:spcPts val="1200"/>
              </a:spcAft>
              <a:buFont typeface="Arial" panose="020B0604020202020204" pitchFamily="34" charset="0"/>
              <a:buChar char="•"/>
            </a:pPr>
            <a:r>
              <a:rPr lang="en-US" sz="2800"/>
              <a:t>Secrets Store CSI Driver for Kubernetes secrets - Integrates secrets stores with Kubernetes via a Container Storage Interface (CSI) volume. </a:t>
            </a:r>
          </a:p>
          <a:p>
            <a:pPr marL="285750" indent="-228600">
              <a:lnSpc>
                <a:spcPct val="90000"/>
              </a:lnSpc>
              <a:spcBef>
                <a:spcPts val="600"/>
              </a:spcBef>
              <a:spcAft>
                <a:spcPts val="1200"/>
              </a:spcAft>
              <a:buFont typeface="Arial" panose="020B0604020202020204" pitchFamily="34" charset="0"/>
              <a:buChar char="•"/>
            </a:pPr>
            <a:r>
              <a:rPr lang="en-US" sz="2800"/>
              <a:t>The Secrets Store CSI Driver secrets-store.csi.k8s.io allows Kubernetes to mount multiple secrets, keys, and certs stored in enterprise-grade external secrets stores into their pods as a volume. Once the Volume is attached, the data in it is mounted into the container's file system.</a:t>
            </a:r>
          </a:p>
        </p:txBody>
      </p:sp>
    </p:spTree>
    <p:extLst>
      <p:ext uri="{BB962C8B-B14F-4D97-AF65-F5344CB8AC3E}">
        <p14:creationId xmlns:p14="http://schemas.microsoft.com/office/powerpoint/2010/main" val="31476329"/>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B06DFB-F903-5FD4-627E-711A082B759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EAFD258-A185-3E83-8EB6-7BF75E175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FAF51A-E526-0A71-1402-88AE146C1C0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Azure Key Vault provider for </a:t>
            </a:r>
            <a:r>
              <a:rPr lang="en-US" sz="4200" kern="1200">
                <a:solidFill>
                  <a:schemeClr val="tx1"/>
                </a:solidFill>
                <a:latin typeface="+mj-lt"/>
                <a:ea typeface="+mj-ea"/>
                <a:cs typeface="+mj-cs"/>
              </a:rPr>
              <a:t>Secret Store CSI Driver</a:t>
            </a:r>
            <a:r>
              <a:rPr lang="en-US" sz="4200"/>
              <a:t> in an AKS cluster</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DA48ADF1-C7DC-D347-1224-85369B2CD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20040C-9D0D-FBC1-5C0C-81B85D27ED0A}"/>
              </a:ext>
            </a:extLst>
          </p:cNvPr>
          <p:cNvSpPr txBox="1"/>
          <p:nvPr/>
        </p:nvSpPr>
        <p:spPr>
          <a:xfrm>
            <a:off x="838200" y="2545606"/>
            <a:ext cx="10853928" cy="252812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Azure Key Vault provider for Secrets Store CSI Driver allows for the integration of an Azure Key Vault as a secret store with an Azure Kubernetes Service (AKS) cluster via a CSI volume.</a:t>
            </a:r>
          </a:p>
        </p:txBody>
      </p:sp>
    </p:spTree>
    <p:extLst>
      <p:ext uri="{BB962C8B-B14F-4D97-AF65-F5344CB8AC3E}">
        <p14:creationId xmlns:p14="http://schemas.microsoft.com/office/powerpoint/2010/main" val="2748666702"/>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CEF19C-DCB6-46A6-96B4-EEE2B1BFA1E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DE6783-DEDC-C7D0-4E8E-0BADBE526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F5AF1-97BC-0B3E-C481-F63DF4FC92F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Features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07651CE5-3B86-D2AA-AB71-9F80F0E04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A57006-ADBE-F5AA-4E04-3185D74D844D}"/>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a:t>Mounts secrets, keys, and certificates to a pod using a CSI volume.</a:t>
            </a:r>
          </a:p>
          <a:p>
            <a:pPr marL="514350" indent="-457200">
              <a:spcBef>
                <a:spcPts val="600"/>
              </a:spcBef>
              <a:spcAft>
                <a:spcPts val="600"/>
              </a:spcAft>
              <a:buFont typeface="Arial" panose="020B0604020202020204" pitchFamily="34" charset="0"/>
              <a:buChar char="•"/>
            </a:pPr>
            <a:r>
              <a:rPr lang="en-US" sz="2400"/>
              <a:t>Supports CSI inline volumes.</a:t>
            </a:r>
          </a:p>
          <a:p>
            <a:pPr marL="514350" indent="-457200">
              <a:spcBef>
                <a:spcPts val="600"/>
              </a:spcBef>
              <a:spcAft>
                <a:spcPts val="600"/>
              </a:spcAft>
              <a:buFont typeface="Arial" panose="020B0604020202020204" pitchFamily="34" charset="0"/>
              <a:buChar char="•"/>
            </a:pPr>
            <a:r>
              <a:rPr lang="en-US" sz="2400"/>
              <a:t>Supports mounting multiple secrets store objects as a single volume.</a:t>
            </a:r>
          </a:p>
          <a:p>
            <a:pPr marL="514350" indent="-457200">
              <a:spcBef>
                <a:spcPts val="600"/>
              </a:spcBef>
              <a:spcAft>
                <a:spcPts val="600"/>
              </a:spcAft>
              <a:buFont typeface="Arial" panose="020B0604020202020204" pitchFamily="34" charset="0"/>
              <a:buChar char="•"/>
            </a:pPr>
            <a:r>
              <a:rPr lang="en-US" sz="2400"/>
              <a:t>Supports pod portability with the </a:t>
            </a:r>
            <a:r>
              <a:rPr lang="en-US" sz="2400" err="1"/>
              <a:t>SecretProviderClass</a:t>
            </a:r>
            <a:r>
              <a:rPr lang="en-US" sz="2400"/>
              <a:t> CRD.</a:t>
            </a:r>
          </a:p>
          <a:p>
            <a:pPr marL="514350" indent="-457200">
              <a:spcBef>
                <a:spcPts val="600"/>
              </a:spcBef>
              <a:spcAft>
                <a:spcPts val="600"/>
              </a:spcAft>
              <a:buFont typeface="Arial" panose="020B0604020202020204" pitchFamily="34" charset="0"/>
              <a:buChar char="•"/>
            </a:pPr>
            <a:r>
              <a:rPr lang="en-US" sz="2400"/>
              <a:t>Supports Windows containers.</a:t>
            </a:r>
          </a:p>
          <a:p>
            <a:pPr marL="514350" indent="-457200">
              <a:spcBef>
                <a:spcPts val="600"/>
              </a:spcBef>
              <a:spcAft>
                <a:spcPts val="600"/>
              </a:spcAft>
              <a:buFont typeface="Arial" panose="020B0604020202020204" pitchFamily="34" charset="0"/>
              <a:buChar char="•"/>
            </a:pPr>
            <a:r>
              <a:rPr lang="en-US" sz="2400"/>
              <a:t>Syncs with Kubernetes secrets.</a:t>
            </a:r>
          </a:p>
          <a:p>
            <a:pPr marL="514350" indent="-457200">
              <a:spcBef>
                <a:spcPts val="600"/>
              </a:spcBef>
              <a:spcAft>
                <a:spcPts val="600"/>
              </a:spcAft>
              <a:buFont typeface="Arial" panose="020B0604020202020204" pitchFamily="34" charset="0"/>
              <a:buChar char="•"/>
            </a:pPr>
            <a:r>
              <a:rPr lang="en-US" sz="2400"/>
              <a:t>Supports autorotation of mounted contents and synced Kubernetes secrets.</a:t>
            </a:r>
          </a:p>
        </p:txBody>
      </p:sp>
    </p:spTree>
    <p:extLst>
      <p:ext uri="{BB962C8B-B14F-4D97-AF65-F5344CB8AC3E}">
        <p14:creationId xmlns:p14="http://schemas.microsoft.com/office/powerpoint/2010/main" val="457470317"/>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B3B339-A53B-9AEC-243D-B5695075C5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3C736D-9A58-0684-9A8B-F3330CEEE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C7264-E972-D17B-8715-77C42B8E5E0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Limitations</a:t>
            </a:r>
            <a:endParaRPr lang="en-US" sz="4200" kern="120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88C885C2-3F92-7D36-B017-59E9F23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762854-9D1C-A13C-B22B-E8745BEB7227}"/>
              </a:ext>
            </a:extLst>
          </p:cNvPr>
          <p:cNvSpPr txBox="1"/>
          <p:nvPr/>
        </p:nvSpPr>
        <p:spPr>
          <a:xfrm>
            <a:off x="218661" y="2138102"/>
            <a:ext cx="11807687" cy="4354773"/>
          </a:xfrm>
          <a:prstGeom prst="rect">
            <a:avLst/>
          </a:prstGeom>
        </p:spPr>
        <p:txBody>
          <a:bodyPr vert="horz" lIns="91440" tIns="45720" rIns="91440" bIns="45720" rtlCol="0">
            <a:normAutofit/>
          </a:bodyPr>
          <a:lstStyle/>
          <a:p>
            <a:pPr marL="514350" indent="-457200">
              <a:spcBef>
                <a:spcPts val="600"/>
              </a:spcBef>
              <a:spcAft>
                <a:spcPts val="600"/>
              </a:spcAft>
              <a:buFont typeface="Arial" panose="020B0604020202020204" pitchFamily="34" charset="0"/>
              <a:buChar char="•"/>
            </a:pPr>
            <a:r>
              <a:rPr lang="en-US" sz="2400"/>
              <a:t>A container using a </a:t>
            </a:r>
            <a:r>
              <a:rPr lang="en-US" sz="2400" err="1"/>
              <a:t>ConfigMap</a:t>
            </a:r>
            <a:r>
              <a:rPr lang="en-US" sz="2400"/>
              <a:t> or Secret as a </a:t>
            </a:r>
            <a:r>
              <a:rPr lang="en-US" sz="2400" err="1"/>
              <a:t>subPath</a:t>
            </a:r>
            <a:r>
              <a:rPr lang="en-US" sz="2400"/>
              <a:t> volume mount does not receive automated updates when the secret is rotated. This is a Kubernetes limitation. To have the changes take effect, the application needs to reload the changed file by either watching for changes in the file system or by restarting the pod. </a:t>
            </a:r>
          </a:p>
          <a:p>
            <a:pPr marL="514350" indent="-457200">
              <a:spcBef>
                <a:spcPts val="600"/>
              </a:spcBef>
              <a:spcAft>
                <a:spcPts val="600"/>
              </a:spcAft>
              <a:buFont typeface="Arial" panose="020B0604020202020204" pitchFamily="34" charset="0"/>
              <a:buChar char="•"/>
            </a:pPr>
            <a:r>
              <a:rPr lang="en-US" sz="2400"/>
              <a:t>The add-on creates a managed identity named </a:t>
            </a:r>
            <a:r>
              <a:rPr lang="en-US" sz="2400" err="1"/>
              <a:t>azurekeyvaultsecretsprovider</a:t>
            </a:r>
            <a:r>
              <a:rPr lang="en-US" sz="2400"/>
              <a:t>-xxx in the node resource group and assigns it to the Virtual Machine Scale Sets (VMSS) automatically. You can use this managed identity or your own managed identity to access the key vault. It's not supported to prevent creation of the identity.</a:t>
            </a:r>
          </a:p>
        </p:txBody>
      </p:sp>
    </p:spTree>
    <p:extLst>
      <p:ext uri="{BB962C8B-B14F-4D97-AF65-F5344CB8AC3E}">
        <p14:creationId xmlns:p14="http://schemas.microsoft.com/office/powerpoint/2010/main" val="4275599633"/>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BF4F92-21E9-E558-F76C-E35CF71B05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EA2B19-95AB-C604-52E0-14FFEE09A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8BC852B-E404-BC8F-6D54-D7F69E93578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BA872B3-F8E5-9FB3-0731-5C7DF1418BC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Azure Key Vault Provider for Secret Store CSI Driver in AKS</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1CD68F60-313A-D32E-92ED-BE498F54C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3606623"/>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F52C18-96C4-D862-9BD9-9FC9A33B8A2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00D6497-2834-0600-478A-4A19C4FAE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2E1EBEC-0A7A-80D3-61C4-47991D941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FC6FFFB7-F11C-E5AE-9F0A-01FE756594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882827-A7DB-FE5D-80C4-42D6E49AE04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Pod Security Admission (PSA)</a:t>
            </a:r>
          </a:p>
        </p:txBody>
      </p:sp>
      <p:sp>
        <p:nvSpPr>
          <p:cNvPr id="13" name="Rectangle 12">
            <a:extLst>
              <a:ext uri="{FF2B5EF4-FFF2-40B4-BE49-F238E27FC236}">
                <a16:creationId xmlns:a16="http://schemas.microsoft.com/office/drawing/2014/main" id="{3DA883F1-D187-202F-6390-EA8DFA36B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816947"/>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C06A07-EA2C-0764-71E0-E9FFDA3F07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AF8F9B-1077-0923-D88C-E8F988891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A4DA1B-1F5A-1943-49B1-E0EE88B3767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Pod Security Standards</a:t>
            </a:r>
          </a:p>
        </p:txBody>
      </p:sp>
      <p:sp>
        <p:nvSpPr>
          <p:cNvPr id="12" name="sketch line">
            <a:extLst>
              <a:ext uri="{FF2B5EF4-FFF2-40B4-BE49-F238E27FC236}">
                <a16:creationId xmlns:a16="http://schemas.microsoft.com/office/drawing/2014/main" id="{D559035B-0947-9112-A3F5-10FEE9BE64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80673C-DBFD-EDAD-1BFF-9190037FAC9E}"/>
              </a:ext>
            </a:extLst>
          </p:cNvPr>
          <p:cNvSpPr txBox="1"/>
          <p:nvPr/>
        </p:nvSpPr>
        <p:spPr>
          <a:xfrm>
            <a:off x="838200" y="2018831"/>
            <a:ext cx="10853928" cy="198465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Pod Security Standards define three different policies to broadly cover the security spectrum. </a:t>
            </a:r>
          </a:p>
          <a:p>
            <a:pPr marL="57150">
              <a:lnSpc>
                <a:spcPct val="90000"/>
              </a:lnSpc>
              <a:spcBef>
                <a:spcPts val="600"/>
              </a:spcBef>
              <a:spcAft>
                <a:spcPts val="1200"/>
              </a:spcAft>
            </a:pPr>
            <a:r>
              <a:rPr lang="en-US" sz="2800"/>
              <a:t>These policies are cumulative and range from highly-permissive to highly-restrictive. </a:t>
            </a:r>
          </a:p>
        </p:txBody>
      </p:sp>
      <p:graphicFrame>
        <p:nvGraphicFramePr>
          <p:cNvPr id="3" name="Table 2">
            <a:extLst>
              <a:ext uri="{FF2B5EF4-FFF2-40B4-BE49-F238E27FC236}">
                <a16:creationId xmlns:a16="http://schemas.microsoft.com/office/drawing/2014/main" id="{2DC7441C-1AD8-365A-2446-85D2611DB8DE}"/>
              </a:ext>
            </a:extLst>
          </p:cNvPr>
          <p:cNvGraphicFramePr>
            <a:graphicFrameLocks noGrp="1"/>
          </p:cNvGraphicFramePr>
          <p:nvPr>
            <p:extLst>
              <p:ext uri="{D42A27DB-BD31-4B8C-83A1-F6EECF244321}">
                <p14:modId xmlns:p14="http://schemas.microsoft.com/office/powerpoint/2010/main" val="1218049854"/>
              </p:ext>
            </p:extLst>
          </p:nvPr>
        </p:nvGraphicFramePr>
        <p:xfrm>
          <a:off x="838200" y="4267018"/>
          <a:ext cx="10515600" cy="2011680"/>
        </p:xfrm>
        <a:graphic>
          <a:graphicData uri="http://schemas.openxmlformats.org/drawingml/2006/table">
            <a:tbl>
              <a:tblPr/>
              <a:tblGrid>
                <a:gridCol w="1489081">
                  <a:extLst>
                    <a:ext uri="{9D8B030D-6E8A-4147-A177-3AD203B41FA5}">
                      <a16:colId xmlns:a16="http://schemas.microsoft.com/office/drawing/2014/main" val="2413998057"/>
                    </a:ext>
                  </a:extLst>
                </a:gridCol>
                <a:gridCol w="9026519">
                  <a:extLst>
                    <a:ext uri="{9D8B030D-6E8A-4147-A177-3AD203B41FA5}">
                      <a16:colId xmlns:a16="http://schemas.microsoft.com/office/drawing/2014/main" val="1526893556"/>
                    </a:ext>
                  </a:extLst>
                </a:gridCol>
              </a:tblGrid>
              <a:tr h="0">
                <a:tc>
                  <a:txBody>
                    <a:bodyPr/>
                    <a:lstStyle/>
                    <a:p>
                      <a:pPr algn="l" fontAlgn="b">
                        <a:buNone/>
                      </a:pPr>
                      <a:r>
                        <a:rPr lang="en-US">
                          <a:effectLst/>
                        </a:rPr>
                        <a:t>Profile</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algn="l" fontAlgn="b">
                        <a:buNone/>
                      </a:pPr>
                      <a:r>
                        <a:rPr lang="en-US">
                          <a:effectLst/>
                        </a:rPr>
                        <a:t>Description</a:t>
                      </a:r>
                    </a:p>
                  </a:txBody>
                  <a:tcPr anchor="b">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4318008"/>
                  </a:ext>
                </a:extLst>
              </a:tr>
              <a:tr h="0">
                <a:tc>
                  <a:txBody>
                    <a:bodyPr/>
                    <a:lstStyle/>
                    <a:p>
                      <a:pPr fontAlgn="t">
                        <a:buNone/>
                      </a:pPr>
                      <a:r>
                        <a:rPr lang="en-US" b="1">
                          <a:effectLst/>
                        </a:rPr>
                        <a:t>Privileged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Unrestricted policy, providing the widest possible level of permissions. This policy allows for known privilege escalations.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771172"/>
                  </a:ext>
                </a:extLst>
              </a:tr>
              <a:tr h="0">
                <a:tc>
                  <a:txBody>
                    <a:bodyPr/>
                    <a:lstStyle/>
                    <a:p>
                      <a:pPr fontAlgn="t">
                        <a:buNone/>
                      </a:pPr>
                      <a:r>
                        <a:rPr lang="en-US" b="1">
                          <a:effectLst/>
                        </a:rPr>
                        <a:t>Baseline</a:t>
                      </a:r>
                      <a:endParaRPr lang="en-US" b="0">
                        <a:effectLst/>
                      </a:endParaRP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b="0">
                          <a:effectLst/>
                        </a:rPr>
                        <a:t>Minimally restrictive policy which prevents known privilege escalations. Allows the default (minimally specified) Pod configuration.</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291325860"/>
                  </a:ext>
                </a:extLst>
              </a:tr>
              <a:tr h="0">
                <a:tc>
                  <a:txBody>
                    <a:bodyPr/>
                    <a:lstStyle/>
                    <a:p>
                      <a:pPr fontAlgn="t">
                        <a:buNone/>
                      </a:pPr>
                      <a:r>
                        <a:rPr lang="en-US" b="1">
                          <a:effectLst/>
                        </a:rPr>
                        <a:t>Restricted</a:t>
                      </a:r>
                      <a:endParaRPr lang="en-US" b="0">
                        <a:effectLst/>
                      </a:endParaRP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buNone/>
                      </a:pPr>
                      <a:r>
                        <a:rPr lang="en-US" b="0">
                          <a:effectLst/>
                        </a:rPr>
                        <a:t>Heavily restricted policy, following current Pod hardening best practices.</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45908330"/>
                  </a:ext>
                </a:extLst>
              </a:tr>
            </a:tbl>
          </a:graphicData>
        </a:graphic>
      </p:graphicFrame>
    </p:spTree>
    <p:extLst>
      <p:ext uri="{BB962C8B-B14F-4D97-AF65-F5344CB8AC3E}">
        <p14:creationId xmlns:p14="http://schemas.microsoft.com/office/powerpoint/2010/main" val="3871461859"/>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511D5-6F85-BCA6-012C-D367B75B3AD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F99691-F110-12A9-3C4A-434BE427D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7D15D-5A8B-93CA-E765-5097B2C90E8E}"/>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Privileged Policy</a:t>
            </a:r>
          </a:p>
        </p:txBody>
      </p:sp>
      <p:sp>
        <p:nvSpPr>
          <p:cNvPr id="12" name="sketch line">
            <a:extLst>
              <a:ext uri="{FF2B5EF4-FFF2-40B4-BE49-F238E27FC236}">
                <a16:creationId xmlns:a16="http://schemas.microsoft.com/office/drawing/2014/main" id="{CBD7EF90-FFA0-5B7A-8C72-99B8F6751C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C67AB8-B85D-91AE-BE05-3BA13B92FC18}"/>
              </a:ext>
            </a:extLst>
          </p:cNvPr>
          <p:cNvSpPr txBox="1"/>
          <p:nvPr/>
        </p:nvSpPr>
        <p:spPr>
          <a:xfrm>
            <a:off x="838200" y="2423558"/>
            <a:ext cx="10853928" cy="3557811"/>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Privileged policy is purposely-open, and entirely unrestricted. This type of policy is typically aimed at system- and infrastructure-level workloads managed by privileged, trusted users.</a:t>
            </a:r>
          </a:p>
          <a:p>
            <a:pPr marL="57150">
              <a:lnSpc>
                <a:spcPct val="90000"/>
              </a:lnSpc>
              <a:spcBef>
                <a:spcPts val="600"/>
              </a:spcBef>
              <a:spcAft>
                <a:spcPts val="1200"/>
              </a:spcAft>
            </a:pPr>
            <a:r>
              <a:rPr lang="en-US" sz="2800"/>
              <a:t>The Privileged policy is defined by an absence of restrictions. If you define a Pod where the Privileged security policy applies, the Pod you define is able to bypass typical container isolation mechanisms. For example, you can define a Pod that has access to the node's host network.</a:t>
            </a:r>
          </a:p>
        </p:txBody>
      </p:sp>
    </p:spTree>
    <p:extLst>
      <p:ext uri="{BB962C8B-B14F-4D97-AF65-F5344CB8AC3E}">
        <p14:creationId xmlns:p14="http://schemas.microsoft.com/office/powerpoint/2010/main" val="376929427"/>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144E8-F804-9118-A7AD-82D09510D45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4CF14E7-1A90-9DA4-2863-6A305FAF7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2D8E11-E12A-C650-317C-1A33289350D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Baseline Policy</a:t>
            </a:r>
          </a:p>
        </p:txBody>
      </p:sp>
      <p:sp>
        <p:nvSpPr>
          <p:cNvPr id="12" name="sketch line">
            <a:extLst>
              <a:ext uri="{FF2B5EF4-FFF2-40B4-BE49-F238E27FC236}">
                <a16:creationId xmlns:a16="http://schemas.microsoft.com/office/drawing/2014/main" id="{1CE7B4EB-5F3E-5F36-578E-8D7639E77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44FBEED-1F8B-AC54-B2E0-15F272B9CBDD}"/>
              </a:ext>
            </a:extLst>
          </p:cNvPr>
          <p:cNvSpPr txBox="1"/>
          <p:nvPr/>
        </p:nvSpPr>
        <p:spPr>
          <a:xfrm>
            <a:off x="838200" y="2433497"/>
            <a:ext cx="10853928" cy="2471265"/>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Baseline policy is aimed at ease of adoption for common containerized workloads while preventing known privilege escalations. </a:t>
            </a:r>
          </a:p>
          <a:p>
            <a:pPr marL="57150">
              <a:lnSpc>
                <a:spcPct val="90000"/>
              </a:lnSpc>
              <a:spcBef>
                <a:spcPts val="600"/>
              </a:spcBef>
              <a:spcAft>
                <a:spcPts val="1200"/>
              </a:spcAft>
            </a:pPr>
            <a:r>
              <a:rPr lang="en-US" sz="2800"/>
              <a:t>This policy is targeted at application operators and developers of non-critical applications.</a:t>
            </a:r>
          </a:p>
        </p:txBody>
      </p:sp>
    </p:spTree>
    <p:extLst>
      <p:ext uri="{BB962C8B-B14F-4D97-AF65-F5344CB8AC3E}">
        <p14:creationId xmlns:p14="http://schemas.microsoft.com/office/powerpoint/2010/main" val="2140530945"/>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E2AEDC-9D35-5A1E-90A3-EEA28C93E72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798FEE-151D-280B-6E2E-572230008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320DC-D331-853A-8517-C0B4F91500FB}"/>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The Restricted Policy</a:t>
            </a:r>
          </a:p>
        </p:txBody>
      </p:sp>
      <p:sp>
        <p:nvSpPr>
          <p:cNvPr id="12" name="sketch line">
            <a:extLst>
              <a:ext uri="{FF2B5EF4-FFF2-40B4-BE49-F238E27FC236}">
                <a16:creationId xmlns:a16="http://schemas.microsoft.com/office/drawing/2014/main" id="{EAC336F9-A603-B0EC-88E0-E477D2D03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8F914E-AFD7-D361-F302-2958B299BDC7}"/>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The Restricted policy is aimed at enforcing current Pod hardening best practices, at the expense of some compatibility. </a:t>
            </a:r>
          </a:p>
          <a:p>
            <a:pPr marL="57150">
              <a:lnSpc>
                <a:spcPct val="90000"/>
              </a:lnSpc>
              <a:spcBef>
                <a:spcPts val="600"/>
              </a:spcBef>
              <a:spcAft>
                <a:spcPts val="1200"/>
              </a:spcAft>
            </a:pPr>
            <a:r>
              <a:rPr lang="en-US" sz="2800"/>
              <a:t>It is targeted at operators and developers of security-critical applications, as well as lower-trust users.</a:t>
            </a:r>
          </a:p>
        </p:txBody>
      </p:sp>
    </p:spTree>
    <p:extLst>
      <p:ext uri="{BB962C8B-B14F-4D97-AF65-F5344CB8AC3E}">
        <p14:creationId xmlns:p14="http://schemas.microsoft.com/office/powerpoint/2010/main" val="2064698615"/>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B997BC-EE95-5B83-DE0F-E3F1CB30892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D58F2-85DD-48C3-E80D-73A549524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0FB55-8AA5-2161-38B7-9A7A79101521}"/>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a:t>Pod Security Admission in AKS</a:t>
            </a:r>
          </a:p>
        </p:txBody>
      </p:sp>
      <p:sp>
        <p:nvSpPr>
          <p:cNvPr id="12" name="sketch line">
            <a:extLst>
              <a:ext uri="{FF2B5EF4-FFF2-40B4-BE49-F238E27FC236}">
                <a16:creationId xmlns:a16="http://schemas.microsoft.com/office/drawing/2014/main" id="{4E30A4F9-70FB-9EA3-15F0-2A57AA0643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DD3020-C663-016B-C5A5-9E682BEDDD01}"/>
              </a:ext>
            </a:extLst>
          </p:cNvPr>
          <p:cNvSpPr txBox="1"/>
          <p:nvPr/>
        </p:nvSpPr>
        <p:spPr>
          <a:xfrm>
            <a:off x="838200" y="2423558"/>
            <a:ext cx="10853928" cy="2275663"/>
          </a:xfrm>
          <a:prstGeom prst="rect">
            <a:avLst/>
          </a:prstGeom>
        </p:spPr>
        <p:txBody>
          <a:bodyPr vert="horz" lIns="91440" tIns="45720" rIns="91440" bIns="45720" rtlCol="0">
            <a:normAutofit/>
          </a:bodyPr>
          <a:lstStyle/>
          <a:p>
            <a:pPr marL="57150">
              <a:lnSpc>
                <a:spcPct val="90000"/>
              </a:lnSpc>
              <a:spcBef>
                <a:spcPts val="600"/>
              </a:spcBef>
              <a:spcAft>
                <a:spcPts val="1200"/>
              </a:spcAft>
            </a:pPr>
            <a:r>
              <a:rPr lang="en-US" sz="2800"/>
              <a:t>Pod Security Admission (PSA) uses labels to enforce Pod Security Standards policies on pods running in a namespace. </a:t>
            </a:r>
          </a:p>
          <a:p>
            <a:pPr marL="57150">
              <a:lnSpc>
                <a:spcPct val="90000"/>
              </a:lnSpc>
              <a:spcBef>
                <a:spcPts val="600"/>
              </a:spcBef>
              <a:spcAft>
                <a:spcPts val="1200"/>
              </a:spcAft>
            </a:pPr>
            <a:r>
              <a:rPr lang="en-US" sz="2800"/>
              <a:t>In AKS, Pod Security Admission is enabled by default.</a:t>
            </a:r>
          </a:p>
        </p:txBody>
      </p:sp>
    </p:spTree>
    <p:extLst>
      <p:ext uri="{BB962C8B-B14F-4D97-AF65-F5344CB8AC3E}">
        <p14:creationId xmlns:p14="http://schemas.microsoft.com/office/powerpoint/2010/main" val="2023419515"/>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8CEEF-21FB-4E90-1312-85A38F4A6B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A02917-ED24-661B-578F-63ED421F8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C8FF8F0-84E3-861F-E004-1000EC5C062B}"/>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013CD4F-1411-BB1E-0B04-7C6D2082A9D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a:t>Pod Security Admission</a:t>
            </a:r>
            <a:endParaRPr lang="en-US" sz="2400" kern="120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9243E848-C42F-FB60-CFD1-C1DF19AF5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8778201"/>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4B89-FD2E-CDD1-7B1F-E654DF70EFF8}"/>
              </a:ext>
            </a:extLst>
          </p:cNvPr>
          <p:cNvSpPr>
            <a:spLocks noGrp="1"/>
          </p:cNvSpPr>
          <p:nvPr>
            <p:ph type="title"/>
          </p:nvPr>
        </p:nvSpPr>
        <p:spPr/>
        <p:txBody>
          <a:bodyPr/>
          <a:lstStyle/>
          <a:p>
            <a:r>
              <a:rPr lang="en-US"/>
              <a:t>Demo Companion</a:t>
            </a:r>
          </a:p>
        </p:txBody>
      </p:sp>
      <p:graphicFrame>
        <p:nvGraphicFramePr>
          <p:cNvPr id="6" name="Table 5">
            <a:extLst>
              <a:ext uri="{FF2B5EF4-FFF2-40B4-BE49-F238E27FC236}">
                <a16:creationId xmlns:a16="http://schemas.microsoft.com/office/drawing/2014/main" id="{A711F935-912B-1B27-1FDB-EDDCE2BEBB3A}"/>
              </a:ext>
            </a:extLst>
          </p:cNvPr>
          <p:cNvGraphicFramePr>
            <a:graphicFrameLocks noGrp="1"/>
          </p:cNvGraphicFramePr>
          <p:nvPr>
            <p:extLst>
              <p:ext uri="{D42A27DB-BD31-4B8C-83A1-F6EECF244321}">
                <p14:modId xmlns:p14="http://schemas.microsoft.com/office/powerpoint/2010/main" val="2051743218"/>
              </p:ext>
            </p:extLst>
          </p:nvPr>
        </p:nvGraphicFramePr>
        <p:xfrm>
          <a:off x="998882" y="1988863"/>
          <a:ext cx="9486901" cy="1731645"/>
        </p:xfrm>
        <a:graphic>
          <a:graphicData uri="http://schemas.openxmlformats.org/drawingml/2006/table">
            <a:tbl>
              <a:tblPr/>
              <a:tblGrid>
                <a:gridCol w="2324778">
                  <a:extLst>
                    <a:ext uri="{9D8B030D-6E8A-4147-A177-3AD203B41FA5}">
                      <a16:colId xmlns:a16="http://schemas.microsoft.com/office/drawing/2014/main" val="3159380899"/>
                    </a:ext>
                  </a:extLst>
                </a:gridCol>
                <a:gridCol w="2052795">
                  <a:extLst>
                    <a:ext uri="{9D8B030D-6E8A-4147-A177-3AD203B41FA5}">
                      <a16:colId xmlns:a16="http://schemas.microsoft.com/office/drawing/2014/main" val="1049103936"/>
                    </a:ext>
                  </a:extLst>
                </a:gridCol>
                <a:gridCol w="1616823">
                  <a:extLst>
                    <a:ext uri="{9D8B030D-6E8A-4147-A177-3AD203B41FA5}">
                      <a16:colId xmlns:a16="http://schemas.microsoft.com/office/drawing/2014/main" val="3060123714"/>
                    </a:ext>
                  </a:extLst>
                </a:gridCol>
                <a:gridCol w="3492505">
                  <a:extLst>
                    <a:ext uri="{9D8B030D-6E8A-4147-A177-3AD203B41FA5}">
                      <a16:colId xmlns:a16="http://schemas.microsoft.com/office/drawing/2014/main" val="1433798474"/>
                    </a:ext>
                  </a:extLst>
                </a:gridCol>
              </a:tblGrid>
              <a:tr h="190500">
                <a:tc>
                  <a:txBody>
                    <a:bodyPr/>
                    <a:lstStyle/>
                    <a:p>
                      <a:pPr algn="l" fontAlgn="b">
                        <a:buNone/>
                      </a:pPr>
                      <a:r>
                        <a:rPr lang="en-US" sz="1200" b="1" i="0" u="none" strike="noStrike">
                          <a:solidFill>
                            <a:srgbClr val="000000"/>
                          </a:solidFill>
                          <a:effectLst/>
                          <a:latin typeface="Aptos Narrow" panose="020B0004020202020204" pitchFamily="34" charset="0"/>
                        </a:rPr>
                        <a:t>Element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Pod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Container Level</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1" i="0" u="none" strike="noStrike">
                          <a:solidFill>
                            <a:srgbClr val="000000"/>
                          </a:solidFill>
                          <a:effectLst/>
                          <a:latin typeface="Aptos Narrow" panose="020B0004020202020204" pitchFamily="34" charset="0"/>
                        </a:rPr>
                        <a:t>Purpose</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9455173"/>
                  </a:ext>
                </a:extLst>
              </a:tr>
              <a:tr h="190500">
                <a:tc>
                  <a:txBody>
                    <a:bodyPr/>
                    <a:lstStyle/>
                    <a:p>
                      <a:pPr algn="l" fontAlgn="b">
                        <a:buNone/>
                      </a:pPr>
                      <a:r>
                        <a:rPr lang="en-US" sz="1200" b="0" i="0" u="none" strike="noStrike" err="1">
                          <a:solidFill>
                            <a:srgbClr val="000000"/>
                          </a:solidFill>
                          <a:effectLst/>
                          <a:highlight>
                            <a:srgbClr val="00FFFF"/>
                          </a:highlight>
                          <a:latin typeface="Aptos Narrow" panose="020B0004020202020204" pitchFamily="34" charset="0"/>
                        </a:rPr>
                        <a:t>runAsNonRoot</a:t>
                      </a:r>
                      <a:endParaRPr lang="en-US" sz="1200" b="0" i="0" u="none" strike="noStrike">
                        <a:solidFill>
                          <a:srgbClr val="000000"/>
                        </a:solidFill>
                        <a:effectLst/>
                        <a:highlight>
                          <a:srgbClr val="00FF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running as root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90770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runAsUser</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user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004191"/>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runAsGroup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Specify group ID</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159852"/>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fsGroup</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File system group for volumes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513096"/>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readOnlyRootFilesystem</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Make root filesystem read-only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4550755"/>
                  </a:ext>
                </a:extLst>
              </a:tr>
              <a:tr h="190500">
                <a:tc>
                  <a:txBody>
                    <a:bodyPr/>
                    <a:lstStyle/>
                    <a:p>
                      <a:pPr algn="l" fontAlgn="b">
                        <a:buNone/>
                      </a:pPr>
                      <a:r>
                        <a:rPr lang="en-US" sz="1200" b="0" i="0" u="none" strike="noStrike" err="1">
                          <a:solidFill>
                            <a:srgbClr val="000000"/>
                          </a:solidFill>
                          <a:effectLst/>
                          <a:highlight>
                            <a:srgbClr val="FFFF00"/>
                          </a:highlight>
                          <a:latin typeface="Aptos Narrow" panose="020B0004020202020204" pitchFamily="34" charset="0"/>
                        </a:rPr>
                        <a:t>allowPrivilegeEscalation</a:t>
                      </a:r>
                      <a:endParaRPr lang="en-US" sz="1200" b="0" i="0" u="none" strike="noStrike">
                        <a:solidFill>
                          <a:srgbClr val="000000"/>
                        </a:solidFill>
                        <a:effectLst/>
                        <a:highlight>
                          <a:srgbClr val="FFFF00"/>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Prevent privilege escalation</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826430"/>
                  </a:ext>
                </a:extLst>
              </a:tr>
              <a:tr h="190500">
                <a:tc>
                  <a:txBody>
                    <a:bodyPr/>
                    <a:lstStyle/>
                    <a:p>
                      <a:pPr algn="l" fontAlgn="b">
                        <a:buNone/>
                      </a:pPr>
                      <a:r>
                        <a:rPr lang="en-US" sz="1200" b="0" i="0" u="none" strike="noStrike">
                          <a:solidFill>
                            <a:srgbClr val="000000"/>
                          </a:solidFill>
                          <a:effectLst/>
                          <a:latin typeface="Aptos Narrow" panose="020B0004020202020204" pitchFamily="34" charset="0"/>
                        </a:rPr>
                        <a:t>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Drop/add Linux capabilities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61793"/>
                  </a:ext>
                </a:extLst>
              </a:tr>
              <a:tr h="190500">
                <a:tc>
                  <a:txBody>
                    <a:bodyPr/>
                    <a:lstStyle/>
                    <a:p>
                      <a:pPr algn="l" fontAlgn="b">
                        <a:buNone/>
                      </a:pPr>
                      <a:r>
                        <a:rPr lang="en-US" sz="1200" b="0" i="0" u="none" strike="noStrike" err="1">
                          <a:solidFill>
                            <a:srgbClr val="000000"/>
                          </a:solidFill>
                          <a:effectLst/>
                          <a:highlight>
                            <a:srgbClr val="FF00FF"/>
                          </a:highlight>
                          <a:latin typeface="Aptos Narrow" panose="020B0004020202020204" pitchFamily="34" charset="0"/>
                        </a:rPr>
                        <a:t>seccompProfile</a:t>
                      </a:r>
                      <a:endParaRPr lang="en-US" sz="1200" b="0" i="0" u="none" strike="noStrike">
                        <a:solidFill>
                          <a:srgbClr val="000000"/>
                        </a:solidFill>
                        <a:effectLst/>
                        <a:highlight>
                          <a:srgbClr val="FF00FF"/>
                        </a:highlight>
                        <a:latin typeface="Aptos Narrow" panose="020B000402020202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Aptos Narrow" panose="020B0004020202020204" pitchFamily="34" charset="0"/>
                        </a:rPr>
                        <a:t>Apply seccomp filtering</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8654247"/>
                  </a:ext>
                </a:extLst>
              </a:tr>
            </a:tbl>
          </a:graphicData>
        </a:graphic>
      </p:graphicFrame>
      <p:sp>
        <p:nvSpPr>
          <p:cNvPr id="7" name="TextBox 6">
            <a:extLst>
              <a:ext uri="{FF2B5EF4-FFF2-40B4-BE49-F238E27FC236}">
                <a16:creationId xmlns:a16="http://schemas.microsoft.com/office/drawing/2014/main" id="{6DAD52E1-88E1-5EB3-D301-338D29F5A4C2}"/>
              </a:ext>
            </a:extLst>
          </p:cNvPr>
          <p:cNvSpPr txBox="1"/>
          <p:nvPr/>
        </p:nvSpPr>
        <p:spPr>
          <a:xfrm>
            <a:off x="924339" y="1490871"/>
            <a:ext cx="4996176" cy="338554"/>
          </a:xfrm>
          <a:prstGeom prst="rect">
            <a:avLst/>
          </a:prstGeom>
          <a:noFill/>
        </p:spPr>
        <p:txBody>
          <a:bodyPr wrap="none" rtlCol="0">
            <a:spAutoFit/>
          </a:bodyPr>
          <a:lstStyle/>
          <a:p>
            <a:r>
              <a:rPr lang="en-US" sz="1600" b="1"/>
              <a:t>The following security context elements are missing</a:t>
            </a:r>
          </a:p>
        </p:txBody>
      </p:sp>
      <p:sp>
        <p:nvSpPr>
          <p:cNvPr id="11" name="TextBox 10">
            <a:extLst>
              <a:ext uri="{FF2B5EF4-FFF2-40B4-BE49-F238E27FC236}">
                <a16:creationId xmlns:a16="http://schemas.microsoft.com/office/drawing/2014/main" id="{A573ECAA-75C6-F13E-F33D-557B1480C020}"/>
              </a:ext>
            </a:extLst>
          </p:cNvPr>
          <p:cNvSpPr txBox="1"/>
          <p:nvPr/>
        </p:nvSpPr>
        <p:spPr>
          <a:xfrm>
            <a:off x="998882" y="4018683"/>
            <a:ext cx="10957892" cy="2308324"/>
          </a:xfrm>
          <a:prstGeom prst="rect">
            <a:avLst/>
          </a:prstGeom>
          <a:noFill/>
        </p:spPr>
        <p:txBody>
          <a:bodyPr wrap="square">
            <a:spAutoFit/>
          </a:bodyPr>
          <a:lstStyle/>
          <a:p>
            <a:r>
              <a:rPr lang="en-US" sz="1200"/>
              <a:t>Warning: would violate </a:t>
            </a:r>
            <a:r>
              <a:rPr lang="en-US" sz="1200" err="1"/>
              <a:t>PodSecurity</a:t>
            </a:r>
            <a:r>
              <a:rPr lang="en-US" sz="1200"/>
              <a:t> "</a:t>
            </a:r>
            <a:r>
              <a:rPr lang="en-US" sz="1200" err="1"/>
              <a:t>restricted:latest</a:t>
            </a:r>
            <a:r>
              <a:rPr lang="en-US" sz="1200"/>
              <a:t>": </a:t>
            </a:r>
            <a:r>
              <a:rPr lang="en-US" sz="1200" err="1">
                <a:highlight>
                  <a:srgbClr val="FFFF00"/>
                </a:highlight>
              </a:rPr>
              <a:t>allowPrivilegeEscalation</a:t>
            </a:r>
            <a:r>
              <a:rPr lang="en-US" sz="1200"/>
              <a:t> != false (container "azure-vote-back" must set </a:t>
            </a:r>
            <a:r>
              <a:rPr lang="en-US" sz="1200" err="1"/>
              <a:t>securityContext.allowPrivilegeEscalation</a:t>
            </a:r>
            <a:r>
              <a:rPr lang="en-US" sz="1200"/>
              <a:t>=false), unrestricted capabilities (container "azure-vote-back" must set </a:t>
            </a:r>
            <a:r>
              <a:rPr lang="en-US" sz="1200" err="1">
                <a:highlight>
                  <a:srgbClr val="FFFF00"/>
                </a:highlight>
              </a:rPr>
              <a:t>securityContext.capabilities.drop</a:t>
            </a:r>
            <a:r>
              <a:rPr lang="en-US" sz="1200">
                <a:highlight>
                  <a:srgbClr val="FFFF00"/>
                </a:highlight>
              </a:rPr>
              <a:t>=["ALL"]), </a:t>
            </a:r>
            <a:r>
              <a:rPr lang="en-US" sz="1200" err="1">
                <a:highlight>
                  <a:srgbClr val="00FFFF"/>
                </a:highlight>
              </a:rPr>
              <a:t>runAsNonRoot</a:t>
            </a:r>
            <a:r>
              <a:rPr lang="en-US" sz="1200"/>
              <a:t> != true (pod or container "azure-vote-back" must set </a:t>
            </a:r>
            <a:r>
              <a:rPr lang="en-US" sz="1200" err="1"/>
              <a:t>securityContext.runAsNonRoot</a:t>
            </a:r>
            <a:r>
              <a:rPr lang="en-US" sz="1200"/>
              <a:t>=true), </a:t>
            </a:r>
            <a:r>
              <a:rPr lang="en-US" sz="1200" err="1"/>
              <a:t>seccompProfile</a:t>
            </a:r>
            <a:r>
              <a:rPr lang="en-US" sz="1200"/>
              <a:t> (pod or container "azure-vote-back" must set </a:t>
            </a:r>
            <a:r>
              <a:rPr lang="en-US" sz="1200" err="1"/>
              <a:t>securityContext.</a:t>
            </a:r>
            <a:r>
              <a:rPr lang="en-US" sz="1200" err="1">
                <a:highlight>
                  <a:srgbClr val="FF00FF"/>
                </a:highlight>
              </a:rPr>
              <a:t>seccompProfile</a:t>
            </a:r>
            <a:r>
              <a:rPr lang="en-US" sz="1200" err="1"/>
              <a:t>.type</a:t>
            </a:r>
            <a:r>
              <a:rPr lang="en-US" sz="1200"/>
              <a:t> to "</a:t>
            </a:r>
            <a:r>
              <a:rPr lang="en-US" sz="1200" err="1"/>
              <a:t>RuntimeDefault</a:t>
            </a:r>
            <a:r>
              <a:rPr lang="en-US" sz="1200"/>
              <a:t>" or "Localhost")</a:t>
            </a:r>
          </a:p>
          <a:p>
            <a:r>
              <a:rPr lang="en-US" sz="1200" err="1"/>
              <a:t>deployment.apps</a:t>
            </a:r>
            <a:r>
              <a:rPr lang="en-US" sz="1200"/>
              <a:t>/azure-vote-back created</a:t>
            </a:r>
          </a:p>
          <a:p>
            <a:r>
              <a:rPr lang="en-US" sz="1200"/>
              <a:t>service/azure-vote-back created</a:t>
            </a:r>
          </a:p>
          <a:p>
            <a:r>
              <a:rPr lang="en-US" sz="1200"/>
              <a:t>Warning: would violate </a:t>
            </a:r>
            <a:r>
              <a:rPr lang="en-US" sz="1200" err="1"/>
              <a:t>PodSecurity</a:t>
            </a:r>
            <a:r>
              <a:rPr lang="en-US" sz="1200"/>
              <a:t> "</a:t>
            </a:r>
            <a:r>
              <a:rPr lang="en-US" sz="1200" err="1"/>
              <a:t>restricted:latest</a:t>
            </a:r>
            <a:r>
              <a:rPr lang="en-US" sz="1200"/>
              <a:t>": </a:t>
            </a:r>
            <a:r>
              <a:rPr lang="en-US" sz="1200" err="1"/>
              <a:t>allowPrivilegeEscalation</a:t>
            </a:r>
            <a:r>
              <a:rPr lang="en-US" sz="1200"/>
              <a:t> != false (container "azure-vote-front" must set </a:t>
            </a:r>
            <a:r>
              <a:rPr lang="en-US" sz="1200" err="1"/>
              <a:t>securityContext.allowPrivilegeEscalation</a:t>
            </a:r>
            <a:r>
              <a:rPr lang="en-US" sz="1200"/>
              <a:t>=false), unrestricted capabilities (container "azure-vote-front" must set </a:t>
            </a:r>
            <a:r>
              <a:rPr lang="en-US" sz="1200" err="1"/>
              <a:t>securityContext.capabilities.drop</a:t>
            </a:r>
            <a:r>
              <a:rPr lang="en-US" sz="1200"/>
              <a:t>=["ALL"]), </a:t>
            </a:r>
            <a:r>
              <a:rPr lang="en-US" sz="1200" err="1"/>
              <a:t>runAsNonRoot</a:t>
            </a:r>
            <a:r>
              <a:rPr lang="en-US" sz="1200"/>
              <a:t> != true (pod or container "azure-vote-front" must set </a:t>
            </a:r>
            <a:r>
              <a:rPr lang="en-US" sz="1200" err="1"/>
              <a:t>securityContext.runAsNonRoot</a:t>
            </a:r>
            <a:r>
              <a:rPr lang="en-US" sz="1200"/>
              <a:t>=true), </a:t>
            </a:r>
            <a:r>
              <a:rPr lang="en-US" sz="1200" err="1"/>
              <a:t>seccompProfile</a:t>
            </a:r>
            <a:r>
              <a:rPr lang="en-US" sz="1200"/>
              <a:t> (pod or container "azure-vote-front" must set </a:t>
            </a:r>
            <a:r>
              <a:rPr lang="en-US" sz="1200" err="1"/>
              <a:t>securityContext.seccompProfile.type</a:t>
            </a:r>
            <a:r>
              <a:rPr lang="en-US" sz="1200"/>
              <a:t> to "</a:t>
            </a:r>
            <a:r>
              <a:rPr lang="en-US" sz="1200" err="1"/>
              <a:t>RuntimeDefault</a:t>
            </a:r>
            <a:r>
              <a:rPr lang="en-US" sz="1200"/>
              <a:t>" or "Localhost")</a:t>
            </a:r>
          </a:p>
          <a:p>
            <a:r>
              <a:rPr lang="en-US" sz="1200" err="1"/>
              <a:t>deployment.apps</a:t>
            </a:r>
            <a:r>
              <a:rPr lang="en-US" sz="1200"/>
              <a:t>/azure-vote-front created</a:t>
            </a:r>
          </a:p>
          <a:p>
            <a:r>
              <a:rPr lang="en-US" sz="1200"/>
              <a:t>service/azure-vote-front created</a:t>
            </a:r>
          </a:p>
        </p:txBody>
      </p:sp>
    </p:spTree>
    <p:extLst>
      <p:ext uri="{BB962C8B-B14F-4D97-AF65-F5344CB8AC3E}">
        <p14:creationId xmlns:p14="http://schemas.microsoft.com/office/powerpoint/2010/main" val="4129994756"/>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7E76-9DFD-E7BB-BED9-412CF6F13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FA1D4-1E1A-1FAD-5FD8-02E47DDC385F}"/>
              </a:ext>
            </a:extLst>
          </p:cNvPr>
          <p:cNvSpPr>
            <a:spLocks noGrp="1"/>
          </p:cNvSpPr>
          <p:nvPr>
            <p:ph type="title"/>
          </p:nvPr>
        </p:nvSpPr>
        <p:spPr/>
        <p:txBody>
          <a:bodyPr/>
          <a:lstStyle/>
          <a:p>
            <a:r>
              <a:rPr lang="en-US"/>
              <a:t>Demo Companion</a:t>
            </a:r>
          </a:p>
        </p:txBody>
      </p:sp>
      <p:pic>
        <p:nvPicPr>
          <p:cNvPr id="4" name="Picture 3">
            <a:extLst>
              <a:ext uri="{FF2B5EF4-FFF2-40B4-BE49-F238E27FC236}">
                <a16:creationId xmlns:a16="http://schemas.microsoft.com/office/drawing/2014/main" id="{C09946B4-BAA8-FECA-A3AC-BC44DBAC18AD}"/>
              </a:ext>
            </a:extLst>
          </p:cNvPr>
          <p:cNvPicPr>
            <a:picLocks noChangeAspect="1"/>
          </p:cNvPicPr>
          <p:nvPr/>
        </p:nvPicPr>
        <p:blipFill>
          <a:blip r:embed="rId2"/>
          <a:stretch>
            <a:fillRect/>
          </a:stretch>
        </p:blipFill>
        <p:spPr>
          <a:xfrm>
            <a:off x="917742" y="1847057"/>
            <a:ext cx="9190354" cy="2650866"/>
          </a:xfrm>
          <a:prstGeom prst="rect">
            <a:avLst/>
          </a:prstGeom>
        </p:spPr>
      </p:pic>
    </p:spTree>
    <p:extLst>
      <p:ext uri="{BB962C8B-B14F-4D97-AF65-F5344CB8AC3E}">
        <p14:creationId xmlns:p14="http://schemas.microsoft.com/office/powerpoint/2010/main" val="917974161"/>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11745</Words>
  <Application>Microsoft Office PowerPoint</Application>
  <PresentationFormat>Widescreen</PresentationFormat>
  <Paragraphs>1693</Paragraphs>
  <Slides>338</Slides>
  <Notes>215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338</vt:i4>
      </vt:variant>
    </vt:vector>
  </HeadingPairs>
  <TitlesOfParts>
    <vt:vector size="346" baseType="lpstr">
      <vt:lpstr>Aptos</vt:lpstr>
      <vt:lpstr>Aptos Display</vt:lpstr>
      <vt:lpstr>Aptos Narrow</vt:lpstr>
      <vt:lpstr>Arial</vt:lpstr>
      <vt:lpstr>Calibri</vt:lpstr>
      <vt:lpstr>Consolas</vt:lpstr>
      <vt:lpstr>SFMono-Regular</vt:lpstr>
      <vt:lpstr>1_Office Theme</vt:lpstr>
      <vt:lpstr>AKS Deep Dive Workshop SECURITY</vt:lpstr>
      <vt:lpstr>Security Concepts</vt:lpstr>
      <vt:lpstr>Module 1</vt:lpstr>
      <vt:lpstr>Identity and access</vt:lpstr>
      <vt:lpstr>Access and Identity Overview</vt:lpstr>
      <vt:lpstr>A. Kubernetes control-plane authentication</vt:lpstr>
      <vt:lpstr>B. Kubernetes control-plane authorization</vt:lpstr>
      <vt:lpstr>C. AKS resource authorization (Azure Resource Manager)</vt:lpstr>
      <vt:lpstr>D. Cluster identity (cluster → Azure)</vt:lpstr>
      <vt:lpstr>E. Workload identity (pod → Azure)</vt:lpstr>
      <vt:lpstr>Manage access to the AKS resource</vt:lpstr>
      <vt:lpstr>AKS service permissions reference</vt:lpstr>
      <vt:lpstr>Control access to kubeconfig</vt:lpstr>
      <vt:lpstr>Control access to kubeconfig</vt:lpstr>
      <vt:lpstr>Control access to kubeconfig</vt:lpstr>
      <vt:lpstr>Control access to kubeconfig</vt:lpstr>
      <vt:lpstr>DEMO</vt:lpstr>
      <vt:lpstr>Cluster Authentication</vt:lpstr>
      <vt:lpstr>Cluster Authentication Concepts</vt:lpstr>
      <vt:lpstr>Microsoft Entra ID authentication to cluster control plane</vt:lpstr>
      <vt:lpstr>Microsoft Entra ID authentication to cluster control plane</vt:lpstr>
      <vt:lpstr>Microsoft Entra ID authentication to cluster control plane</vt:lpstr>
      <vt:lpstr>Microsoft Entra ID authentication to cluster control plane</vt:lpstr>
      <vt:lpstr>Microsoft Entra ID authentication to cluster control plane</vt:lpstr>
      <vt:lpstr>Microsoft Entra ID authentication to cluster control plane</vt:lpstr>
      <vt:lpstr>Control access to kubeconfig</vt:lpstr>
      <vt:lpstr>DEMO</vt:lpstr>
      <vt:lpstr>Authenticate with kubelogin</vt:lpstr>
      <vt:lpstr>Disable local cluster admin accounts</vt:lpstr>
      <vt:lpstr>DEMO</vt:lpstr>
      <vt:lpstr>Manage SSH access to nodes</vt:lpstr>
      <vt:lpstr>DEMO</vt:lpstr>
      <vt:lpstr>Conditional Access for cluster and node access</vt:lpstr>
      <vt:lpstr>DEMO</vt:lpstr>
      <vt:lpstr>Privileged Identity Management for cluster and node access</vt:lpstr>
      <vt:lpstr>DEMO</vt:lpstr>
      <vt:lpstr>External identity provider authentication to cluster</vt:lpstr>
      <vt:lpstr>External identity provider authentication to cluster</vt:lpstr>
      <vt:lpstr>External identity provider authentication to cluster</vt:lpstr>
      <vt:lpstr>External identity provider authentication flow</vt:lpstr>
      <vt:lpstr>External identity provider authentication to cluster</vt:lpstr>
      <vt:lpstr>JWT authenticators for AKS structured authentication</vt:lpstr>
      <vt:lpstr>CEL expressions for claim validation and mapping</vt:lpstr>
      <vt:lpstr>Security best practices</vt:lpstr>
      <vt:lpstr>Security considerations</vt:lpstr>
      <vt:lpstr>External identity provider authentication to cluster</vt:lpstr>
      <vt:lpstr>Cluster Authorization</vt:lpstr>
      <vt:lpstr>Cluster authorization concepts</vt:lpstr>
      <vt:lpstr>Use Microsoft Entra ID authorization for the Kubernetes API</vt:lpstr>
      <vt:lpstr>Use Kubernetes RBAC with Microsoft Entra Integration</vt:lpstr>
      <vt:lpstr>Cluster Identity</vt:lpstr>
      <vt:lpstr>Managed identities overview</vt:lpstr>
      <vt:lpstr>Use a system-assigned managed identity</vt:lpstr>
      <vt:lpstr>Use a user-assigned managed identity</vt:lpstr>
      <vt:lpstr>Use a pre-created kubelet managed identity</vt:lpstr>
      <vt:lpstr>Service principal as cluster identity</vt:lpstr>
      <vt:lpstr>Rotate cluster credentials</vt:lpstr>
      <vt:lpstr>Workload Identity (Pod to Azure)</vt:lpstr>
      <vt:lpstr>Workload identity overview</vt:lpstr>
      <vt:lpstr>Create an OIDC issuer for your cluster</vt:lpstr>
      <vt:lpstr>Deploy and configure workload identity for a cluster</vt:lpstr>
      <vt:lpstr>Configure cross-tenant workload identity</vt:lpstr>
      <vt:lpstr>Identity Bindings for scalable workload identity (overview)</vt:lpstr>
      <vt:lpstr>Set up identity bindings for scalable workload identity</vt:lpstr>
      <vt:lpstr>Migrate from pod identity to workload identity</vt:lpstr>
      <vt:lpstr>Microsoft Entra pod identity (legacy)</vt:lpstr>
      <vt:lpstr>Module 2</vt:lpstr>
      <vt:lpstr>Cluster Hardening</vt:lpstr>
      <vt:lpstr>Cluster security best practices</vt:lpstr>
      <vt:lpstr>Control plane access</vt:lpstr>
      <vt:lpstr>Define API server authorized IP ranges</vt:lpstr>
      <vt:lpstr>Use service tags for API server authorized IP ranges</vt:lpstr>
      <vt:lpstr>Trusted Access for Azure services</vt:lpstr>
      <vt:lpstr>Certificates</vt:lpstr>
      <vt:lpstr>Manage cluster certificates and rotation</vt:lpstr>
      <vt:lpstr>Custom certificate authorities on nodes</vt:lpstr>
      <vt:lpstr>Encryption at rest (KMS etcd)</vt:lpstr>
      <vt:lpstr>KMS encryption at rest of K8s API resources (overview)</vt:lpstr>
      <vt:lpstr>Configure KMS encryption at rest of K8s API resources</vt:lpstr>
      <vt:lpstr>Update key vault mode for legacy KMS</vt:lpstr>
      <vt:lpstr>Migrate to KMS v2 (legacy)</vt:lpstr>
      <vt:lpstr>Migrate to KMS with platform-managed or customer-managed keys</vt:lpstr>
      <vt:lpstr>KMS observability (legacy)</vt:lpstr>
      <vt:lpstr>Use KMS etcd encryption (legacy)</vt:lpstr>
      <vt:lpstr>Node hardening</vt:lpstr>
      <vt:lpstr>Encrypt Azure managed disks using customer-managed keys</vt:lpstr>
      <vt:lpstr>Host-based encryption</vt:lpstr>
      <vt:lpstr>FIPS-compliant node pools</vt:lpstr>
      <vt:lpstr>Azure dedicated Hosts for AKS nodes</vt:lpstr>
      <vt:lpstr>Restrict access to IMDS</vt:lpstr>
      <vt:lpstr>Policy and governance</vt:lpstr>
      <vt:lpstr>Enforce compliance with Azure Policy</vt:lpstr>
      <vt:lpstr>Azure Policy for Kubernetes (concepts)</vt:lpstr>
      <vt:lpstr>Enforce best practices with deployment safeguards</vt:lpstr>
      <vt:lpstr>Security controls by Azure Policy</vt:lpstr>
      <vt:lpstr>Module 3</vt:lpstr>
      <vt:lpstr>Workload Hardening</vt:lpstr>
      <vt:lpstr>Pod Security</vt:lpstr>
      <vt:lpstr>Pod Security Best Practices</vt:lpstr>
      <vt:lpstr>Pod Security Admission</vt:lpstr>
      <vt:lpstr>Pod security policies (legacy)</vt:lpstr>
      <vt:lpstr>Container privilege hardening (Linux)</vt:lpstr>
      <vt:lpstr>Pod Sandboxing</vt:lpstr>
      <vt:lpstr>Pod Sandboxing overview</vt:lpstr>
      <vt:lpstr>Pod Sandboxing considerations</vt:lpstr>
      <vt:lpstr>Deploy Pod Sandboxing</vt:lpstr>
      <vt:lpstr>Network Policies</vt:lpstr>
      <vt:lpstr>Secure pod traffic with network policies</vt:lpstr>
      <vt:lpstr>Network policy best practices</vt:lpstr>
      <vt:lpstr>Use network policies in the Azure portal</vt:lpstr>
      <vt:lpstr>Secrets Management</vt:lpstr>
      <vt:lpstr>Serve NGINX TLS certs from Key Vault</vt:lpstr>
      <vt:lpstr>Configure the Azure Key Vault provider for Secrets Store CSI Driver</vt:lpstr>
      <vt:lpstr>Provide access to Azure Key Vault from Secrets Store CSI Driver</vt:lpstr>
      <vt:lpstr>Configure and troubleshoot the Azure Key Vault provider for Secrets Store CSI Driver</vt:lpstr>
      <vt:lpstr>Module 4</vt:lpstr>
      <vt:lpstr>Confidential Wworkloads</vt:lpstr>
      <vt:lpstr>Confidential VM nodes</vt:lpstr>
      <vt:lpstr>Confidential containers</vt:lpstr>
      <vt:lpstr>Confidential Containers (preview)</vt:lpstr>
      <vt:lpstr>Deploy with default policy</vt:lpstr>
      <vt:lpstr>Confidential Containers security policy</vt:lpstr>
      <vt:lpstr>Module 5</vt:lpstr>
      <vt:lpstr>Vulnerability Management </vt:lpstr>
      <vt:lpstr>Vulnerability management</vt:lpstr>
      <vt:lpstr>Vulnerability management overview</vt:lpstr>
      <vt:lpstr>Subscribe to AKS security bulletins</vt:lpstr>
      <vt:lpstr>Container image management best practices</vt:lpstr>
      <vt:lpstr>Remove vulnerable images with Image Cleaner</vt:lpstr>
      <vt:lpstr>Build and registry time scanning</vt:lpstr>
      <vt:lpstr>Scan images in your CI/CD workflow</vt:lpstr>
      <vt:lpstr>Scan container images for vulnerabilities</vt:lpstr>
      <vt:lpstr>Cluster-side scanning and enforcement</vt:lpstr>
      <vt:lpstr>Scan AKS nodes for vulnerabilities</vt:lpstr>
      <vt:lpstr>Gate workload deployment on vulnerability metadata</vt:lpstr>
      <vt:lpstr>Module 6</vt:lpstr>
      <vt:lpstr>Supply Chain Security</vt:lpstr>
      <vt:lpstr>Module 7</vt:lpstr>
      <vt:lpstr>Threat Detection and Response</vt:lpstr>
      <vt:lpstr>Module 8</vt:lpstr>
      <vt:lpstr>Compliance and Benchmarks</vt:lpstr>
      <vt:lpstr>AKS Security</vt:lpstr>
      <vt:lpstr>Security Vulnerability Management</vt:lpstr>
      <vt:lpstr>Finding and Fixing Vulnerabilities</vt:lpstr>
      <vt:lpstr>AKS Container Images</vt:lpstr>
      <vt:lpstr>Security Vulnerability Management</vt:lpstr>
      <vt:lpstr>Vulnerability Classification</vt:lpstr>
      <vt:lpstr>Security Baseline</vt:lpstr>
      <vt:lpstr>Confidential Containers Security Policy</vt:lpstr>
      <vt:lpstr>Confidential Containers Security Policy</vt:lpstr>
      <vt:lpstr>Policy  Contents</vt:lpstr>
      <vt:lpstr>DEMO</vt:lpstr>
      <vt:lpstr>Security Controls by Azure Policy</vt:lpstr>
      <vt:lpstr>Container Security</vt:lpstr>
      <vt:lpstr>Defender for Containers Overview</vt:lpstr>
      <vt:lpstr>5 Core Domains of Container Security</vt:lpstr>
      <vt:lpstr>DEMO</vt:lpstr>
      <vt:lpstr>Confidential Containers Overview</vt:lpstr>
      <vt:lpstr>Confidential Containers Overview</vt:lpstr>
      <vt:lpstr>Confidential Computing</vt:lpstr>
      <vt:lpstr>Confidential VM node pool support on AKS with AMD SEV-SNP confidential VMs</vt:lpstr>
      <vt:lpstr>Application enclave support with Intel SGX based confidential computing nodes on AKS</vt:lpstr>
      <vt:lpstr>Application enclave support with Intel SGX based confidential computing nodes on AKS</vt:lpstr>
      <vt:lpstr>DEMO</vt:lpstr>
      <vt:lpstr>DEMO</vt:lpstr>
      <vt:lpstr>Image Security</vt:lpstr>
      <vt:lpstr>Container Image Management Best Practices</vt:lpstr>
      <vt:lpstr>Secure the Images and Runtime</vt:lpstr>
      <vt:lpstr>Secure the Images and Runtime</vt:lpstr>
      <vt:lpstr>Automatically build new images on base image update</vt:lpstr>
      <vt:lpstr>Validate Signed Images with Image Integrity</vt:lpstr>
      <vt:lpstr>Validate Signed Images with Image Integrity</vt:lpstr>
      <vt:lpstr>How Image Integrity works?</vt:lpstr>
      <vt:lpstr>Image Integrity: Considerations and Limitations</vt:lpstr>
      <vt:lpstr>DEMO</vt:lpstr>
      <vt:lpstr>Remove Vulnerable Images with ImageCleaner</vt:lpstr>
      <vt:lpstr>DEMO</vt:lpstr>
      <vt:lpstr>Scan Images in your CI/CD Workflow</vt:lpstr>
      <vt:lpstr>Scan images in ACR Registries</vt:lpstr>
      <vt:lpstr>Cluster Security</vt:lpstr>
      <vt:lpstr>Cluster Security Best Practices</vt:lpstr>
      <vt:lpstr>Azure kubelogin</vt:lpstr>
      <vt:lpstr>DEMO</vt:lpstr>
      <vt:lpstr>Managed Identities - Overview</vt:lpstr>
      <vt:lpstr>Enable a Managed Identity on your Cluster</vt:lpstr>
      <vt:lpstr>DEMO</vt:lpstr>
      <vt:lpstr>Create a Service Principal</vt:lpstr>
      <vt:lpstr>DEMO</vt:lpstr>
      <vt:lpstr>Enable access to AKS clusters using Trusted Access</vt:lpstr>
      <vt:lpstr>DEMO</vt:lpstr>
      <vt:lpstr>Limit access to cluster configuration file</vt:lpstr>
      <vt:lpstr>DEMO</vt:lpstr>
      <vt:lpstr>Define API server authorized IP ranges</vt:lpstr>
      <vt:lpstr>DEMO</vt:lpstr>
      <vt:lpstr>Use service tags for API server authorized IP ranges in AKS</vt:lpstr>
      <vt:lpstr>DEMO</vt:lpstr>
      <vt:lpstr>Manage Cluster Certificates and Rotation</vt:lpstr>
      <vt:lpstr>DEMO</vt:lpstr>
      <vt:lpstr>Use Custom Certificate Authorities</vt:lpstr>
      <vt:lpstr>DEMO</vt:lpstr>
      <vt:lpstr>Use Azure Policy</vt:lpstr>
      <vt:lpstr>DEMO</vt:lpstr>
      <vt:lpstr>Control Deployments with Azure Policy</vt:lpstr>
      <vt:lpstr>DEMO</vt:lpstr>
      <vt:lpstr>Enforce Best Practices with Deployment Safeguards</vt:lpstr>
      <vt:lpstr>DEMO</vt:lpstr>
      <vt:lpstr>Create an OIDC Issuer for your Cluster</vt:lpstr>
      <vt:lpstr>DEMO</vt:lpstr>
      <vt:lpstr>Create an OIDC Issuer for your Cluster</vt:lpstr>
      <vt:lpstr>DEMO</vt:lpstr>
      <vt:lpstr>Enable KMS Data Encryption in AKS</vt:lpstr>
      <vt:lpstr>DEMO</vt:lpstr>
      <vt:lpstr>Use KMS etcd Encryption (legacy)</vt:lpstr>
      <vt:lpstr>DEMO</vt:lpstr>
      <vt:lpstr>Update Key Vault Mode</vt:lpstr>
      <vt:lpstr>DEMO</vt:lpstr>
      <vt:lpstr>Migrate to KMS v2</vt:lpstr>
      <vt:lpstr>DEMO</vt:lpstr>
      <vt:lpstr>Observability for KMS etcd Encryption</vt:lpstr>
      <vt:lpstr>DEMO</vt:lpstr>
      <vt:lpstr>Migrate to KMS with platform-managed or customer-managed keys</vt:lpstr>
      <vt:lpstr>DEMO</vt:lpstr>
      <vt:lpstr>Secure Container Access to Resources</vt:lpstr>
      <vt:lpstr>DEMO</vt:lpstr>
      <vt:lpstr>Node Security</vt:lpstr>
      <vt:lpstr>BYOK for Azure Managed Disks</vt:lpstr>
      <vt:lpstr>DEMO</vt:lpstr>
      <vt:lpstr>Enable Host-Based Encryption</vt:lpstr>
      <vt:lpstr>DEMO</vt:lpstr>
      <vt:lpstr>Enable FIPS</vt:lpstr>
      <vt:lpstr>DEMO</vt:lpstr>
      <vt:lpstr>Use Confidential Virtual Machines</vt:lpstr>
      <vt:lpstr>DEMO</vt:lpstr>
      <vt:lpstr>Use Dedicated Hosts with AKS</vt:lpstr>
      <vt:lpstr>DEMO</vt:lpstr>
      <vt:lpstr>Restrict access to IMDS</vt:lpstr>
      <vt:lpstr>DEMO</vt:lpstr>
      <vt:lpstr>Authentication and Authorization</vt:lpstr>
      <vt:lpstr>Authentication and authorization best practices</vt:lpstr>
      <vt:lpstr>Use Managed Identities</vt:lpstr>
      <vt:lpstr>DEMO</vt:lpstr>
      <vt:lpstr>Create Service Principal</vt:lpstr>
      <vt:lpstr>DEMO</vt:lpstr>
      <vt:lpstr>Enable AKS-Managed Microsoft Entra Integration</vt:lpstr>
      <vt:lpstr>DEMO</vt:lpstr>
      <vt:lpstr>Manage Local Accounts</vt:lpstr>
      <vt:lpstr>DEMO</vt:lpstr>
      <vt:lpstr>Cluster and Node Access Control with Conditional Access</vt:lpstr>
      <vt:lpstr>DEMO</vt:lpstr>
      <vt:lpstr>Cluster and node access control with Privileged Identity Management</vt:lpstr>
      <vt:lpstr>DEMO</vt:lpstr>
      <vt:lpstr>Microsoft Entra Integration (Legacy)</vt:lpstr>
      <vt:lpstr>DEMO</vt:lpstr>
      <vt:lpstr>Enable GMSA Integration</vt:lpstr>
      <vt:lpstr>DEMO</vt:lpstr>
      <vt:lpstr>Use Azure RBAC for Kubernetes Authorization</vt:lpstr>
      <vt:lpstr>DEMO</vt:lpstr>
      <vt:lpstr>Use Kubernetes RBAC with Microsoft Entra Integration</vt:lpstr>
      <vt:lpstr>DEMO</vt:lpstr>
      <vt:lpstr>Use Kubernetes RBAC with Microsoft Entra Integration</vt:lpstr>
      <vt:lpstr>DEMO</vt:lpstr>
      <vt:lpstr>Update Cluster Credentials</vt:lpstr>
      <vt:lpstr>DEMO</vt:lpstr>
      <vt:lpstr>Limit Access to Cluster Configuration File</vt:lpstr>
      <vt:lpstr>DEMO</vt:lpstr>
      <vt:lpstr>External Identity Provider Authentication Overview</vt:lpstr>
      <vt:lpstr>DEMO</vt:lpstr>
      <vt:lpstr>Configure External Identity Providers</vt:lpstr>
      <vt:lpstr>DEMO</vt:lpstr>
      <vt:lpstr>Control Deployments with Azure Policy</vt:lpstr>
      <vt:lpstr>DEMO</vt:lpstr>
      <vt:lpstr>Application Security</vt:lpstr>
      <vt:lpstr>Create an OIDC Issuer for your Cluster</vt:lpstr>
      <vt:lpstr>DEMO</vt:lpstr>
      <vt:lpstr>Workload Identity Overview</vt:lpstr>
      <vt:lpstr>DEMO</vt:lpstr>
      <vt:lpstr>Deploy and Configure Workload Identity</vt:lpstr>
      <vt:lpstr>DEMO</vt:lpstr>
      <vt:lpstr>Configure Cross-Tenant Workload Identity</vt:lpstr>
      <vt:lpstr>DEMO</vt:lpstr>
      <vt:lpstr>Migrate your App from Pod identity to Workload Identity</vt:lpstr>
      <vt:lpstr>DEMO</vt:lpstr>
      <vt:lpstr>Identity Bindings Overview</vt:lpstr>
      <vt:lpstr>Set up identity bindings</vt:lpstr>
      <vt:lpstr>DEMO</vt:lpstr>
      <vt:lpstr>Microsoft Entra Pod Identity</vt:lpstr>
      <vt:lpstr>DEMO</vt:lpstr>
      <vt:lpstr>Pod Sandboxing Overview</vt:lpstr>
      <vt:lpstr>Pod Sandboxing Considerations</vt:lpstr>
      <vt:lpstr>Deploy Pod Sandboxing</vt:lpstr>
      <vt:lpstr>DEMO</vt:lpstr>
      <vt:lpstr>Secure Pod Traffic with Network Policies</vt:lpstr>
      <vt:lpstr>DEMO</vt:lpstr>
      <vt:lpstr>Network Policy Best Practices</vt:lpstr>
      <vt:lpstr>DEMO</vt:lpstr>
      <vt:lpstr>Use Network Policies in the Azure Portal</vt:lpstr>
      <vt:lpstr>DEMO</vt:lpstr>
      <vt:lpstr>Pod Security Policies</vt:lpstr>
      <vt:lpstr>DEMO</vt:lpstr>
      <vt:lpstr>Pod Security Best Practices</vt:lpstr>
      <vt:lpstr>Resource Management Best Practices</vt:lpstr>
      <vt:lpstr>Configure TLS for NGINX Ingress Controller</vt:lpstr>
      <vt:lpstr>1 - Configure Secrets Store CSI Driver</vt:lpstr>
      <vt:lpstr>DEMO</vt:lpstr>
      <vt:lpstr>2 - Provider Azure Key Vault Access</vt:lpstr>
      <vt:lpstr>DEMO</vt:lpstr>
      <vt:lpstr>3 - Apply Extra Configurations or Perform  Troubleshooting</vt:lpstr>
      <vt:lpstr>DEMO</vt:lpstr>
      <vt:lpstr>Open ID Connect (OIDC) on AKS</vt:lpstr>
      <vt:lpstr>Open ID Connect (OIDC) on AKS</vt:lpstr>
      <vt:lpstr>Open ID Connect (OIDC) on AKS</vt:lpstr>
      <vt:lpstr>PowerPoint Presentation</vt:lpstr>
      <vt:lpstr>Authentication Sequence of OIDC</vt:lpstr>
      <vt:lpstr>Open ID Connect (OIDC) on AKS</vt:lpstr>
      <vt:lpstr>Service Account Labels and Annotations</vt:lpstr>
      <vt:lpstr>Service Account Annotations</vt:lpstr>
      <vt:lpstr>Pod Labels</vt:lpstr>
      <vt:lpstr>Pod Annotations</vt:lpstr>
      <vt:lpstr>DEMO</vt:lpstr>
      <vt:lpstr>Deploy and configure Microsoft Entra Workload ID on an Azure Kubernetes Service (AKS) cluster</vt:lpstr>
      <vt:lpstr>Secrets Store CSI Driver</vt:lpstr>
      <vt:lpstr>CSI Driver</vt:lpstr>
      <vt:lpstr>Secret Store CSI Driver</vt:lpstr>
      <vt:lpstr>Azure Key Vault provider for Secret Store CSI Driver in an AKS cluster</vt:lpstr>
      <vt:lpstr>Features</vt:lpstr>
      <vt:lpstr>Limitations</vt:lpstr>
      <vt:lpstr>DEMO</vt:lpstr>
      <vt:lpstr>Pod Security Admission (PSA)</vt:lpstr>
      <vt:lpstr>Pod Security Standards</vt:lpstr>
      <vt:lpstr>The Privileged Policy</vt:lpstr>
      <vt:lpstr>The Baseline Policy</vt:lpstr>
      <vt:lpstr>The Restricted Policy</vt:lpstr>
      <vt:lpstr>Pod Security Admission in AKS</vt:lpstr>
      <vt:lpstr>DEMO</vt:lpstr>
      <vt:lpstr>Demo Companion</vt:lpstr>
      <vt:lpstr>Demo Companion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cp:revision>
  <dcterms:created xsi:type="dcterms:W3CDTF">2026-01-16T08:37:14Z</dcterms:created>
  <dcterms:modified xsi:type="dcterms:W3CDTF">2026-05-03T17:42:17Z</dcterms:modified>
</cp:coreProperties>
</file>